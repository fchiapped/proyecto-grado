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E_599A3B0C.xml" ContentType="application/vnd.ms-powerpoint.comments+xml"/>
  <Override PartName="/ppt/notesSlides/notesSlide3.xml" ContentType="application/vnd.openxmlformats-officedocument.presentationml.notesSlide+xml"/>
  <Override PartName="/ppt/comments/modernComment_12D_558DB916.xml" ContentType="application/vnd.ms-powerpoint.comments+xml"/>
  <Override PartName="/ppt/notesSlides/notesSlide4.xml" ContentType="application/vnd.openxmlformats-officedocument.presentationml.notesSlide+xml"/>
  <Override PartName="/ppt/comments/modernComment_110_83A6EC48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1"/>
  </p:sldMasterIdLst>
  <p:notesMasterIdLst>
    <p:notesMasterId r:id="rId11"/>
  </p:notesMasterIdLst>
  <p:sldIdLst>
    <p:sldId id="305" r:id="rId2"/>
    <p:sldId id="302" r:id="rId3"/>
    <p:sldId id="301" r:id="rId4"/>
    <p:sldId id="272" r:id="rId5"/>
    <p:sldId id="308" r:id="rId6"/>
    <p:sldId id="273" r:id="rId7"/>
    <p:sldId id="306" r:id="rId8"/>
    <p:sldId id="283" r:id="rId9"/>
    <p:sldId id="30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8D6C189-CBC5-434C-8B8A-1B7C83F66523}">
          <p14:sldIdLst>
            <p14:sldId id="305"/>
          </p14:sldIdLst>
        </p14:section>
        <p14:section name="Presentación" id="{638E7A3F-086E-49F8-9963-E166E048D7EF}">
          <p14:sldIdLst>
            <p14:sldId id="302"/>
          </p14:sldIdLst>
        </p14:section>
        <p14:section name="Problema" id="{36770B6C-990C-452F-A852-D413C0048FFE}">
          <p14:sldIdLst>
            <p14:sldId id="301"/>
          </p14:sldIdLst>
        </p14:section>
        <p14:section name="Datos" id="{997ABD79-BB39-451C-AC7C-6F2FD9DF77B9}">
          <p14:sldIdLst>
            <p14:sldId id="272"/>
          </p14:sldIdLst>
        </p14:section>
        <p14:section name="Solución Propuesta" id="{65D40889-F279-4E01-9918-4C72936BA9BD}">
          <p14:sldIdLst>
            <p14:sldId id="308"/>
          </p14:sldIdLst>
        </p14:section>
        <p14:section name="Solución Propuesta (Outliers)" id="{0C6AC583-512F-4A1B-90B3-7CFBA15658B0}">
          <p14:sldIdLst>
            <p14:sldId id="273"/>
          </p14:sldIdLst>
        </p14:section>
        <p14:section name="Solución Propuesta (Drift)" id="{9C3AAD4B-3A70-43F8-A017-6BD1E4126342}">
          <p14:sldIdLst>
            <p14:sldId id="306"/>
          </p14:sldIdLst>
        </p14:section>
        <p14:section name="Proximos Pasos" id="{E9DBC527-1375-4098-9759-AFDA6E422BD5}">
          <p14:sldIdLst>
            <p14:sldId id="283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65FD63-F91C-AD9C-A710-EEEA23880529}" name="Ziyu Guo ." initials="Z." userId="S::ziyuguo@uc.cl::5d0ee9bc-099e-4375-8de4-b9df224602ff" providerId="AD"/>
  <p188:author id="{76E1BA84-509A-CEFD-2DD6-BB5F7A5237BB}" name="Luis Cristóbal Rojas González" initials="LG" userId="S::luis.rojas@uc.cl::77fcfdbb-4eb8-44ac-acf7-9e4e5cd1838a" providerId="AD"/>
  <p188:author id="{7A9A41B8-83B5-7003-3082-961487D97213}" name="Franco Andrés Chiappe Donoso" initials="FC" userId="S::fchiappe@uc.cl::952ef6fb-7da9-433b-9cb5-ab1c1c91cce3" providerId="AD"/>
  <p188:author id="{A9F27DEE-20FD-0B97-634A-A122D0C9E633}" name="Joaquín Alonso Cabello Parra" initials="JACP" userId="S::jcabelloparra@uc.cl::34b43d23-d1ac-4a0b-8433-f6f5ea7554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34"/>
    <a:srgbClr val="426FBF"/>
    <a:srgbClr val="2AA6DD"/>
    <a:srgbClr val="3F4B55"/>
    <a:srgbClr val="FFFFFF"/>
    <a:srgbClr val="303E48"/>
    <a:srgbClr val="0666BB"/>
    <a:srgbClr val="096ABD"/>
    <a:srgbClr val="0B6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37333-6ADD-44A1-AE7F-0B2A6D1A1F89}" v="2734" dt="2025-10-15T14:00:06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533" y="-1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yu Guo ." userId="S::ziyuguo@uc.cl::5d0ee9bc-099e-4375-8de4-b9df224602ff" providerId="AD" clId="Web-{19CE335A-7C83-61C2-D854-13662D866EFF}"/>
    <pc:docChg chg="modSld">
      <pc:chgData name="Ziyu Guo ." userId="S::ziyuguo@uc.cl::5d0ee9bc-099e-4375-8de4-b9df224602ff" providerId="AD" clId="Web-{19CE335A-7C83-61C2-D854-13662D866EFF}" dt="2025-10-14T02:28:59.026" v="178"/>
      <pc:docMkLst>
        <pc:docMk/>
      </pc:docMkLst>
      <pc:sldChg chg="addSp delSp modSp">
        <pc:chgData name="Ziyu Guo ." userId="S::ziyuguo@uc.cl::5d0ee9bc-099e-4375-8de4-b9df224602ff" providerId="AD" clId="Web-{19CE335A-7C83-61C2-D854-13662D866EFF}" dt="2025-10-14T00:46:28.270" v="44" actId="1076"/>
        <pc:sldMkLst>
          <pc:docMk/>
          <pc:sldMk cId="2208754760" sldId="272"/>
        </pc:sldMkLst>
        <pc:spChg chg="mod">
          <ac:chgData name="Ziyu Guo ." userId="S::ziyuguo@uc.cl::5d0ee9bc-099e-4375-8de4-b9df224602ff" providerId="AD" clId="Web-{19CE335A-7C83-61C2-D854-13662D866EFF}" dt="2025-10-14T00:31:34.620" v="30" actId="20577"/>
          <ac:spMkLst>
            <pc:docMk/>
            <pc:sldMk cId="2208754760" sldId="272"/>
            <ac:spMk id="3" creationId="{34A3DB8F-F650-2650-3478-AD025A8F607A}"/>
          </ac:spMkLst>
        </pc:spChg>
        <pc:picChg chg="add del mod">
          <ac:chgData name="Ziyu Guo ." userId="S::ziyuguo@uc.cl::5d0ee9bc-099e-4375-8de4-b9df224602ff" providerId="AD" clId="Web-{19CE335A-7C83-61C2-D854-13662D866EFF}" dt="2025-10-14T00:31:54.199" v="33"/>
          <ac:picMkLst>
            <pc:docMk/>
            <pc:sldMk cId="2208754760" sldId="272"/>
            <ac:picMk id="4" creationId="{5BABFBBF-6413-5E31-2BFD-381E4E9890E8}"/>
          </ac:picMkLst>
        </pc:picChg>
        <pc:picChg chg="add del mod">
          <ac:chgData name="Ziyu Guo ." userId="S::ziyuguo@uc.cl::5d0ee9bc-099e-4375-8de4-b9df224602ff" providerId="AD" clId="Web-{19CE335A-7C83-61C2-D854-13662D866EFF}" dt="2025-10-14T00:32:39.420" v="39"/>
          <ac:picMkLst>
            <pc:docMk/>
            <pc:sldMk cId="2208754760" sldId="272"/>
            <ac:picMk id="5" creationId="{FCB92A57-241C-C67F-6423-2A35C26D8079}"/>
          </ac:picMkLst>
        </pc:picChg>
        <pc:picChg chg="add mod">
          <ac:chgData name="Ziyu Guo ." userId="S::ziyuguo@uc.cl::5d0ee9bc-099e-4375-8de4-b9df224602ff" providerId="AD" clId="Web-{19CE335A-7C83-61C2-D854-13662D866EFF}" dt="2025-10-14T00:46:28.270" v="44" actId="1076"/>
          <ac:picMkLst>
            <pc:docMk/>
            <pc:sldMk cId="2208754760" sldId="272"/>
            <ac:picMk id="6" creationId="{AA2B38B9-51DB-DB49-0CCD-A383BA2C7FDC}"/>
          </ac:picMkLst>
        </pc:picChg>
      </pc:sldChg>
      <pc:sldChg chg="addSp delSp modSp addAnim delAnim modAnim">
        <pc:chgData name="Ziyu Guo ." userId="S::ziyuguo@uc.cl::5d0ee9bc-099e-4375-8de4-b9df224602ff" providerId="AD" clId="Web-{19CE335A-7C83-61C2-D854-13662D866EFF}" dt="2025-10-14T02:28:59.026" v="178"/>
        <pc:sldMkLst>
          <pc:docMk/>
          <pc:sldMk cId="1453617272" sldId="273"/>
        </pc:sldMkLst>
        <pc:spChg chg="add del mod">
          <ac:chgData name="Ziyu Guo ." userId="S::ziyuguo@uc.cl::5d0ee9bc-099e-4375-8de4-b9df224602ff" providerId="AD" clId="Web-{19CE335A-7C83-61C2-D854-13662D866EFF}" dt="2025-10-14T02:23:31.713" v="148"/>
          <ac:spMkLst>
            <pc:docMk/>
            <pc:sldMk cId="1453617272" sldId="273"/>
            <ac:spMk id="2" creationId="{6FC11E20-6B17-1F76-B928-0FCCA9029E26}"/>
          </ac:spMkLst>
        </pc:spChg>
        <pc:spChg chg="mod">
          <ac:chgData name="Ziyu Guo ." userId="S::ziyuguo@uc.cl::5d0ee9bc-099e-4375-8de4-b9df224602ff" providerId="AD" clId="Web-{19CE335A-7C83-61C2-D854-13662D866EFF}" dt="2025-10-14T01:30:24.297" v="93" actId="20577"/>
          <ac:spMkLst>
            <pc:docMk/>
            <pc:sldMk cId="1453617272" sldId="273"/>
            <ac:spMk id="2" creationId="{C6819D52-BFE9-43EA-D394-DB2B9D8CC2F6}"/>
          </ac:spMkLst>
        </pc:spChg>
        <pc:spChg chg="add mod">
          <ac:chgData name="Ziyu Guo ." userId="S::ziyuguo@uc.cl::5d0ee9bc-099e-4375-8de4-b9df224602ff" providerId="AD" clId="Web-{19CE335A-7C83-61C2-D854-13662D866EFF}" dt="2025-10-14T02:28:33.415" v="176"/>
          <ac:spMkLst>
            <pc:docMk/>
            <pc:sldMk cId="1453617272" sldId="273"/>
            <ac:spMk id="6" creationId="{4675854B-B3DD-F4DD-6889-48826BA9301D}"/>
          </ac:spMkLst>
        </pc:spChg>
        <pc:spChg chg="add mod">
          <ac:chgData name="Ziyu Guo ." userId="S::ziyuguo@uc.cl::5d0ee9bc-099e-4375-8de4-b9df224602ff" providerId="AD" clId="Web-{19CE335A-7C83-61C2-D854-13662D866EFF}" dt="2025-10-14T02:28:38.775" v="177"/>
          <ac:spMkLst>
            <pc:docMk/>
            <pc:sldMk cId="1453617272" sldId="273"/>
            <ac:spMk id="8" creationId="{2B81704B-44B7-0E8E-19F1-D97410BBC23C}"/>
          </ac:spMkLst>
        </pc:spChg>
        <pc:picChg chg="mod">
          <ac:chgData name="Ziyu Guo ." userId="S::ziyuguo@uc.cl::5d0ee9bc-099e-4375-8de4-b9df224602ff" providerId="AD" clId="Web-{19CE335A-7C83-61C2-D854-13662D866EFF}" dt="2025-10-14T02:23:41.338" v="151" actId="1076"/>
          <ac:picMkLst>
            <pc:docMk/>
            <pc:sldMk cId="1453617272" sldId="273"/>
            <ac:picMk id="5" creationId="{1BA58950-D556-AA4A-CAE1-2392097D2D45}"/>
          </ac:picMkLst>
        </pc:picChg>
        <pc:picChg chg="add del mod modCrop">
          <ac:chgData name="Ziyu Guo ." userId="S::ziyuguo@uc.cl::5d0ee9bc-099e-4375-8de4-b9df224602ff" providerId="AD" clId="Web-{19CE335A-7C83-61C2-D854-13662D866EFF}" dt="2025-10-14T02:23:37.807" v="150" actId="1076"/>
          <ac:picMkLst>
            <pc:docMk/>
            <pc:sldMk cId="1453617272" sldId="273"/>
            <ac:picMk id="7" creationId="{3694BC21-9FB2-3CFF-877A-5F7A32AD5531}"/>
          </ac:picMkLst>
        </pc:picChg>
        <pc:inkChg chg="add del">
          <ac:chgData name="Ziyu Guo ." userId="S::ziyuguo@uc.cl::5d0ee9bc-099e-4375-8de4-b9df224602ff" providerId="AD" clId="Web-{19CE335A-7C83-61C2-D854-13662D866EFF}" dt="2025-10-14T01:26:33.936" v="52"/>
          <ac:inkMkLst>
            <pc:docMk/>
            <pc:sldMk cId="1453617272" sldId="273"/>
            <ac:inkMk id="9" creationId="{AA149180-6D08-FF3F-7934-B15402519639}"/>
          </ac:inkMkLst>
        </pc:inkChg>
        <pc:inkChg chg="add del">
          <ac:chgData name="Ziyu Guo ." userId="S::ziyuguo@uc.cl::5d0ee9bc-099e-4375-8de4-b9df224602ff" providerId="AD" clId="Web-{19CE335A-7C83-61C2-D854-13662D866EFF}" dt="2025-10-14T01:26:33.936" v="51"/>
          <ac:inkMkLst>
            <pc:docMk/>
            <pc:sldMk cId="1453617272" sldId="273"/>
            <ac:inkMk id="10" creationId="{80104347-C665-5F6A-FCEE-4ED1B826BCA2}"/>
          </ac:inkMkLst>
        </pc:inkChg>
        <pc:inkChg chg="add del">
          <ac:chgData name="Ziyu Guo ." userId="S::ziyuguo@uc.cl::5d0ee9bc-099e-4375-8de4-b9df224602ff" providerId="AD" clId="Web-{19CE335A-7C83-61C2-D854-13662D866EFF}" dt="2025-10-14T01:26:40.108" v="54"/>
          <ac:inkMkLst>
            <pc:docMk/>
            <pc:sldMk cId="1453617272" sldId="273"/>
            <ac:inkMk id="11" creationId="{5A02ADE6-F079-46CE-DA15-4C4644280927}"/>
          </ac:inkMkLst>
        </pc:inkChg>
        <pc:inkChg chg="add del">
          <ac:chgData name="Ziyu Guo ." userId="S::ziyuguo@uc.cl::5d0ee9bc-099e-4375-8de4-b9df224602ff" providerId="AD" clId="Web-{19CE335A-7C83-61C2-D854-13662D866EFF}" dt="2025-10-14T01:26:48.249" v="56"/>
          <ac:inkMkLst>
            <pc:docMk/>
            <pc:sldMk cId="1453617272" sldId="273"/>
            <ac:inkMk id="12" creationId="{B1B01FAA-6A74-567D-E06C-E9403FC0F858}"/>
          </ac:inkMkLst>
        </pc:inkChg>
      </pc:sldChg>
      <pc:sldChg chg="addSp delSp modSp">
        <pc:chgData name="Ziyu Guo ." userId="S::ziyuguo@uc.cl::5d0ee9bc-099e-4375-8de4-b9df224602ff" providerId="AD" clId="Web-{19CE335A-7C83-61C2-D854-13662D866EFF}" dt="2025-10-14T01:25:10.748" v="48"/>
        <pc:sldMkLst>
          <pc:docMk/>
          <pc:sldMk cId="919914607" sldId="290"/>
        </pc:sldMkLst>
        <pc:spChg chg="add del">
          <ac:chgData name="Ziyu Guo ." userId="S::ziyuguo@uc.cl::5d0ee9bc-099e-4375-8de4-b9df224602ff" providerId="AD" clId="Web-{19CE335A-7C83-61C2-D854-13662D866EFF}" dt="2025-10-14T01:23:31.809" v="46"/>
          <ac:spMkLst>
            <pc:docMk/>
            <pc:sldMk cId="919914607" sldId="290"/>
            <ac:spMk id="3" creationId="{B3EBD2CD-AA82-A8F4-3FDB-15E3F0D9B7C8}"/>
          </ac:spMkLst>
        </pc:spChg>
        <pc:picChg chg="mod">
          <ac:chgData name="Ziyu Guo ." userId="S::ziyuguo@uc.cl::5d0ee9bc-099e-4375-8de4-b9df224602ff" providerId="AD" clId="Web-{19CE335A-7C83-61C2-D854-13662D866EFF}" dt="2025-10-14T01:23:33.825" v="47" actId="1076"/>
          <ac:picMkLst>
            <pc:docMk/>
            <pc:sldMk cId="919914607" sldId="290"/>
            <ac:picMk id="8" creationId="{40673162-46D7-5429-7B02-D9A4440AEC5E}"/>
          </ac:picMkLst>
        </pc:picChg>
        <pc:inkChg chg="add">
          <ac:chgData name="Ziyu Guo ." userId="S::ziyuguo@uc.cl::5d0ee9bc-099e-4375-8de4-b9df224602ff" providerId="AD" clId="Web-{19CE335A-7C83-61C2-D854-13662D866EFF}" dt="2025-10-14T01:25:10.748" v="48"/>
          <ac:inkMkLst>
            <pc:docMk/>
            <pc:sldMk cId="919914607" sldId="290"/>
            <ac:inkMk id="4" creationId="{7FEE5D25-531B-A49E-8D8E-34D7CDDBAD49}"/>
          </ac:inkMkLst>
        </pc:inkChg>
      </pc:sldChg>
      <pc:sldChg chg="modSp">
        <pc:chgData name="Ziyu Guo ." userId="S::ziyuguo@uc.cl::5d0ee9bc-099e-4375-8de4-b9df224602ff" providerId="AD" clId="Web-{19CE335A-7C83-61C2-D854-13662D866EFF}" dt="2025-10-14T00:09:48.859" v="19" actId="20577"/>
        <pc:sldMkLst>
          <pc:docMk/>
          <pc:sldMk cId="1503279884" sldId="302"/>
        </pc:sldMkLst>
        <pc:spChg chg="mod">
          <ac:chgData name="Ziyu Guo ." userId="S::ziyuguo@uc.cl::5d0ee9bc-099e-4375-8de4-b9df224602ff" providerId="AD" clId="Web-{19CE335A-7C83-61C2-D854-13662D866EFF}" dt="2025-10-14T00:09:48.859" v="19" actId="20577"/>
          <ac:spMkLst>
            <pc:docMk/>
            <pc:sldMk cId="1503279884" sldId="302"/>
            <ac:spMk id="5" creationId="{35A23D5A-DE76-E82E-39D7-F04EC43E704F}"/>
          </ac:spMkLst>
        </pc:spChg>
      </pc:sldChg>
      <pc:sldChg chg="modSp">
        <pc:chgData name="Ziyu Guo ." userId="S::ziyuguo@uc.cl::5d0ee9bc-099e-4375-8de4-b9df224602ff" providerId="AD" clId="Web-{19CE335A-7C83-61C2-D854-13662D866EFF}" dt="2025-10-14T00:05:32.529" v="7" actId="20577"/>
        <pc:sldMkLst>
          <pc:docMk/>
          <pc:sldMk cId="817429082" sldId="305"/>
        </pc:sldMkLst>
        <pc:spChg chg="mod">
          <ac:chgData name="Ziyu Guo ." userId="S::ziyuguo@uc.cl::5d0ee9bc-099e-4375-8de4-b9df224602ff" providerId="AD" clId="Web-{19CE335A-7C83-61C2-D854-13662D866EFF}" dt="2025-10-14T00:05:32.529" v="7" actId="20577"/>
          <ac:spMkLst>
            <pc:docMk/>
            <pc:sldMk cId="817429082" sldId="305"/>
            <ac:spMk id="6" creationId="{AF454EC2-1493-F15B-2A88-D5B0AA9844BC}"/>
          </ac:spMkLst>
        </pc:spChg>
      </pc:sldChg>
    </pc:docChg>
  </pc:docChgLst>
  <pc:docChgLst>
    <pc:chgData name="Joaquín Alonso Cabello Parra" userId="34b43d23-d1ac-4a0b-8433-f6f5ea755425" providerId="ADAL" clId="{ACB6B002-DE8E-3E46-8E3D-E85ED3937562}"/>
    <pc:docChg chg="undo custSel modSld">
      <pc:chgData name="Joaquín Alonso Cabello Parra" userId="34b43d23-d1ac-4a0b-8433-f6f5ea755425" providerId="ADAL" clId="{ACB6B002-DE8E-3E46-8E3D-E85ED3937562}" dt="2025-10-14T12:29:04.025" v="1" actId="1076"/>
      <pc:docMkLst>
        <pc:docMk/>
      </pc:docMkLst>
      <pc:sldChg chg="modSp">
        <pc:chgData name="Joaquín Alonso Cabello Parra" userId="34b43d23-d1ac-4a0b-8433-f6f5ea755425" providerId="ADAL" clId="{ACB6B002-DE8E-3E46-8E3D-E85ED3937562}" dt="2025-10-14T12:29:04.025" v="1" actId="1076"/>
        <pc:sldMkLst>
          <pc:docMk/>
          <pc:sldMk cId="1503279884" sldId="302"/>
        </pc:sldMkLst>
        <pc:spChg chg="mod">
          <ac:chgData name="Joaquín Alonso Cabello Parra" userId="34b43d23-d1ac-4a0b-8433-f6f5ea755425" providerId="ADAL" clId="{ACB6B002-DE8E-3E46-8E3D-E85ED3937562}" dt="2025-10-14T12:29:04.025" v="1" actId="1076"/>
          <ac:spMkLst>
            <pc:docMk/>
            <pc:sldMk cId="1503279884" sldId="302"/>
            <ac:spMk id="5" creationId="{35A23D5A-DE76-E82E-39D7-F04EC43E704F}"/>
          </ac:spMkLst>
        </pc:spChg>
      </pc:sldChg>
    </pc:docChg>
  </pc:docChgLst>
  <pc:docChgLst>
    <pc:chgData name="Franco Andrés Chiappe Donoso" userId="S::fchiappe@uc.cl::952ef6fb-7da9-433b-9cb5-ab1c1c91cce3" providerId="AD" clId="Web-{A581B6AA-0370-601C-7E17-435F31B6A807}"/>
    <pc:docChg chg="mod modSld addMainMaster delMainMaster">
      <pc:chgData name="Franco Andrés Chiappe Donoso" userId="S::fchiappe@uc.cl::952ef6fb-7da9-433b-9cb5-ab1c1c91cce3" providerId="AD" clId="Web-{A581B6AA-0370-601C-7E17-435F31B6A807}" dt="2025-10-12T00:13:37.333" v="1"/>
      <pc:docMkLst>
        <pc:docMk/>
      </pc:docMkLst>
      <pc:sldChg chg="modSp mod modClrScheme chgLayout">
        <pc:chgData name="Franco Andrés Chiappe Donoso" userId="S::fchiappe@uc.cl::952ef6fb-7da9-433b-9cb5-ab1c1c91cce3" providerId="AD" clId="Web-{A581B6AA-0370-601C-7E17-435F31B6A807}" dt="2025-10-12T00:13:37.333" v="1"/>
        <pc:sldMkLst>
          <pc:docMk/>
          <pc:sldMk cId="2208754760" sldId="272"/>
        </pc:sldMkLst>
        <pc:spChg chg="mod ord">
          <ac:chgData name="Franco Andrés Chiappe Donoso" userId="S::fchiappe@uc.cl::952ef6fb-7da9-433b-9cb5-ab1c1c91cce3" providerId="AD" clId="Web-{A581B6AA-0370-601C-7E17-435F31B6A807}" dt="2025-10-12T00:13:37.333" v="1"/>
          <ac:spMkLst>
            <pc:docMk/>
            <pc:sldMk cId="2208754760" sldId="272"/>
            <ac:spMk id="2" creationId="{74F82A4A-8CAF-9DE4-3B6F-2AD1DC69B116}"/>
          </ac:spMkLst>
        </pc:spChg>
        <pc:spChg chg="mod ord">
          <ac:chgData name="Franco Andrés Chiappe Donoso" userId="S::fchiappe@uc.cl::952ef6fb-7da9-433b-9cb5-ab1c1c91cce3" providerId="AD" clId="Web-{A581B6AA-0370-601C-7E17-435F31B6A807}" dt="2025-10-12T00:13:37.333" v="1"/>
          <ac:spMkLst>
            <pc:docMk/>
            <pc:sldMk cId="2208754760" sldId="272"/>
            <ac:spMk id="3" creationId="{34A3DB8F-F650-2650-3478-AD025A8F607A}"/>
          </ac:spMkLst>
        </pc:spChg>
      </pc:sldChg>
      <pc:sldChg chg="modSp mod modClrScheme chgLayout">
        <pc:chgData name="Franco Andrés Chiappe Donoso" userId="S::fchiappe@uc.cl::952ef6fb-7da9-433b-9cb5-ab1c1c91cce3" providerId="AD" clId="Web-{A581B6AA-0370-601C-7E17-435F31B6A807}" dt="2025-10-12T00:13:37.333" v="1"/>
        <pc:sldMkLst>
          <pc:docMk/>
          <pc:sldMk cId="1453617272" sldId="273"/>
        </pc:sldMkLst>
        <pc:spChg chg="mod ord">
          <ac:chgData name="Franco Andrés Chiappe Donoso" userId="S::fchiappe@uc.cl::952ef6fb-7da9-433b-9cb5-ab1c1c91cce3" providerId="AD" clId="Web-{A581B6AA-0370-601C-7E17-435F31B6A807}" dt="2025-10-12T00:13:37.333" v="1"/>
          <ac:spMkLst>
            <pc:docMk/>
            <pc:sldMk cId="1453617272" sldId="273"/>
            <ac:spMk id="3" creationId="{46C2D0EA-90D1-BC37-B26E-AF8CE5AEA162}"/>
          </ac:spMkLst>
        </pc:spChg>
      </pc:sldChg>
      <pc:sldChg chg="modSp mod modClrScheme chgLayout">
        <pc:chgData name="Franco Andrés Chiappe Donoso" userId="S::fchiappe@uc.cl::952ef6fb-7da9-433b-9cb5-ab1c1c91cce3" providerId="AD" clId="Web-{A581B6AA-0370-601C-7E17-435F31B6A807}" dt="2025-10-12T00:13:37.333" v="1"/>
        <pc:sldMkLst>
          <pc:docMk/>
          <pc:sldMk cId="1048840110" sldId="283"/>
        </pc:sldMkLst>
        <pc:spChg chg="mod ord">
          <ac:chgData name="Franco Andrés Chiappe Donoso" userId="S::fchiappe@uc.cl::952ef6fb-7da9-433b-9cb5-ab1c1c91cce3" providerId="AD" clId="Web-{A581B6AA-0370-601C-7E17-435F31B6A807}" dt="2025-10-12T00:13:37.333" v="1"/>
          <ac:spMkLst>
            <pc:docMk/>
            <pc:sldMk cId="1048840110" sldId="283"/>
            <ac:spMk id="2" creationId="{45C52258-5DCB-74B3-AC8D-644FFEDC4360}"/>
          </ac:spMkLst>
        </pc:spChg>
        <pc:spChg chg="mod ord">
          <ac:chgData name="Franco Andrés Chiappe Donoso" userId="S::fchiappe@uc.cl::952ef6fb-7da9-433b-9cb5-ab1c1c91cce3" providerId="AD" clId="Web-{A581B6AA-0370-601C-7E17-435F31B6A807}" dt="2025-10-12T00:13:37.333" v="1"/>
          <ac:spMkLst>
            <pc:docMk/>
            <pc:sldMk cId="1048840110" sldId="283"/>
            <ac:spMk id="3" creationId="{26A3D6DD-510D-6A14-3402-4F48DAA77B5B}"/>
          </ac:spMkLst>
        </pc:spChg>
      </pc:sldChg>
      <pc:sldChg chg="modSp mod modClrScheme chgLayout">
        <pc:chgData name="Franco Andrés Chiappe Donoso" userId="S::fchiappe@uc.cl::952ef6fb-7da9-433b-9cb5-ab1c1c91cce3" providerId="AD" clId="Web-{A581B6AA-0370-601C-7E17-435F31B6A807}" dt="2025-10-12T00:13:37.333" v="1"/>
        <pc:sldMkLst>
          <pc:docMk/>
          <pc:sldMk cId="2452694463" sldId="286"/>
        </pc:sldMkLst>
        <pc:spChg chg="mod ord">
          <ac:chgData name="Franco Andrés Chiappe Donoso" userId="S::fchiappe@uc.cl::952ef6fb-7da9-433b-9cb5-ab1c1c91cce3" providerId="AD" clId="Web-{A581B6AA-0370-601C-7E17-435F31B6A807}" dt="2025-10-12T00:13:37.333" v="1"/>
          <ac:spMkLst>
            <pc:docMk/>
            <pc:sldMk cId="2452694463" sldId="286"/>
            <ac:spMk id="17" creationId="{9E502E99-9827-971C-6B52-D22AF8DC923B}"/>
          </ac:spMkLst>
        </pc:spChg>
      </pc:sldChg>
    </pc:docChg>
  </pc:docChgLst>
  <pc:docChgLst>
    <pc:chgData name="Vicente Alfredo Garay Robertson" userId="S::vicente.garay@uc.cl::78783c43-e97e-49e6-a0de-64154ae66e65" providerId="AD" clId="Web-{98C16256-D4F0-E928-ECF7-69C518FDE42D}"/>
    <pc:docChg chg="addSld modSld modSection">
      <pc:chgData name="Vicente Alfredo Garay Robertson" userId="S::vicente.garay@uc.cl::78783c43-e97e-49e6-a0de-64154ae66e65" providerId="AD" clId="Web-{98C16256-D4F0-E928-ECF7-69C518FDE42D}" dt="2025-10-12T16:07:11.858" v="198" actId="20577"/>
      <pc:docMkLst>
        <pc:docMk/>
      </pc:docMkLst>
      <pc:sldChg chg="modSp">
        <pc:chgData name="Vicente Alfredo Garay Robertson" userId="S::vicente.garay@uc.cl::78783c43-e97e-49e6-a0de-64154ae66e65" providerId="AD" clId="Web-{98C16256-D4F0-E928-ECF7-69C518FDE42D}" dt="2025-10-12T16:00:57.399" v="162" actId="20577"/>
        <pc:sldMkLst>
          <pc:docMk/>
          <pc:sldMk cId="1453617272" sldId="273"/>
        </pc:sldMkLst>
      </pc:sldChg>
      <pc:sldChg chg="modSp">
        <pc:chgData name="Vicente Alfredo Garay Robertson" userId="S::vicente.garay@uc.cl::78783c43-e97e-49e6-a0de-64154ae66e65" providerId="AD" clId="Web-{98C16256-D4F0-E928-ECF7-69C518FDE42D}" dt="2025-10-12T15:58:44.269" v="115" actId="20577"/>
        <pc:sldMkLst>
          <pc:docMk/>
          <pc:sldMk cId="2452694463" sldId="286"/>
        </pc:sldMkLst>
      </pc:sldChg>
    </pc:docChg>
  </pc:docChgLst>
  <pc:docChgLst>
    <pc:chgData name="Vicente Alfredo Garay Robertson" userId="S::vicente.garay@uc.cl::78783c43-e97e-49e6-a0de-64154ae66e65" providerId="AD" clId="Web-{C2753273-ABA6-714A-BF9A-85F53559BED1}"/>
    <pc:docChg chg="modSld">
      <pc:chgData name="Vicente Alfredo Garay Robertson" userId="S::vicente.garay@uc.cl::78783c43-e97e-49e6-a0de-64154ae66e65" providerId="AD" clId="Web-{C2753273-ABA6-714A-BF9A-85F53559BED1}" dt="2025-10-13T02:52:31.236" v="448" actId="20577"/>
      <pc:docMkLst>
        <pc:docMk/>
      </pc:docMkLst>
      <pc:sldChg chg="modSp">
        <pc:chgData name="Vicente Alfredo Garay Robertson" userId="S::vicente.garay@uc.cl::78783c43-e97e-49e6-a0de-64154ae66e65" providerId="AD" clId="Web-{C2753273-ABA6-714A-BF9A-85F53559BED1}" dt="2025-10-13T02:43:15.684" v="268" actId="20577"/>
        <pc:sldMkLst>
          <pc:docMk/>
          <pc:sldMk cId="1453617272" sldId="273"/>
        </pc:sldMkLst>
        <pc:spChg chg="mod">
          <ac:chgData name="Vicente Alfredo Garay Robertson" userId="S::vicente.garay@uc.cl::78783c43-e97e-49e6-a0de-64154ae66e65" providerId="AD" clId="Web-{C2753273-ABA6-714A-BF9A-85F53559BED1}" dt="2025-10-13T02:31:42.738" v="243" actId="20577"/>
          <ac:spMkLst>
            <pc:docMk/>
            <pc:sldMk cId="1453617272" sldId="273"/>
            <ac:spMk id="3" creationId="{46C2D0EA-90D1-BC37-B26E-AF8CE5AEA162}"/>
          </ac:spMkLst>
        </pc:spChg>
      </pc:sldChg>
      <pc:sldChg chg="modSp">
        <pc:chgData name="Vicente Alfredo Garay Robertson" userId="S::vicente.garay@uc.cl::78783c43-e97e-49e6-a0de-64154ae66e65" providerId="AD" clId="Web-{C2753273-ABA6-714A-BF9A-85F53559BED1}" dt="2025-10-13T02:52:31.236" v="448" actId="20577"/>
        <pc:sldMkLst>
          <pc:docMk/>
          <pc:sldMk cId="528606597" sldId="281"/>
        </pc:sldMkLst>
      </pc:sldChg>
      <pc:sldChg chg="addSp delSp modSp">
        <pc:chgData name="Vicente Alfredo Garay Robertson" userId="S::vicente.garay@uc.cl::78783c43-e97e-49e6-a0de-64154ae66e65" providerId="AD" clId="Web-{C2753273-ABA6-714A-BF9A-85F53559BED1}" dt="2025-10-13T02:43:06.777" v="266" actId="20577"/>
        <pc:sldMkLst>
          <pc:docMk/>
          <pc:sldMk cId="919914607" sldId="290"/>
        </pc:sldMkLst>
      </pc:sldChg>
      <pc:sldChg chg="addSp delSp modSp">
        <pc:chgData name="Vicente Alfredo Garay Robertson" userId="S::vicente.garay@uc.cl::78783c43-e97e-49e6-a0de-64154ae66e65" providerId="AD" clId="Web-{C2753273-ABA6-714A-BF9A-85F53559BED1}" dt="2025-10-13T02:44:25.294" v="282" actId="20577"/>
        <pc:sldMkLst>
          <pc:docMk/>
          <pc:sldMk cId="3839637957" sldId="291"/>
        </pc:sldMkLst>
      </pc:sldChg>
    </pc:docChg>
  </pc:docChgLst>
  <pc:docChgLst>
    <pc:chgData name="Franco Andrés Chiappe Donoso" userId="952ef6fb-7da9-433b-9cb5-ab1c1c91cce3" providerId="ADAL" clId="{D482683E-DF45-4BA1-B60E-919AB3CEA91E}"/>
    <pc:docChg chg="undo redo custSel addSld delSld modSld sldOrd modMainMaster addSection delSection modSection">
      <pc:chgData name="Franco Andrés Chiappe Donoso" userId="952ef6fb-7da9-433b-9cb5-ab1c1c91cce3" providerId="ADAL" clId="{D482683E-DF45-4BA1-B60E-919AB3CEA91E}" dt="2025-10-15T14:00:06.048" v="7965"/>
      <pc:docMkLst>
        <pc:docMk/>
      </pc:docMkLst>
      <pc:sldChg chg="addSp delSp modSp add del mod setBg delDesignElem">
        <pc:chgData name="Franco Andrés Chiappe Donoso" userId="952ef6fb-7da9-433b-9cb5-ab1c1c91cce3" providerId="ADAL" clId="{D482683E-DF45-4BA1-B60E-919AB3CEA91E}" dt="2025-10-14T00:03:35.463" v="5899" actId="47"/>
        <pc:sldMkLst>
          <pc:docMk/>
          <pc:sldMk cId="136866810" sldId="256"/>
        </pc:sldMkLst>
        <pc:spChg chg="add del">
          <ac:chgData name="Franco Andrés Chiappe Donoso" userId="952ef6fb-7da9-433b-9cb5-ab1c1c91cce3" providerId="ADAL" clId="{D482683E-DF45-4BA1-B60E-919AB3CEA91E}" dt="2025-10-14T00:02:14.936" v="5877" actId="22"/>
          <ac:spMkLst>
            <pc:docMk/>
            <pc:sldMk cId="136866810" sldId="256"/>
            <ac:spMk id="5" creationId="{161BC129-69AA-A18E-3BDC-46AA4A029468}"/>
          </ac:spMkLst>
        </pc:spChg>
      </pc:sldChg>
      <pc:sldChg chg="addSp delSp modSp del mod setBg setClrOvrMap chgLayout">
        <pc:chgData name="Franco Andrés Chiappe Donoso" userId="952ef6fb-7da9-433b-9cb5-ab1c1c91cce3" providerId="ADAL" clId="{D482683E-DF45-4BA1-B60E-919AB3CEA91E}" dt="2025-10-13T22:54:59.223" v="5086" actId="47"/>
        <pc:sldMkLst>
          <pc:docMk/>
          <pc:sldMk cId="887952031" sldId="260"/>
        </pc:sldMkLst>
      </pc:sldChg>
      <pc:sldChg chg="addSp delSp modSp mod ord setBg modClrScheme chgLayout">
        <pc:chgData name="Franco Andrés Chiappe Donoso" userId="952ef6fb-7da9-433b-9cb5-ab1c1c91cce3" providerId="ADAL" clId="{D482683E-DF45-4BA1-B60E-919AB3CEA91E}" dt="2025-10-15T13:58:53.405" v="7956" actId="700"/>
        <pc:sldMkLst>
          <pc:docMk/>
          <pc:sldMk cId="2208754760" sldId="272"/>
        </pc:sldMkLst>
        <pc:spChg chg="mod ord">
          <ac:chgData name="Franco Andrés Chiappe Donoso" userId="952ef6fb-7da9-433b-9cb5-ab1c1c91cce3" providerId="ADAL" clId="{D482683E-DF45-4BA1-B60E-919AB3CEA91E}" dt="2025-10-15T13:58:53.405" v="7956" actId="700"/>
          <ac:spMkLst>
            <pc:docMk/>
            <pc:sldMk cId="2208754760" sldId="272"/>
            <ac:spMk id="2" creationId="{74F82A4A-8CAF-9DE4-3B6F-2AD1DC69B116}"/>
          </ac:spMkLst>
        </pc:spChg>
        <pc:spChg chg="add del mod ord">
          <ac:chgData name="Franco Andrés Chiappe Donoso" userId="952ef6fb-7da9-433b-9cb5-ab1c1c91cce3" providerId="ADAL" clId="{D482683E-DF45-4BA1-B60E-919AB3CEA91E}" dt="2025-10-15T13:58:53.405" v="7956" actId="700"/>
          <ac:spMkLst>
            <pc:docMk/>
            <pc:sldMk cId="2208754760" sldId="272"/>
            <ac:spMk id="3" creationId="{34A3DB8F-F650-2650-3478-AD025A8F607A}"/>
          </ac:spMkLst>
        </pc:spChg>
        <pc:spChg chg="add">
          <ac:chgData name="Franco Andrés Chiappe Donoso" userId="952ef6fb-7da9-433b-9cb5-ab1c1c91cce3" providerId="ADAL" clId="{D482683E-DF45-4BA1-B60E-919AB3CEA91E}" dt="2025-10-14T12:51:38.852" v="6896"/>
          <ac:spMkLst>
            <pc:docMk/>
            <pc:sldMk cId="2208754760" sldId="272"/>
            <ac:spMk id="4" creationId="{488E62D7-F1B5-ED47-BD2B-19DED1676371}"/>
          </ac:spMkLst>
        </pc:spChg>
        <pc:picChg chg="mod modCrop">
          <ac:chgData name="Franco Andrés Chiappe Donoso" userId="952ef6fb-7da9-433b-9cb5-ab1c1c91cce3" providerId="ADAL" clId="{D482683E-DF45-4BA1-B60E-919AB3CEA91E}" dt="2025-10-15T13:52:19.556" v="7837" actId="732"/>
          <ac:picMkLst>
            <pc:docMk/>
            <pc:sldMk cId="2208754760" sldId="272"/>
            <ac:picMk id="6" creationId="{AA2B38B9-51DB-DB49-0CCD-A383BA2C7FDC}"/>
          </ac:picMkLst>
        </pc:picChg>
      </pc:sldChg>
      <pc:sldChg chg="addSp delSp modSp mod setBg modClrScheme addAnim delAnim modAnim chgLayout">
        <pc:chgData name="Franco Andrés Chiappe Donoso" userId="952ef6fb-7da9-433b-9cb5-ab1c1c91cce3" providerId="ADAL" clId="{D482683E-DF45-4BA1-B60E-919AB3CEA91E}" dt="2025-10-15T13:35:42.542" v="7520" actId="1076"/>
        <pc:sldMkLst>
          <pc:docMk/>
          <pc:sldMk cId="1453617272" sldId="273"/>
        </pc:sldMkLst>
        <pc:spChg chg="del mod ord">
          <ac:chgData name="Franco Andrés Chiappe Donoso" userId="952ef6fb-7da9-433b-9cb5-ab1c1c91cce3" providerId="ADAL" clId="{D482683E-DF45-4BA1-B60E-919AB3CEA91E}" dt="2025-10-14T01:40:41.954" v="6049" actId="21"/>
          <ac:spMkLst>
            <pc:docMk/>
            <pc:sldMk cId="1453617272" sldId="273"/>
            <ac:spMk id="2" creationId="{C6819D52-BFE9-43EA-D394-DB2B9D8CC2F6}"/>
          </ac:spMkLst>
        </pc:spChg>
        <pc:spChg chg="mod ord">
          <ac:chgData name="Franco Andrés Chiappe Donoso" userId="952ef6fb-7da9-433b-9cb5-ab1c1c91cce3" providerId="ADAL" clId="{D482683E-DF45-4BA1-B60E-919AB3CEA91E}" dt="2025-10-15T13:30:30.333" v="7379" actId="208"/>
          <ac:spMkLst>
            <pc:docMk/>
            <pc:sldMk cId="1453617272" sldId="273"/>
            <ac:spMk id="3" creationId="{46C2D0EA-90D1-BC37-B26E-AF8CE5AEA162}"/>
          </ac:spMkLst>
        </pc:spChg>
        <pc:spChg chg="add mod ord">
          <ac:chgData name="Franco Andrés Chiappe Donoso" userId="952ef6fb-7da9-433b-9cb5-ab1c1c91cce3" providerId="ADAL" clId="{D482683E-DF45-4BA1-B60E-919AB3CEA91E}" dt="2025-10-15T13:35:42.542" v="7520" actId="1076"/>
          <ac:spMkLst>
            <pc:docMk/>
            <pc:sldMk cId="1453617272" sldId="273"/>
            <ac:spMk id="4" creationId="{5E811C5F-0E93-1E2D-2BB4-5CF0B8085898}"/>
          </ac:spMkLst>
        </pc:spChg>
        <pc:spChg chg="add del mod ord">
          <ac:chgData name="Franco Andrés Chiappe Donoso" userId="952ef6fb-7da9-433b-9cb5-ab1c1c91cce3" providerId="ADAL" clId="{D482683E-DF45-4BA1-B60E-919AB3CEA91E}" dt="2025-10-15T13:31:52.025" v="7428" actId="21"/>
          <ac:spMkLst>
            <pc:docMk/>
            <pc:sldMk cId="1453617272" sldId="273"/>
            <ac:spMk id="6" creationId="{4675854B-B3DD-F4DD-6889-48826BA9301D}"/>
          </ac:spMkLst>
        </pc:spChg>
        <pc:spChg chg="del">
          <ac:chgData name="Franco Andrés Chiappe Donoso" userId="952ef6fb-7da9-433b-9cb5-ab1c1c91cce3" providerId="ADAL" clId="{D482683E-DF45-4BA1-B60E-919AB3CEA91E}" dt="2025-10-14T11:16:42.099" v="6107" actId="478"/>
          <ac:spMkLst>
            <pc:docMk/>
            <pc:sldMk cId="1453617272" sldId="273"/>
            <ac:spMk id="8" creationId="{2B81704B-44B7-0E8E-19F1-D97410BBC23C}"/>
          </ac:spMkLst>
        </pc:spChg>
        <pc:spChg chg="add del mod">
          <ac:chgData name="Franco Andrés Chiappe Donoso" userId="952ef6fb-7da9-433b-9cb5-ab1c1c91cce3" providerId="ADAL" clId="{D482683E-DF45-4BA1-B60E-919AB3CEA91E}" dt="2025-10-14T01:40:44.104" v="6050" actId="21"/>
          <ac:spMkLst>
            <pc:docMk/>
            <pc:sldMk cId="1453617272" sldId="273"/>
            <ac:spMk id="10" creationId="{A56772E2-37B0-DA75-E6E2-CD918BC07677}"/>
          </ac:spMkLst>
        </pc:spChg>
        <pc:spChg chg="add mod">
          <ac:chgData name="Franco Andrés Chiappe Donoso" userId="952ef6fb-7da9-433b-9cb5-ab1c1c91cce3" providerId="ADAL" clId="{D482683E-DF45-4BA1-B60E-919AB3CEA91E}" dt="2025-10-15T13:29:36.203" v="7360"/>
          <ac:spMkLst>
            <pc:docMk/>
            <pc:sldMk cId="1453617272" sldId="273"/>
            <ac:spMk id="10" creationId="{B91EAF3C-7DF8-9759-6E92-CB3D8F5951F3}"/>
          </ac:spMkLst>
        </pc:spChg>
        <pc:spChg chg="add mod">
          <ac:chgData name="Franco Andrés Chiappe Donoso" userId="952ef6fb-7da9-433b-9cb5-ab1c1c91cce3" providerId="ADAL" clId="{D482683E-DF45-4BA1-B60E-919AB3CEA91E}" dt="2025-10-15T13:29:36.203" v="7360"/>
          <ac:spMkLst>
            <pc:docMk/>
            <pc:sldMk cId="1453617272" sldId="273"/>
            <ac:spMk id="11" creationId="{D61A5DAD-C907-4B67-8D1C-128EE2CF95F6}"/>
          </ac:spMkLst>
        </pc:spChg>
        <pc:spChg chg="add del mod">
          <ac:chgData name="Franco Andrés Chiappe Donoso" userId="952ef6fb-7da9-433b-9cb5-ab1c1c91cce3" providerId="ADAL" clId="{D482683E-DF45-4BA1-B60E-919AB3CEA91E}" dt="2025-10-14T11:15:12.277" v="6088" actId="478"/>
          <ac:spMkLst>
            <pc:docMk/>
            <pc:sldMk cId="1453617272" sldId="273"/>
            <ac:spMk id="12" creationId="{D0CD32A7-9D94-7B02-2837-BFEC6DC87AC7}"/>
          </ac:spMkLst>
        </pc:spChg>
        <pc:spChg chg="add mod">
          <ac:chgData name="Franco Andrés Chiappe Donoso" userId="952ef6fb-7da9-433b-9cb5-ab1c1c91cce3" providerId="ADAL" clId="{D482683E-DF45-4BA1-B60E-919AB3CEA91E}" dt="2025-10-15T01:05:16.671" v="6928" actId="1076"/>
          <ac:spMkLst>
            <pc:docMk/>
            <pc:sldMk cId="1453617272" sldId="273"/>
            <ac:spMk id="13" creationId="{4FCA1056-F0AA-07E5-60C9-9C6E6D2839AD}"/>
          </ac:spMkLst>
        </pc:spChg>
        <pc:spChg chg="add mod">
          <ac:chgData name="Franco Andrés Chiappe Donoso" userId="952ef6fb-7da9-433b-9cb5-ab1c1c91cce3" providerId="ADAL" clId="{D482683E-DF45-4BA1-B60E-919AB3CEA91E}" dt="2025-10-15T13:34:08.628" v="7479" actId="1038"/>
          <ac:spMkLst>
            <pc:docMk/>
            <pc:sldMk cId="1453617272" sldId="273"/>
            <ac:spMk id="14" creationId="{4675854B-B3DD-F4DD-6889-48826BA9301D}"/>
          </ac:spMkLst>
        </pc:spChg>
        <pc:spChg chg="add mod">
          <ac:chgData name="Franco Andrés Chiappe Donoso" userId="952ef6fb-7da9-433b-9cb5-ab1c1c91cce3" providerId="ADAL" clId="{D482683E-DF45-4BA1-B60E-919AB3CEA91E}" dt="2025-10-14T01:40:54.732" v="6053"/>
          <ac:spMkLst>
            <pc:docMk/>
            <pc:sldMk cId="1453617272" sldId="273"/>
            <ac:spMk id="14" creationId="{ECB514D3-8D70-3E9C-5816-44608E5AFF28}"/>
          </ac:spMkLst>
        </pc:spChg>
        <pc:spChg chg="add mod">
          <ac:chgData name="Franco Andrés Chiappe Donoso" userId="952ef6fb-7da9-433b-9cb5-ab1c1c91cce3" providerId="ADAL" clId="{D482683E-DF45-4BA1-B60E-919AB3CEA91E}" dt="2025-10-14T01:40:58.223" v="6055"/>
          <ac:spMkLst>
            <pc:docMk/>
            <pc:sldMk cId="1453617272" sldId="273"/>
            <ac:spMk id="15" creationId="{5E121A55-6332-9865-9F92-97A4C01BB122}"/>
          </ac:spMkLst>
        </pc:spChg>
        <pc:spChg chg="add del mod">
          <ac:chgData name="Franco Andrés Chiappe Donoso" userId="952ef6fb-7da9-433b-9cb5-ab1c1c91cce3" providerId="ADAL" clId="{D482683E-DF45-4BA1-B60E-919AB3CEA91E}" dt="2025-10-15T13:31:52.025" v="7428" actId="21"/>
          <ac:spMkLst>
            <pc:docMk/>
            <pc:sldMk cId="1453617272" sldId="273"/>
            <ac:spMk id="15" creationId="{B91EAF3C-7DF8-9759-6E92-CB3D8F5951F3}"/>
          </ac:spMkLst>
        </pc:spChg>
        <pc:spChg chg="add del mod">
          <ac:chgData name="Franco Andrés Chiappe Donoso" userId="952ef6fb-7da9-433b-9cb5-ab1c1c91cce3" providerId="ADAL" clId="{D482683E-DF45-4BA1-B60E-919AB3CEA91E}" dt="2025-10-14T12:32:20.632" v="6869" actId="478"/>
          <ac:spMkLst>
            <pc:docMk/>
            <pc:sldMk cId="1453617272" sldId="273"/>
            <ac:spMk id="16" creationId="{B88B06B4-FE0E-B25C-26E4-210E0102D32B}"/>
          </ac:spMkLst>
        </pc:spChg>
        <pc:spChg chg="add del mod">
          <ac:chgData name="Franco Andrés Chiappe Donoso" userId="952ef6fb-7da9-433b-9cb5-ab1c1c91cce3" providerId="ADAL" clId="{D482683E-DF45-4BA1-B60E-919AB3CEA91E}" dt="2025-10-14T11:27:15.493" v="6197" actId="478"/>
          <ac:spMkLst>
            <pc:docMk/>
            <pc:sldMk cId="1453617272" sldId="273"/>
            <ac:spMk id="18" creationId="{77B3957C-FA6E-26A3-F13E-6E4285C72C37}"/>
          </ac:spMkLst>
        </pc:spChg>
        <pc:spChg chg="add mod">
          <ac:chgData name="Franco Andrés Chiappe Donoso" userId="952ef6fb-7da9-433b-9cb5-ab1c1c91cce3" providerId="ADAL" clId="{D482683E-DF45-4BA1-B60E-919AB3CEA91E}" dt="2025-10-15T13:34:56.435" v="7500" actId="14100"/>
          <ac:spMkLst>
            <pc:docMk/>
            <pc:sldMk cId="1453617272" sldId="273"/>
            <ac:spMk id="18" creationId="{B91EAF3C-7DF8-9759-6E92-CB3D8F5951F3}"/>
          </ac:spMkLst>
        </pc:spChg>
        <pc:spChg chg="add mod">
          <ac:chgData name="Franco Andrés Chiappe Donoso" userId="952ef6fb-7da9-433b-9cb5-ab1c1c91cce3" providerId="ADAL" clId="{D482683E-DF45-4BA1-B60E-919AB3CEA91E}" dt="2025-10-15T13:33:57.419" v="7472" actId="1037"/>
          <ac:spMkLst>
            <pc:docMk/>
            <pc:sldMk cId="1453617272" sldId="273"/>
            <ac:spMk id="19" creationId="{38AE1725-715B-3480-CD5E-4C6BEE3ACE8A}"/>
          </ac:spMkLst>
        </pc:spChg>
        <pc:spChg chg="add mod">
          <ac:chgData name="Franco Andrés Chiappe Donoso" userId="952ef6fb-7da9-433b-9cb5-ab1c1c91cce3" providerId="ADAL" clId="{D482683E-DF45-4BA1-B60E-919AB3CEA91E}" dt="2025-10-15T13:35:24.610" v="7519" actId="1036"/>
          <ac:spMkLst>
            <pc:docMk/>
            <pc:sldMk cId="1453617272" sldId="273"/>
            <ac:spMk id="21" creationId="{8170FCF5-5430-ECF1-6D72-07354B42215E}"/>
          </ac:spMkLst>
        </pc:spChg>
        <pc:spChg chg="add mod">
          <ac:chgData name="Franco Andrés Chiappe Donoso" userId="952ef6fb-7da9-433b-9cb5-ab1c1c91cce3" providerId="ADAL" clId="{D482683E-DF45-4BA1-B60E-919AB3CEA91E}" dt="2025-10-15T13:34:22.939" v="7488" actId="1038"/>
          <ac:spMkLst>
            <pc:docMk/>
            <pc:sldMk cId="1453617272" sldId="273"/>
            <ac:spMk id="22" creationId="{41ADE973-AB43-55AD-98F2-605BF63EA4E5}"/>
          </ac:spMkLst>
        </pc:spChg>
        <pc:spChg chg="add del mod">
          <ac:chgData name="Franco Andrés Chiappe Donoso" userId="952ef6fb-7da9-433b-9cb5-ab1c1c91cce3" providerId="ADAL" clId="{D482683E-DF45-4BA1-B60E-919AB3CEA91E}" dt="2025-10-15T13:34:49.568" v="7495" actId="1036"/>
          <ac:spMkLst>
            <pc:docMk/>
            <pc:sldMk cId="1453617272" sldId="273"/>
            <ac:spMk id="23" creationId="{B91EAF3C-7DF8-9759-6E92-CB3D8F5951F3}"/>
          </ac:spMkLst>
        </pc:spChg>
        <pc:spChg chg="add del mod">
          <ac:chgData name="Franco Andrés Chiappe Donoso" userId="952ef6fb-7da9-433b-9cb5-ab1c1c91cce3" providerId="ADAL" clId="{D482683E-DF45-4BA1-B60E-919AB3CEA91E}" dt="2025-10-15T13:31:05.476" v="7415" actId="14100"/>
          <ac:spMkLst>
            <pc:docMk/>
            <pc:sldMk cId="1453617272" sldId="273"/>
            <ac:spMk id="24" creationId="{D61A5DAD-C907-4B67-8D1C-128EE2CF95F6}"/>
          </ac:spMkLst>
        </pc:spChg>
        <pc:spChg chg="add del mod">
          <ac:chgData name="Franco Andrés Chiappe Donoso" userId="952ef6fb-7da9-433b-9cb5-ab1c1c91cce3" providerId="ADAL" clId="{D482683E-DF45-4BA1-B60E-919AB3CEA91E}" dt="2025-10-15T13:31:52.025" v="7428" actId="21"/>
          <ac:spMkLst>
            <pc:docMk/>
            <pc:sldMk cId="1453617272" sldId="273"/>
            <ac:spMk id="26" creationId="{38AE1725-715B-3480-CD5E-4C6BEE3ACE8A}"/>
          </ac:spMkLst>
        </pc:spChg>
        <pc:spChg chg="add del mod">
          <ac:chgData name="Franco Andrés Chiappe Donoso" userId="952ef6fb-7da9-433b-9cb5-ab1c1c91cce3" providerId="ADAL" clId="{D482683E-DF45-4BA1-B60E-919AB3CEA91E}" dt="2025-10-15T13:31:52.025" v="7428" actId="21"/>
          <ac:spMkLst>
            <pc:docMk/>
            <pc:sldMk cId="1453617272" sldId="273"/>
            <ac:spMk id="28" creationId="{8170FCF5-5430-ECF1-6D72-07354B42215E}"/>
          </ac:spMkLst>
        </pc:spChg>
        <pc:spChg chg="add mod">
          <ac:chgData name="Franco Andrés Chiappe Donoso" userId="952ef6fb-7da9-433b-9cb5-ab1c1c91cce3" providerId="ADAL" clId="{D482683E-DF45-4BA1-B60E-919AB3CEA91E}" dt="2025-10-15T01:08:02.655" v="6951"/>
          <ac:spMkLst>
            <pc:docMk/>
            <pc:sldMk cId="1453617272" sldId="273"/>
            <ac:spMk id="32" creationId="{F8833487-BEAD-76AC-15B5-F618E97C6BA3}"/>
          </ac:spMkLst>
        </pc:spChg>
        <pc:spChg chg="add del mod">
          <ac:chgData name="Franco Andrés Chiappe Donoso" userId="952ef6fb-7da9-433b-9cb5-ab1c1c91cce3" providerId="ADAL" clId="{D482683E-DF45-4BA1-B60E-919AB3CEA91E}" dt="2025-10-15T13:31:52.025" v="7428" actId="21"/>
          <ac:spMkLst>
            <pc:docMk/>
            <pc:sldMk cId="1453617272" sldId="273"/>
            <ac:spMk id="34" creationId="{41ADE973-AB43-55AD-98F2-605BF63EA4E5}"/>
          </ac:spMkLst>
        </pc:spChg>
        <pc:picChg chg="add mod ord modCrop">
          <ac:chgData name="Franco Andrés Chiappe Donoso" userId="952ef6fb-7da9-433b-9cb5-ab1c1c91cce3" providerId="ADAL" clId="{D482683E-DF45-4BA1-B60E-919AB3CEA91E}" dt="2025-10-15T13:30:17.018" v="7369" actId="167"/>
          <ac:picMkLst>
            <pc:docMk/>
            <pc:sldMk cId="1453617272" sldId="273"/>
            <ac:picMk id="2" creationId="{1BA58950-D556-AA4A-CAE1-2392097D2D45}"/>
          </ac:picMkLst>
        </pc:picChg>
        <pc:picChg chg="add del mod">
          <ac:chgData name="Franco Andrés Chiappe Donoso" userId="952ef6fb-7da9-433b-9cb5-ab1c1c91cce3" providerId="ADAL" clId="{D482683E-DF45-4BA1-B60E-919AB3CEA91E}" dt="2025-10-15T13:30:47.067" v="7382" actId="1076"/>
          <ac:picMkLst>
            <pc:docMk/>
            <pc:sldMk cId="1453617272" sldId="273"/>
            <ac:picMk id="5" creationId="{1BA58950-D556-AA4A-CAE1-2392097D2D45}"/>
          </ac:picMkLst>
        </pc:picChg>
        <pc:picChg chg="add del mod">
          <ac:chgData name="Franco Andrés Chiappe Donoso" userId="952ef6fb-7da9-433b-9cb5-ab1c1c91cce3" providerId="ADAL" clId="{D482683E-DF45-4BA1-B60E-919AB3CEA91E}" dt="2025-10-14T01:23:28.591" v="6012" actId="21"/>
          <ac:picMkLst>
            <pc:docMk/>
            <pc:sldMk cId="1453617272" sldId="273"/>
            <ac:picMk id="6" creationId="{3694BC21-9FB2-3CFF-877A-5F7A32AD5531}"/>
          </ac:picMkLst>
        </pc:picChg>
        <pc:picChg chg="add del mod modCrop">
          <ac:chgData name="Franco Andrés Chiappe Donoso" userId="952ef6fb-7da9-433b-9cb5-ab1c1c91cce3" providerId="ADAL" clId="{D482683E-DF45-4BA1-B60E-919AB3CEA91E}" dt="2025-10-15T13:31:52.025" v="7428" actId="21"/>
          <ac:picMkLst>
            <pc:docMk/>
            <pc:sldMk cId="1453617272" sldId="273"/>
            <ac:picMk id="7" creationId="{3694BC21-9FB2-3CFF-877A-5F7A32AD5531}"/>
          </ac:picMkLst>
        </pc:picChg>
        <pc:picChg chg="add mod">
          <ac:chgData name="Franco Andrés Chiappe Donoso" userId="952ef6fb-7da9-433b-9cb5-ab1c1c91cce3" providerId="ADAL" clId="{D482683E-DF45-4BA1-B60E-919AB3CEA91E}" dt="2025-10-14T01:26:12.616" v="6032"/>
          <ac:picMkLst>
            <pc:docMk/>
            <pc:sldMk cId="1453617272" sldId="273"/>
            <ac:picMk id="8" creationId="{6B2BD644-84AD-0178-767E-A923F20954EA}"/>
          </ac:picMkLst>
        </pc:picChg>
        <pc:picChg chg="add del mod">
          <ac:chgData name="Franco Andrés Chiappe Donoso" userId="952ef6fb-7da9-433b-9cb5-ab1c1c91cce3" providerId="ADAL" clId="{D482683E-DF45-4BA1-B60E-919AB3CEA91E}" dt="2025-10-15T13:33:16.729" v="7452" actId="21"/>
          <ac:picMkLst>
            <pc:docMk/>
            <pc:sldMk cId="1453617272" sldId="273"/>
            <ac:picMk id="12" creationId="{3694BC21-9FB2-3CFF-877A-5F7A32AD5531}"/>
          </ac:picMkLst>
        </pc:picChg>
        <pc:picChg chg="add mod ord">
          <ac:chgData name="Franco Andrés Chiappe Donoso" userId="952ef6fb-7da9-433b-9cb5-ab1c1c91cce3" providerId="ADAL" clId="{D482683E-DF45-4BA1-B60E-919AB3CEA91E}" dt="2025-10-15T13:33:33.803" v="7455" actId="167"/>
          <ac:picMkLst>
            <pc:docMk/>
            <pc:sldMk cId="1453617272" sldId="273"/>
            <ac:picMk id="30" creationId="{3694BC21-9FB2-3CFF-877A-5F7A32AD5531}"/>
          </ac:picMkLst>
        </pc:picChg>
        <pc:picChg chg="add mod">
          <ac:chgData name="Franco Andrés Chiappe Donoso" userId="952ef6fb-7da9-433b-9cb5-ab1c1c91cce3" providerId="ADAL" clId="{D482683E-DF45-4BA1-B60E-919AB3CEA91E}" dt="2025-10-15T01:08:02.655" v="6951"/>
          <ac:picMkLst>
            <pc:docMk/>
            <pc:sldMk cId="1453617272" sldId="273"/>
            <ac:picMk id="31" creationId="{B6A5F668-EFA0-ADA4-8373-2256DC16FE02}"/>
          </ac:picMkLst>
        </pc:picChg>
        <pc:cxnChg chg="add mod">
          <ac:chgData name="Franco Andrés Chiappe Donoso" userId="952ef6fb-7da9-433b-9cb5-ab1c1c91cce3" providerId="ADAL" clId="{D482683E-DF45-4BA1-B60E-919AB3CEA91E}" dt="2025-10-15T13:29:36.203" v="7360"/>
          <ac:cxnSpMkLst>
            <pc:docMk/>
            <pc:sldMk cId="1453617272" sldId="273"/>
            <ac:cxnSpMk id="8" creationId="{9402CE96-935C-2D3D-ACE0-152763F0C35A}"/>
          </ac:cxnSpMkLst>
        </pc:cxnChg>
        <pc:cxnChg chg="add del mod">
          <ac:chgData name="Franco Andrés Chiappe Donoso" userId="952ef6fb-7da9-433b-9cb5-ab1c1c91cce3" providerId="ADAL" clId="{D482683E-DF45-4BA1-B60E-919AB3CEA91E}" dt="2025-10-15T13:31:52.025" v="7428" actId="21"/>
          <ac:cxnSpMkLst>
            <pc:docMk/>
            <pc:sldMk cId="1453617272" sldId="273"/>
            <ac:cxnSpMk id="9" creationId="{104FFD42-60A6-C66E-359C-804E50105E57}"/>
          </ac:cxnSpMkLst>
        </pc:cxnChg>
        <pc:cxnChg chg="add mod">
          <ac:chgData name="Franco Andrés Chiappe Donoso" userId="952ef6fb-7da9-433b-9cb5-ab1c1c91cce3" providerId="ADAL" clId="{D482683E-DF45-4BA1-B60E-919AB3CEA91E}" dt="2025-10-15T13:33:48.840" v="7456" actId="1076"/>
          <ac:cxnSpMkLst>
            <pc:docMk/>
            <pc:sldMk cId="1453617272" sldId="273"/>
            <ac:cxnSpMk id="16" creationId="{104FFD42-60A6-C66E-359C-804E50105E57}"/>
          </ac:cxnSpMkLst>
        </pc:cxnChg>
        <pc:cxnChg chg="add del mod">
          <ac:chgData name="Franco Andrés Chiappe Donoso" userId="952ef6fb-7da9-433b-9cb5-ab1c1c91cce3" providerId="ADAL" clId="{D482683E-DF45-4BA1-B60E-919AB3CEA91E}" dt="2025-10-15T13:34:31.188" v="7489" actId="1076"/>
          <ac:cxnSpMkLst>
            <pc:docMk/>
            <pc:sldMk cId="1453617272" sldId="273"/>
            <ac:cxnSpMk id="17" creationId="{9402CE96-935C-2D3D-ACE0-152763F0C35A}"/>
          </ac:cxnSpMkLst>
        </pc:cxnChg>
        <pc:cxnChg chg="add mod">
          <ac:chgData name="Franco Andrés Chiappe Donoso" userId="952ef6fb-7da9-433b-9cb5-ab1c1c91cce3" providerId="ADAL" clId="{D482683E-DF45-4BA1-B60E-919AB3CEA91E}" dt="2025-10-15T13:35:24.610" v="7519" actId="1036"/>
          <ac:cxnSpMkLst>
            <pc:docMk/>
            <pc:sldMk cId="1453617272" sldId="273"/>
            <ac:cxnSpMk id="20" creationId="{31C39C92-4DB6-ABB5-9659-D91F05E49F80}"/>
          </ac:cxnSpMkLst>
        </pc:cxnChg>
        <pc:cxnChg chg="add mod">
          <ac:chgData name="Franco Andrés Chiappe Donoso" userId="952ef6fb-7da9-433b-9cb5-ab1c1c91cce3" providerId="ADAL" clId="{D482683E-DF45-4BA1-B60E-919AB3CEA91E}" dt="2025-10-15T13:35:24.610" v="7519" actId="1036"/>
          <ac:cxnSpMkLst>
            <pc:docMk/>
            <pc:sldMk cId="1453617272" sldId="273"/>
            <ac:cxnSpMk id="25" creationId="{3CC702BB-D6E7-5DAB-CBAA-C45A30A341F8}"/>
          </ac:cxnSpMkLst>
        </pc:cxnChg>
        <pc:cxnChg chg="add del mod">
          <ac:chgData name="Franco Andrés Chiappe Donoso" userId="952ef6fb-7da9-433b-9cb5-ab1c1c91cce3" providerId="ADAL" clId="{D482683E-DF45-4BA1-B60E-919AB3CEA91E}" dt="2025-10-15T13:31:52.025" v="7428" actId="21"/>
          <ac:cxnSpMkLst>
            <pc:docMk/>
            <pc:sldMk cId="1453617272" sldId="273"/>
            <ac:cxnSpMk id="27" creationId="{31C39C92-4DB6-ABB5-9659-D91F05E49F80}"/>
          </ac:cxnSpMkLst>
        </pc:cxnChg>
        <pc:cxnChg chg="add mod">
          <ac:chgData name="Franco Andrés Chiappe Donoso" userId="952ef6fb-7da9-433b-9cb5-ab1c1c91cce3" providerId="ADAL" clId="{D482683E-DF45-4BA1-B60E-919AB3CEA91E}" dt="2025-10-15T01:08:02.655" v="6951"/>
          <ac:cxnSpMkLst>
            <pc:docMk/>
            <pc:sldMk cId="1453617272" sldId="273"/>
            <ac:cxnSpMk id="33" creationId="{B268B56A-CECA-BB82-E439-5F482530B30E}"/>
          </ac:cxnSpMkLst>
        </pc:cxnChg>
        <pc:cxnChg chg="add del mod">
          <ac:chgData name="Franco Andrés Chiappe Donoso" userId="952ef6fb-7da9-433b-9cb5-ab1c1c91cce3" providerId="ADAL" clId="{D482683E-DF45-4BA1-B60E-919AB3CEA91E}" dt="2025-10-15T13:31:52.025" v="7428" actId="21"/>
          <ac:cxnSpMkLst>
            <pc:docMk/>
            <pc:sldMk cId="1453617272" sldId="273"/>
            <ac:cxnSpMk id="35" creationId="{3CC702BB-D6E7-5DAB-CBAA-C45A30A341F8}"/>
          </ac:cxnSpMkLst>
        </pc:cxnChg>
      </pc:sldChg>
      <pc:sldChg chg="addSp delSp modSp del mod ord setBg chgLayout">
        <pc:chgData name="Franco Andrés Chiappe Donoso" userId="952ef6fb-7da9-433b-9cb5-ab1c1c91cce3" providerId="ADAL" clId="{D482683E-DF45-4BA1-B60E-919AB3CEA91E}" dt="2025-10-13T21:44:17.424" v="4445" actId="47"/>
        <pc:sldMkLst>
          <pc:docMk/>
          <pc:sldMk cId="123804113" sldId="277"/>
        </pc:sldMkLst>
      </pc:sldChg>
      <pc:sldChg chg="addSp delSp modSp del mod">
        <pc:chgData name="Franco Andrés Chiappe Donoso" userId="952ef6fb-7da9-433b-9cb5-ab1c1c91cce3" providerId="ADAL" clId="{D482683E-DF45-4BA1-B60E-919AB3CEA91E}" dt="2025-10-14T01:25:09.151" v="6030" actId="47"/>
        <pc:sldMkLst>
          <pc:docMk/>
          <pc:sldMk cId="528606597" sldId="281"/>
        </pc:sldMkLst>
        <pc:spChg chg="mod">
          <ac:chgData name="Franco Andrés Chiappe Donoso" userId="952ef6fb-7da9-433b-9cb5-ab1c1c91cce3" providerId="ADAL" clId="{D482683E-DF45-4BA1-B60E-919AB3CEA91E}" dt="2025-10-14T00:09:19.423" v="5940" actId="255"/>
          <ac:spMkLst>
            <pc:docMk/>
            <pc:sldMk cId="528606597" sldId="281"/>
            <ac:spMk id="2" creationId="{FD498B54-70E6-D6ED-A310-B84A196F56E5}"/>
          </ac:spMkLst>
        </pc:spChg>
        <pc:spChg chg="mod">
          <ac:chgData name="Franco Andrés Chiappe Donoso" userId="952ef6fb-7da9-433b-9cb5-ab1c1c91cce3" providerId="ADAL" clId="{D482683E-DF45-4BA1-B60E-919AB3CEA91E}" dt="2025-10-14T00:06:18.498" v="5924"/>
          <ac:spMkLst>
            <pc:docMk/>
            <pc:sldMk cId="528606597" sldId="281"/>
            <ac:spMk id="3" creationId="{9C38D1B4-58B2-AE32-FA89-69D0601738A2}"/>
          </ac:spMkLst>
        </pc:spChg>
      </pc:sldChg>
      <pc:sldChg chg="addSp delSp modSp del mod">
        <pc:chgData name="Franco Andrés Chiappe Donoso" userId="952ef6fb-7da9-433b-9cb5-ab1c1c91cce3" providerId="ADAL" clId="{D482683E-DF45-4BA1-B60E-919AB3CEA91E}" dt="2025-10-13T16:15:39.859" v="3204" actId="47"/>
        <pc:sldMkLst>
          <pc:docMk/>
          <pc:sldMk cId="2786550934" sldId="282"/>
        </pc:sldMkLst>
      </pc:sldChg>
      <pc:sldChg chg="addSp delSp modSp mod modAnim">
        <pc:chgData name="Franco Andrés Chiappe Donoso" userId="952ef6fb-7da9-433b-9cb5-ab1c1c91cce3" providerId="ADAL" clId="{D482683E-DF45-4BA1-B60E-919AB3CEA91E}" dt="2025-10-15T13:37:28.742" v="7568" actId="27636"/>
        <pc:sldMkLst>
          <pc:docMk/>
          <pc:sldMk cId="1048840110" sldId="283"/>
        </pc:sldMkLst>
        <pc:spChg chg="mod">
          <ac:chgData name="Franco Andrés Chiappe Donoso" userId="952ef6fb-7da9-433b-9cb5-ab1c1c91cce3" providerId="ADAL" clId="{D482683E-DF45-4BA1-B60E-919AB3CEA91E}" dt="2025-10-14T11:52:58.445" v="6370"/>
          <ac:spMkLst>
            <pc:docMk/>
            <pc:sldMk cId="1048840110" sldId="283"/>
            <ac:spMk id="2" creationId="{45C52258-5DCB-74B3-AC8D-644FFEDC4360}"/>
          </ac:spMkLst>
        </pc:spChg>
        <pc:spChg chg="mod">
          <ac:chgData name="Franco Andrés Chiappe Donoso" userId="952ef6fb-7da9-433b-9cb5-ab1c1c91cce3" providerId="ADAL" clId="{D482683E-DF45-4BA1-B60E-919AB3CEA91E}" dt="2025-10-15T13:37:28.742" v="7568" actId="27636"/>
          <ac:spMkLst>
            <pc:docMk/>
            <pc:sldMk cId="1048840110" sldId="283"/>
            <ac:spMk id="3" creationId="{26A3D6DD-510D-6A14-3402-4F48DAA77B5B}"/>
          </ac:spMkLst>
        </pc:spChg>
        <pc:spChg chg="add del mod">
          <ac:chgData name="Franco Andrés Chiappe Donoso" userId="952ef6fb-7da9-433b-9cb5-ab1c1c91cce3" providerId="ADAL" clId="{D482683E-DF45-4BA1-B60E-919AB3CEA91E}" dt="2025-10-14T12:09:57.903" v="6639" actId="478"/>
          <ac:spMkLst>
            <pc:docMk/>
            <pc:sldMk cId="1048840110" sldId="283"/>
            <ac:spMk id="5" creationId="{8FB368D9-F774-30CB-344C-2C0B713BC8DB}"/>
          </ac:spMkLst>
        </pc:spChg>
        <pc:spChg chg="add del mod">
          <ac:chgData name="Franco Andrés Chiappe Donoso" userId="952ef6fb-7da9-433b-9cb5-ab1c1c91cce3" providerId="ADAL" clId="{D482683E-DF45-4BA1-B60E-919AB3CEA91E}" dt="2025-10-14T12:05:31.446" v="6447" actId="478"/>
          <ac:spMkLst>
            <pc:docMk/>
            <pc:sldMk cId="1048840110" sldId="283"/>
            <ac:spMk id="6" creationId="{5E2A76CC-905B-FBE7-4162-D27F3BD9A855}"/>
          </ac:spMkLst>
        </pc:spChg>
        <pc:spChg chg="add mod">
          <ac:chgData name="Franco Andrés Chiappe Donoso" userId="952ef6fb-7da9-433b-9cb5-ab1c1c91cce3" providerId="ADAL" clId="{D482683E-DF45-4BA1-B60E-919AB3CEA91E}" dt="2025-10-14T12:05:31.791" v="6448"/>
          <ac:spMkLst>
            <pc:docMk/>
            <pc:sldMk cId="1048840110" sldId="283"/>
            <ac:spMk id="7" creationId="{B2D22F40-F190-B308-905C-07367299F94D}"/>
          </ac:spMkLst>
        </pc:spChg>
        <pc:spChg chg="add mod">
          <ac:chgData name="Franco Andrés Chiappe Donoso" userId="952ef6fb-7da9-433b-9cb5-ab1c1c91cce3" providerId="ADAL" clId="{D482683E-DF45-4BA1-B60E-919AB3CEA91E}" dt="2025-10-14T12:05:32.230" v="6449"/>
          <ac:spMkLst>
            <pc:docMk/>
            <pc:sldMk cId="1048840110" sldId="283"/>
            <ac:spMk id="8" creationId="{B98E5D74-7D89-C4A5-D21F-6B012C05D112}"/>
          </ac:spMkLst>
        </pc:spChg>
        <pc:spChg chg="add del mod">
          <ac:chgData name="Franco Andrés Chiappe Donoso" userId="952ef6fb-7da9-433b-9cb5-ab1c1c91cce3" providerId="ADAL" clId="{D482683E-DF45-4BA1-B60E-919AB3CEA91E}" dt="2025-10-14T12:09:57.842" v="6637" actId="21"/>
          <ac:spMkLst>
            <pc:docMk/>
            <pc:sldMk cId="1048840110" sldId="283"/>
            <ac:spMk id="9" creationId="{A722041F-AC88-C009-D302-14074DFAB453}"/>
          </ac:spMkLst>
        </pc:spChg>
        <pc:spChg chg="add del mod">
          <ac:chgData name="Franco Andrés Chiappe Donoso" userId="952ef6fb-7da9-433b-9cb5-ab1c1c91cce3" providerId="ADAL" clId="{D482683E-DF45-4BA1-B60E-919AB3CEA91E}" dt="2025-10-14T12:09:57.842" v="6637" actId="21"/>
          <ac:spMkLst>
            <pc:docMk/>
            <pc:sldMk cId="1048840110" sldId="283"/>
            <ac:spMk id="10" creationId="{D698FE5E-935E-051C-6F82-83A692640453}"/>
          </ac:spMkLst>
        </pc:spChg>
        <pc:spChg chg="add del mod">
          <ac:chgData name="Franco Andrés Chiappe Donoso" userId="952ef6fb-7da9-433b-9cb5-ab1c1c91cce3" providerId="ADAL" clId="{D482683E-DF45-4BA1-B60E-919AB3CEA91E}" dt="2025-10-14T12:09:57.842" v="6637" actId="21"/>
          <ac:spMkLst>
            <pc:docMk/>
            <pc:sldMk cId="1048840110" sldId="283"/>
            <ac:spMk id="11" creationId="{4786574E-D9AA-C61B-8A15-9C4009E1B9EF}"/>
          </ac:spMkLst>
        </pc:spChg>
        <pc:spChg chg="add del mod">
          <ac:chgData name="Franco Andrés Chiappe Donoso" userId="952ef6fb-7da9-433b-9cb5-ab1c1c91cce3" providerId="ADAL" clId="{D482683E-DF45-4BA1-B60E-919AB3CEA91E}" dt="2025-10-14T12:09:57.842" v="6637" actId="21"/>
          <ac:spMkLst>
            <pc:docMk/>
            <pc:sldMk cId="1048840110" sldId="283"/>
            <ac:spMk id="12" creationId="{793A7855-E2E1-67CA-51E2-4462AD98FE48}"/>
          </ac:spMkLst>
        </pc:spChg>
        <pc:spChg chg="add del mod">
          <ac:chgData name="Franco Andrés Chiappe Donoso" userId="952ef6fb-7da9-433b-9cb5-ab1c1c91cce3" providerId="ADAL" clId="{D482683E-DF45-4BA1-B60E-919AB3CEA91E}" dt="2025-10-14T12:09:57.842" v="6637" actId="21"/>
          <ac:spMkLst>
            <pc:docMk/>
            <pc:sldMk cId="1048840110" sldId="283"/>
            <ac:spMk id="13" creationId="{252F3FBD-8500-A020-A04C-CAF01074721C}"/>
          </ac:spMkLst>
        </pc:spChg>
        <pc:spChg chg="add del mod">
          <ac:chgData name="Franco Andrés Chiappe Donoso" userId="952ef6fb-7da9-433b-9cb5-ab1c1c91cce3" providerId="ADAL" clId="{D482683E-DF45-4BA1-B60E-919AB3CEA91E}" dt="2025-10-14T12:09:57.842" v="6637" actId="21"/>
          <ac:spMkLst>
            <pc:docMk/>
            <pc:sldMk cId="1048840110" sldId="283"/>
            <ac:spMk id="14" creationId="{884F39B2-5B0F-01BA-FCF1-2895336BF9D8}"/>
          </ac:spMkLst>
        </pc:spChg>
        <pc:spChg chg="add mod">
          <ac:chgData name="Franco Andrés Chiappe Donoso" userId="952ef6fb-7da9-433b-9cb5-ab1c1c91cce3" providerId="ADAL" clId="{D482683E-DF45-4BA1-B60E-919AB3CEA91E}" dt="2025-10-14T12:17:35.889" v="6742" actId="2711"/>
          <ac:spMkLst>
            <pc:docMk/>
            <pc:sldMk cId="1048840110" sldId="283"/>
            <ac:spMk id="15" creationId="{A722041F-AC88-C009-D302-14074DFAB453}"/>
          </ac:spMkLst>
        </pc:spChg>
        <pc:spChg chg="add mod">
          <ac:chgData name="Franco Andrés Chiappe Donoso" userId="952ef6fb-7da9-433b-9cb5-ab1c1c91cce3" providerId="ADAL" clId="{D482683E-DF45-4BA1-B60E-919AB3CEA91E}" dt="2025-10-14T12:17:35.889" v="6742" actId="2711"/>
          <ac:spMkLst>
            <pc:docMk/>
            <pc:sldMk cId="1048840110" sldId="283"/>
            <ac:spMk id="16" creationId="{D698FE5E-935E-051C-6F82-83A692640453}"/>
          </ac:spMkLst>
        </pc:spChg>
        <pc:spChg chg="add mod">
          <ac:chgData name="Franco Andrés Chiappe Donoso" userId="952ef6fb-7da9-433b-9cb5-ab1c1c91cce3" providerId="ADAL" clId="{D482683E-DF45-4BA1-B60E-919AB3CEA91E}" dt="2025-10-14T12:17:35.889" v="6742" actId="2711"/>
          <ac:spMkLst>
            <pc:docMk/>
            <pc:sldMk cId="1048840110" sldId="283"/>
            <ac:spMk id="17" creationId="{4786574E-D9AA-C61B-8A15-9C4009E1B9EF}"/>
          </ac:spMkLst>
        </pc:spChg>
        <pc:spChg chg="add mod">
          <ac:chgData name="Franco Andrés Chiappe Donoso" userId="952ef6fb-7da9-433b-9cb5-ab1c1c91cce3" providerId="ADAL" clId="{D482683E-DF45-4BA1-B60E-919AB3CEA91E}" dt="2025-10-14T12:17:35.889" v="6742" actId="2711"/>
          <ac:spMkLst>
            <pc:docMk/>
            <pc:sldMk cId="1048840110" sldId="283"/>
            <ac:spMk id="18" creationId="{793A7855-E2E1-67CA-51E2-4462AD98FE48}"/>
          </ac:spMkLst>
        </pc:spChg>
        <pc:spChg chg="add mod">
          <ac:chgData name="Franco Andrés Chiappe Donoso" userId="952ef6fb-7da9-433b-9cb5-ab1c1c91cce3" providerId="ADAL" clId="{D482683E-DF45-4BA1-B60E-919AB3CEA91E}" dt="2025-10-14T12:17:35.889" v="6742" actId="2711"/>
          <ac:spMkLst>
            <pc:docMk/>
            <pc:sldMk cId="1048840110" sldId="283"/>
            <ac:spMk id="19" creationId="{252F3FBD-8500-A020-A04C-CAF01074721C}"/>
          </ac:spMkLst>
        </pc:spChg>
        <pc:spChg chg="add mod">
          <ac:chgData name="Franco Andrés Chiappe Donoso" userId="952ef6fb-7da9-433b-9cb5-ab1c1c91cce3" providerId="ADAL" clId="{D482683E-DF45-4BA1-B60E-919AB3CEA91E}" dt="2025-10-14T12:17:35.889" v="6742" actId="2711"/>
          <ac:spMkLst>
            <pc:docMk/>
            <pc:sldMk cId="1048840110" sldId="283"/>
            <ac:spMk id="20" creationId="{884F39B2-5B0F-01BA-FCF1-2895336BF9D8}"/>
          </ac:spMkLst>
        </pc:spChg>
        <pc:spChg chg="add del mod">
          <ac:chgData name="Franco Andrés Chiappe Donoso" userId="952ef6fb-7da9-433b-9cb5-ab1c1c91cce3" providerId="ADAL" clId="{D482683E-DF45-4BA1-B60E-919AB3CEA91E}" dt="2025-10-14T12:12:09.416" v="6670" actId="478"/>
          <ac:spMkLst>
            <pc:docMk/>
            <pc:sldMk cId="1048840110" sldId="283"/>
            <ac:spMk id="21" creationId="{FC2F1C85-3E4A-C9B2-4455-7BB9572C96AB}"/>
          </ac:spMkLst>
        </pc:spChg>
        <pc:spChg chg="add mod">
          <ac:chgData name="Franco Andrés Chiappe Donoso" userId="952ef6fb-7da9-433b-9cb5-ab1c1c91cce3" providerId="ADAL" clId="{D482683E-DF45-4BA1-B60E-919AB3CEA91E}" dt="2025-10-14T12:16:26.032" v="6729" actId="1076"/>
          <ac:spMkLst>
            <pc:docMk/>
            <pc:sldMk cId="1048840110" sldId="283"/>
            <ac:spMk id="22" creationId="{EBFAC8EE-3811-733D-4C12-9349C3D8B308}"/>
          </ac:spMkLst>
        </pc:spChg>
        <pc:spChg chg="add del mod">
          <ac:chgData name="Franco Andrés Chiappe Donoso" userId="952ef6fb-7da9-433b-9cb5-ab1c1c91cce3" providerId="ADAL" clId="{D482683E-DF45-4BA1-B60E-919AB3CEA91E}" dt="2025-10-14T12:12:12.706" v="6672" actId="478"/>
          <ac:spMkLst>
            <pc:docMk/>
            <pc:sldMk cId="1048840110" sldId="283"/>
            <ac:spMk id="23" creationId="{DB15AF24-44BC-51E3-0651-AAE10A929D55}"/>
          </ac:spMkLst>
        </pc:spChg>
        <pc:spChg chg="add del mod">
          <ac:chgData name="Franco Andrés Chiappe Donoso" userId="952ef6fb-7da9-433b-9cb5-ab1c1c91cce3" providerId="ADAL" clId="{D482683E-DF45-4BA1-B60E-919AB3CEA91E}" dt="2025-10-14T12:12:11.250" v="6671" actId="478"/>
          <ac:spMkLst>
            <pc:docMk/>
            <pc:sldMk cId="1048840110" sldId="283"/>
            <ac:spMk id="24" creationId="{9E63962D-3619-1109-4E8A-F38641B74415}"/>
          </ac:spMkLst>
        </pc:spChg>
        <pc:spChg chg="add mod">
          <ac:chgData name="Franco Andrés Chiappe Donoso" userId="952ef6fb-7da9-433b-9cb5-ab1c1c91cce3" providerId="ADAL" clId="{D482683E-DF45-4BA1-B60E-919AB3CEA91E}" dt="2025-10-14T12:16:26.032" v="6729" actId="1076"/>
          <ac:spMkLst>
            <pc:docMk/>
            <pc:sldMk cId="1048840110" sldId="283"/>
            <ac:spMk id="25" creationId="{F0EB7B4F-56C0-7B9B-4AAD-3E8C032A8ABA}"/>
          </ac:spMkLst>
        </pc:spChg>
        <pc:spChg chg="add mod">
          <ac:chgData name="Franco Andrés Chiappe Donoso" userId="952ef6fb-7da9-433b-9cb5-ab1c1c91cce3" providerId="ADAL" clId="{D482683E-DF45-4BA1-B60E-919AB3CEA91E}" dt="2025-10-14T12:16:26.032" v="6729" actId="1076"/>
          <ac:spMkLst>
            <pc:docMk/>
            <pc:sldMk cId="1048840110" sldId="283"/>
            <ac:spMk id="26" creationId="{31BBC5E2-FE9E-A863-CB81-2EC2B751FC63}"/>
          </ac:spMkLst>
        </pc:spChg>
        <pc:spChg chg="add mod">
          <ac:chgData name="Franco Andrés Chiappe Donoso" userId="952ef6fb-7da9-433b-9cb5-ab1c1c91cce3" providerId="ADAL" clId="{D482683E-DF45-4BA1-B60E-919AB3CEA91E}" dt="2025-10-15T13:04:04.971" v="7336" actId="1076"/>
          <ac:spMkLst>
            <pc:docMk/>
            <pc:sldMk cId="1048840110" sldId="283"/>
            <ac:spMk id="27" creationId="{B63756C3-9F5D-3799-691A-60A1EFE313B7}"/>
          </ac:spMkLst>
        </pc:spChg>
      </pc:sldChg>
      <pc:sldChg chg="addSp delSp modSp del mod setBg modClrScheme chgLayout modNotesTx">
        <pc:chgData name="Franco Andrés Chiappe Donoso" userId="952ef6fb-7da9-433b-9cb5-ab1c1c91cce3" providerId="ADAL" clId="{D482683E-DF45-4BA1-B60E-919AB3CEA91E}" dt="2025-10-15T13:59:22.691" v="7963" actId="47"/>
        <pc:sldMkLst>
          <pc:docMk/>
          <pc:sldMk cId="2452694463" sldId="286"/>
        </pc:sldMkLst>
        <pc:spChg chg="del mod ord">
          <ac:chgData name="Franco Andrés Chiappe Donoso" userId="952ef6fb-7da9-433b-9cb5-ab1c1c91cce3" providerId="ADAL" clId="{D482683E-DF45-4BA1-B60E-919AB3CEA91E}" dt="2025-10-14T13:04:25.953" v="6908" actId="478"/>
          <ac:spMkLst>
            <pc:docMk/>
            <pc:sldMk cId="2452694463" sldId="286"/>
            <ac:spMk id="2" creationId="{88C9A25B-9615-97C9-1648-32CCEAB87B68}"/>
          </ac:spMkLst>
        </pc:spChg>
        <pc:spChg chg="add mod">
          <ac:chgData name="Franco Andrés Chiappe Donoso" userId="952ef6fb-7da9-433b-9cb5-ab1c1c91cce3" providerId="ADAL" clId="{D482683E-DF45-4BA1-B60E-919AB3CEA91E}" dt="2025-10-15T13:54:26.020" v="7930" actId="1035"/>
          <ac:spMkLst>
            <pc:docMk/>
            <pc:sldMk cId="2452694463" sldId="286"/>
            <ac:spMk id="2" creationId="{E179EFD6-49E6-5C14-52C4-200B63EBA030}"/>
          </ac:spMkLst>
        </pc:spChg>
        <pc:spChg chg="add">
          <ac:chgData name="Franco Andrés Chiappe Donoso" userId="952ef6fb-7da9-433b-9cb5-ab1c1c91cce3" providerId="ADAL" clId="{D482683E-DF45-4BA1-B60E-919AB3CEA91E}" dt="2025-10-14T11:56:38.081" v="6375"/>
          <ac:spMkLst>
            <pc:docMk/>
            <pc:sldMk cId="2452694463" sldId="286"/>
            <ac:spMk id="3" creationId="{5090DE00-4B86-D09A-715B-691DA9505EAD}"/>
          </ac:spMkLst>
        </pc:spChg>
        <pc:spChg chg="add mod">
          <ac:chgData name="Franco Andrés Chiappe Donoso" userId="952ef6fb-7da9-433b-9cb5-ab1c1c91cce3" providerId="ADAL" clId="{D482683E-DF45-4BA1-B60E-919AB3CEA91E}" dt="2025-10-15T13:54:41.721" v="7935" actId="1036"/>
          <ac:spMkLst>
            <pc:docMk/>
            <pc:sldMk cId="2452694463" sldId="286"/>
            <ac:spMk id="3" creationId="{8F6CE604-CB28-56E0-DD8D-2DA69AEE9D73}"/>
          </ac:spMkLst>
        </pc:spChg>
        <pc:spChg chg="add mod">
          <ac:chgData name="Franco Andrés Chiappe Donoso" userId="952ef6fb-7da9-433b-9cb5-ab1c1c91cce3" providerId="ADAL" clId="{D482683E-DF45-4BA1-B60E-919AB3CEA91E}" dt="2025-10-15T13:54:26.020" v="7930" actId="1035"/>
          <ac:spMkLst>
            <pc:docMk/>
            <pc:sldMk cId="2452694463" sldId="286"/>
            <ac:spMk id="4" creationId="{AB812CDC-EED5-9A8E-9D1E-69EDF4680544}"/>
          </ac:spMkLst>
        </pc:spChg>
        <pc:spChg chg="add mod">
          <ac:chgData name="Franco Andrés Chiappe Donoso" userId="952ef6fb-7da9-433b-9cb5-ab1c1c91cce3" providerId="ADAL" clId="{D482683E-DF45-4BA1-B60E-919AB3CEA91E}" dt="2025-10-15T13:53:41.765" v="7883"/>
          <ac:spMkLst>
            <pc:docMk/>
            <pc:sldMk cId="2452694463" sldId="286"/>
            <ac:spMk id="5" creationId="{1AB637BA-8DA2-4643-A808-57C8722F42D9}"/>
          </ac:spMkLst>
        </pc:spChg>
        <pc:spChg chg="add del mod">
          <ac:chgData name="Franco Andrés Chiappe Donoso" userId="952ef6fb-7da9-433b-9cb5-ab1c1c91cce3" providerId="ADAL" clId="{D482683E-DF45-4BA1-B60E-919AB3CEA91E}" dt="2025-10-14T11:58:35.945" v="6404" actId="478"/>
          <ac:spMkLst>
            <pc:docMk/>
            <pc:sldMk cId="2452694463" sldId="286"/>
            <ac:spMk id="5" creationId="{5D103A20-5338-4BF5-C387-52642CAB63BE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6" creationId="{E179EFD6-49E6-5C14-52C4-200B63EBA030}"/>
          </ac:spMkLst>
        </pc:spChg>
        <pc:spChg chg="add del mod ord">
          <ac:chgData name="Franco Andrés Chiappe Donoso" userId="952ef6fb-7da9-433b-9cb5-ab1c1c91cce3" providerId="ADAL" clId="{D482683E-DF45-4BA1-B60E-919AB3CEA91E}" dt="2025-10-15T13:57:12.934" v="7946" actId="14100"/>
          <ac:spMkLst>
            <pc:docMk/>
            <pc:sldMk cId="2452694463" sldId="286"/>
            <ac:spMk id="7" creationId="{4E12D0F5-E6D3-9203-4354-2BE04CFD914B}"/>
          </ac:spMkLst>
        </pc:spChg>
        <pc:spChg chg="add mod">
          <ac:chgData name="Franco Andrés Chiappe Donoso" userId="952ef6fb-7da9-433b-9cb5-ab1c1c91cce3" providerId="ADAL" clId="{D482683E-DF45-4BA1-B60E-919AB3CEA91E}" dt="2025-10-15T13:54:41.721" v="7935" actId="1036"/>
          <ac:spMkLst>
            <pc:docMk/>
            <pc:sldMk cId="2452694463" sldId="286"/>
            <ac:spMk id="8" creationId="{85E2981D-006E-E02B-8F8A-E61444194094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9" creationId="{8F6CE604-CB28-56E0-DD8D-2DA69AEE9D73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10" creationId="{AB812CDC-EED5-9A8E-9D1E-69EDF4680544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11" creationId="{1AB637BA-8DA2-4643-A808-57C8722F42D9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12" creationId="{85E2981D-006E-E02B-8F8A-E61444194094}"/>
          </ac:spMkLst>
        </pc:spChg>
        <pc:spChg chg="add mod">
          <ac:chgData name="Franco Andrés Chiappe Donoso" userId="952ef6fb-7da9-433b-9cb5-ab1c1c91cce3" providerId="ADAL" clId="{D482683E-DF45-4BA1-B60E-919AB3CEA91E}" dt="2025-10-15T13:54:41.721" v="7935" actId="1036"/>
          <ac:spMkLst>
            <pc:docMk/>
            <pc:sldMk cId="2452694463" sldId="286"/>
            <ac:spMk id="13" creationId="{DCBB4CEF-D911-1360-66BE-23297AC02828}"/>
          </ac:spMkLst>
        </pc:spChg>
        <pc:spChg chg="add mod">
          <ac:chgData name="Franco Andrés Chiappe Donoso" userId="952ef6fb-7da9-433b-9cb5-ab1c1c91cce3" providerId="ADAL" clId="{D482683E-DF45-4BA1-B60E-919AB3CEA91E}" dt="2025-10-15T13:54:41.721" v="7935" actId="1036"/>
          <ac:spMkLst>
            <pc:docMk/>
            <pc:sldMk cId="2452694463" sldId="286"/>
            <ac:spMk id="14" creationId="{80B86048-52DB-8A70-50F5-4F3487E043FD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15" creationId="{DCBB4CEF-D911-1360-66BE-23297AC02828}"/>
          </ac:spMkLst>
        </pc:spChg>
        <pc:spChg chg="add del mod">
          <ac:chgData name="Franco Andrés Chiappe Donoso" userId="952ef6fb-7da9-433b-9cb5-ab1c1c91cce3" providerId="ADAL" clId="{D482683E-DF45-4BA1-B60E-919AB3CEA91E}" dt="2025-10-15T13:53:40.305" v="7881" actId="21"/>
          <ac:spMkLst>
            <pc:docMk/>
            <pc:sldMk cId="2452694463" sldId="286"/>
            <ac:spMk id="16" creationId="{80B86048-52DB-8A70-50F5-4F3487E043FD}"/>
          </ac:spMkLst>
        </pc:spChg>
        <pc:spChg chg="add mod ord">
          <ac:chgData name="Franco Andrés Chiappe Donoso" userId="952ef6fb-7da9-433b-9cb5-ab1c1c91cce3" providerId="ADAL" clId="{D482683E-DF45-4BA1-B60E-919AB3CEA91E}" dt="2025-10-15T13:57:22.085" v="7947"/>
          <ac:spMkLst>
            <pc:docMk/>
            <pc:sldMk cId="2452694463" sldId="286"/>
            <ac:spMk id="17" creationId="{9E502E99-9827-971C-6B52-D22AF8DC923B}"/>
          </ac:spMkLst>
        </pc:spChg>
        <pc:spChg chg="add mod">
          <ac:chgData name="Franco Andrés Chiappe Donoso" userId="952ef6fb-7da9-433b-9cb5-ab1c1c91cce3" providerId="ADAL" clId="{D482683E-DF45-4BA1-B60E-919AB3CEA91E}" dt="2025-10-14T13:04:37.518" v="6912" actId="1076"/>
          <ac:spMkLst>
            <pc:docMk/>
            <pc:sldMk cId="2452694463" sldId="286"/>
            <ac:spMk id="18" creationId="{C3BD0531-17E0-05B2-E15A-C637BE9F5B01}"/>
          </ac:spMkLst>
        </pc:spChg>
        <pc:spChg chg="add del mod">
          <ac:chgData name="Franco Andrés Chiappe Donoso" userId="952ef6fb-7da9-433b-9cb5-ab1c1c91cce3" providerId="ADAL" clId="{D482683E-DF45-4BA1-B60E-919AB3CEA91E}" dt="2025-10-15T13:57:07.731" v="7944" actId="478"/>
          <ac:spMkLst>
            <pc:docMk/>
            <pc:sldMk cId="2452694463" sldId="286"/>
            <ac:spMk id="19" creationId="{28A2364F-FA56-B573-F36E-4E6870394F6D}"/>
          </ac:spMkLst>
        </pc:spChg>
        <pc:spChg chg="add del">
          <ac:chgData name="Franco Andrés Chiappe Donoso" userId="952ef6fb-7da9-433b-9cb5-ab1c1c91cce3" providerId="ADAL" clId="{D482683E-DF45-4BA1-B60E-919AB3CEA91E}" dt="2025-10-15T13:57:36.390" v="7949" actId="22"/>
          <ac:spMkLst>
            <pc:docMk/>
            <pc:sldMk cId="2452694463" sldId="286"/>
            <ac:spMk id="21" creationId="{DCF0A82F-190C-885B-BC2B-F741A1932305}"/>
          </ac:spMkLst>
        </pc:spChg>
        <pc:spChg chg="add mod">
          <ac:chgData name="Franco Andrés Chiappe Donoso" userId="952ef6fb-7da9-433b-9cb5-ab1c1c91cce3" providerId="ADAL" clId="{D482683E-DF45-4BA1-B60E-919AB3CEA91E}" dt="2025-10-15T13:57:48.241" v="7953"/>
          <ac:spMkLst>
            <pc:docMk/>
            <pc:sldMk cId="2452694463" sldId="286"/>
            <ac:spMk id="22" creationId="{9236A167-AE42-2F2B-A807-873EFC577ED1}"/>
          </ac:spMkLst>
        </pc:spChg>
        <pc:picChg chg="add del">
          <ac:chgData name="Franco Andrés Chiappe Donoso" userId="952ef6fb-7da9-433b-9cb5-ab1c1c91cce3" providerId="ADAL" clId="{D482683E-DF45-4BA1-B60E-919AB3CEA91E}" dt="2025-10-14T13:04:20.723" v="6907" actId="22"/>
          <ac:picMkLst>
            <pc:docMk/>
            <pc:sldMk cId="2452694463" sldId="286"/>
            <ac:picMk id="13" creationId="{59A71C53-94EC-6656-0716-E8EDC9DCB093}"/>
          </ac:picMkLst>
        </pc:picChg>
      </pc:sldChg>
      <pc:sldChg chg="addSp delSp modSp new add del mod">
        <pc:chgData name="Franco Andrés Chiappe Donoso" userId="952ef6fb-7da9-433b-9cb5-ab1c1c91cce3" providerId="ADAL" clId="{D482683E-DF45-4BA1-B60E-919AB3CEA91E}" dt="2025-10-13T21:45:35.994" v="4488" actId="47"/>
        <pc:sldMkLst>
          <pc:docMk/>
          <pc:sldMk cId="3135985680" sldId="287"/>
        </pc:sldMkLst>
      </pc:sldChg>
      <pc:sldChg chg="addSp delSp modSp del mod setBg">
        <pc:chgData name="Franco Andrés Chiappe Donoso" userId="952ef6fb-7da9-433b-9cb5-ab1c1c91cce3" providerId="ADAL" clId="{D482683E-DF45-4BA1-B60E-919AB3CEA91E}" dt="2025-10-14T01:25:10.092" v="6031" actId="47"/>
        <pc:sldMkLst>
          <pc:docMk/>
          <pc:sldMk cId="919914607" sldId="290"/>
        </pc:sldMkLst>
        <pc:spChg chg="mod">
          <ac:chgData name="Franco Andrés Chiappe Donoso" userId="952ef6fb-7da9-433b-9cb5-ab1c1c91cce3" providerId="ADAL" clId="{D482683E-DF45-4BA1-B60E-919AB3CEA91E}" dt="2025-10-14T00:09:13.777" v="5939" actId="255"/>
          <ac:spMkLst>
            <pc:docMk/>
            <pc:sldMk cId="919914607" sldId="290"/>
            <ac:spMk id="2" creationId="{16BDF95D-39B2-29F0-BF9F-52BF4B22466B}"/>
          </ac:spMkLst>
        </pc:spChg>
        <pc:picChg chg="mod">
          <ac:chgData name="Franco Andrés Chiappe Donoso" userId="952ef6fb-7da9-433b-9cb5-ab1c1c91cce3" providerId="ADAL" clId="{D482683E-DF45-4BA1-B60E-919AB3CEA91E}" dt="2025-10-14T01:21:46.309" v="5994" actId="1076"/>
          <ac:picMkLst>
            <pc:docMk/>
            <pc:sldMk cId="919914607" sldId="290"/>
            <ac:picMk id="8" creationId="{40673162-46D7-5429-7B02-D9A4440AEC5E}"/>
          </ac:picMkLst>
        </pc:picChg>
      </pc:sldChg>
      <pc:sldChg chg="addSp delSp modSp del mod">
        <pc:chgData name="Franco Andrés Chiappe Donoso" userId="952ef6fb-7da9-433b-9cb5-ab1c1c91cce3" providerId="ADAL" clId="{D482683E-DF45-4BA1-B60E-919AB3CEA91E}" dt="2025-10-14T01:25:08.297" v="6029" actId="47"/>
        <pc:sldMkLst>
          <pc:docMk/>
          <pc:sldMk cId="3839637957" sldId="291"/>
        </pc:sldMkLst>
        <pc:spChg chg="mod">
          <ac:chgData name="Franco Andrés Chiappe Donoso" userId="952ef6fb-7da9-433b-9cb5-ab1c1c91cce3" providerId="ADAL" clId="{D482683E-DF45-4BA1-B60E-919AB3CEA91E}" dt="2025-10-14T00:09:23.805" v="5941" actId="255"/>
          <ac:spMkLst>
            <pc:docMk/>
            <pc:sldMk cId="3839637957" sldId="291"/>
            <ac:spMk id="2" creationId="{45DF1804-9AC9-D2CC-7F74-1620064F7BCC}"/>
          </ac:spMkLst>
        </pc:spChg>
        <pc:spChg chg="add mod">
          <ac:chgData name="Franco Andrés Chiappe Donoso" userId="952ef6fb-7da9-433b-9cb5-ab1c1c91cce3" providerId="ADAL" clId="{D482683E-DF45-4BA1-B60E-919AB3CEA91E}" dt="2025-10-14T01:21:53.230" v="6000" actId="21"/>
          <ac:spMkLst>
            <pc:docMk/>
            <pc:sldMk cId="3839637957" sldId="291"/>
            <ac:spMk id="6" creationId="{7F698742-1DE4-4A32-88AB-B2F6F655A196}"/>
          </ac:spMkLst>
        </pc:spChg>
        <pc:picChg chg="del mod">
          <ac:chgData name="Franco Andrés Chiappe Donoso" userId="952ef6fb-7da9-433b-9cb5-ab1c1c91cce3" providerId="ADAL" clId="{D482683E-DF45-4BA1-B60E-919AB3CEA91E}" dt="2025-10-14T01:21:53.230" v="6000" actId="21"/>
          <ac:picMkLst>
            <pc:docMk/>
            <pc:sldMk cId="3839637957" sldId="291"/>
            <ac:picMk id="4" creationId="{3694BC21-9FB2-3CFF-877A-5F7A32AD5531}"/>
          </ac:picMkLst>
        </pc:picChg>
      </pc:sldChg>
      <pc:sldChg chg="modSp new del mod">
        <pc:chgData name="Franco Andrés Chiappe Donoso" userId="952ef6fb-7da9-433b-9cb5-ab1c1c91cce3" providerId="ADAL" clId="{D482683E-DF45-4BA1-B60E-919AB3CEA91E}" dt="2025-10-13T16:07:20.233" v="3100" actId="47"/>
        <pc:sldMkLst>
          <pc:docMk/>
          <pc:sldMk cId="3400648697" sldId="292"/>
        </pc:sldMkLst>
      </pc:sldChg>
      <pc:sldChg chg="delSp modSp add del mod">
        <pc:chgData name="Franco Andrés Chiappe Donoso" userId="952ef6fb-7da9-433b-9cb5-ab1c1c91cce3" providerId="ADAL" clId="{D482683E-DF45-4BA1-B60E-919AB3CEA91E}" dt="2025-10-13T21:45:37.303" v="4489" actId="47"/>
        <pc:sldMkLst>
          <pc:docMk/>
          <pc:sldMk cId="1167339915" sldId="293"/>
        </pc:sldMkLst>
      </pc:sldChg>
      <pc:sldChg chg="addSp delSp modSp new del mod setBg addAnim delAnim setClrOvrMap">
        <pc:chgData name="Franco Andrés Chiappe Donoso" userId="952ef6fb-7da9-433b-9cb5-ab1c1c91cce3" providerId="ADAL" clId="{D482683E-DF45-4BA1-B60E-919AB3CEA91E}" dt="2025-10-13T23:19:49.069" v="5488" actId="47"/>
        <pc:sldMkLst>
          <pc:docMk/>
          <pc:sldMk cId="735819228" sldId="294"/>
        </pc:sldMkLst>
      </pc:sldChg>
      <pc:sldChg chg="addSp delSp modSp new add del mod setBg">
        <pc:chgData name="Franco Andrés Chiappe Donoso" userId="952ef6fb-7da9-433b-9cb5-ab1c1c91cce3" providerId="ADAL" clId="{D482683E-DF45-4BA1-B60E-919AB3CEA91E}" dt="2025-10-13T17:16:31.448" v="3719" actId="47"/>
        <pc:sldMkLst>
          <pc:docMk/>
          <pc:sldMk cId="1264358169" sldId="295"/>
        </pc:sldMkLst>
      </pc:sldChg>
      <pc:sldChg chg="new del">
        <pc:chgData name="Franco Andrés Chiappe Donoso" userId="952ef6fb-7da9-433b-9cb5-ab1c1c91cce3" providerId="ADAL" clId="{D482683E-DF45-4BA1-B60E-919AB3CEA91E}" dt="2025-10-13T16:28:06.057" v="3226" actId="47"/>
        <pc:sldMkLst>
          <pc:docMk/>
          <pc:sldMk cId="4208687981" sldId="296"/>
        </pc:sldMkLst>
      </pc:sldChg>
      <pc:sldChg chg="addSp delSp modSp new del mod ord modClrScheme chgLayout">
        <pc:chgData name="Franco Andrés Chiappe Donoso" userId="952ef6fb-7da9-433b-9cb5-ab1c1c91cce3" providerId="ADAL" clId="{D482683E-DF45-4BA1-B60E-919AB3CEA91E}" dt="2025-10-14T00:09:41.149" v="5942" actId="47"/>
        <pc:sldMkLst>
          <pc:docMk/>
          <pc:sldMk cId="4290501219" sldId="296"/>
        </pc:sldMkLst>
        <pc:spChg chg="mod ord">
          <ac:chgData name="Franco Andrés Chiappe Donoso" userId="952ef6fb-7da9-433b-9cb5-ab1c1c91cce3" providerId="ADAL" clId="{D482683E-DF45-4BA1-B60E-919AB3CEA91E}" dt="2025-10-14T00:06:18.498" v="5924"/>
          <ac:spMkLst>
            <pc:docMk/>
            <pc:sldMk cId="4290501219" sldId="296"/>
            <ac:spMk id="2" creationId="{34B10006-E9D6-A65C-D590-DD662C8976B8}"/>
          </ac:spMkLst>
        </pc:spChg>
      </pc:sldChg>
      <pc:sldChg chg="addSp delSp modSp add del mod ord setBg">
        <pc:chgData name="Franco Andrés Chiappe Donoso" userId="952ef6fb-7da9-433b-9cb5-ab1c1c91cce3" providerId="ADAL" clId="{D482683E-DF45-4BA1-B60E-919AB3CEA91E}" dt="2025-10-13T17:28:44.325" v="3807" actId="47"/>
        <pc:sldMkLst>
          <pc:docMk/>
          <pc:sldMk cId="1251653465" sldId="297"/>
        </pc:sldMkLst>
      </pc:sldChg>
      <pc:sldChg chg="addSp delSp modSp add del mod">
        <pc:chgData name="Franco Andrés Chiappe Donoso" userId="952ef6fb-7da9-433b-9cb5-ab1c1c91cce3" providerId="ADAL" clId="{D482683E-DF45-4BA1-B60E-919AB3CEA91E}" dt="2025-10-13T23:33:44.935" v="5669" actId="47"/>
        <pc:sldMkLst>
          <pc:docMk/>
          <pc:sldMk cId="3672307061" sldId="298"/>
        </pc:sldMkLst>
      </pc:sldChg>
      <pc:sldChg chg="addSp delSp modSp new del mod">
        <pc:chgData name="Franco Andrés Chiappe Donoso" userId="952ef6fb-7da9-433b-9cb5-ab1c1c91cce3" providerId="ADAL" clId="{D482683E-DF45-4BA1-B60E-919AB3CEA91E}" dt="2025-10-13T23:14:35.508" v="5486" actId="47"/>
        <pc:sldMkLst>
          <pc:docMk/>
          <pc:sldMk cId="3177830135" sldId="299"/>
        </pc:sldMkLst>
      </pc:sldChg>
      <pc:sldChg chg="addSp delSp modSp add del mod ord setBg addAnim delAnim delDesignElem">
        <pc:chgData name="Franco Andrés Chiappe Donoso" userId="952ef6fb-7da9-433b-9cb5-ab1c1c91cce3" providerId="ADAL" clId="{D482683E-DF45-4BA1-B60E-919AB3CEA91E}" dt="2025-10-14T11:51:56.642" v="6369" actId="47"/>
        <pc:sldMkLst>
          <pc:docMk/>
          <pc:sldMk cId="650179175" sldId="300"/>
        </pc:sldMkLst>
        <pc:spChg chg="mod ord">
          <ac:chgData name="Franco Andrés Chiappe Donoso" userId="952ef6fb-7da9-433b-9cb5-ab1c1c91cce3" providerId="ADAL" clId="{D482683E-DF45-4BA1-B60E-919AB3CEA91E}" dt="2025-10-14T00:02:01.973" v="5875" actId="6549"/>
          <ac:spMkLst>
            <pc:docMk/>
            <pc:sldMk cId="650179175" sldId="300"/>
            <ac:spMk id="3" creationId="{71751109-2581-3079-B518-5EE22B72DF1F}"/>
          </ac:spMkLst>
        </pc:spChg>
        <pc:spChg chg="mod">
          <ac:chgData name="Franco Andrés Chiappe Donoso" userId="952ef6fb-7da9-433b-9cb5-ab1c1c91cce3" providerId="ADAL" clId="{D482683E-DF45-4BA1-B60E-919AB3CEA91E}" dt="2025-10-14T00:01:32.077" v="5740" actId="1076"/>
          <ac:spMkLst>
            <pc:docMk/>
            <pc:sldMk cId="650179175" sldId="300"/>
            <ac:spMk id="6" creationId="{AE2D2501-9AAF-8542-E163-8F177C0752BF}"/>
          </ac:spMkLst>
        </pc:spChg>
        <pc:spChg chg="add del">
          <ac:chgData name="Franco Andrés Chiappe Donoso" userId="952ef6fb-7da9-433b-9cb5-ab1c1c91cce3" providerId="ADAL" clId="{D482683E-DF45-4BA1-B60E-919AB3CEA91E}" dt="2025-10-14T00:06:18.498" v="5924"/>
          <ac:spMkLst>
            <pc:docMk/>
            <pc:sldMk cId="650179175" sldId="300"/>
            <ac:spMk id="8" creationId="{D0AE6E20-272B-4965-A636-4C47C90BBAD6}"/>
          </ac:spMkLst>
        </pc:spChg>
        <pc:spChg chg="add del">
          <ac:chgData name="Franco Andrés Chiappe Donoso" userId="952ef6fb-7da9-433b-9cb5-ab1c1c91cce3" providerId="ADAL" clId="{D482683E-DF45-4BA1-B60E-919AB3CEA91E}" dt="2025-10-14T00:00:53.750" v="5730" actId="26606"/>
          <ac:spMkLst>
            <pc:docMk/>
            <pc:sldMk cId="650179175" sldId="300"/>
            <ac:spMk id="11" creationId="{9742444E-AE89-4E1F-86BD-F5AA761B9E22}"/>
          </ac:spMkLst>
        </pc:spChg>
        <pc:grpChg chg="add del">
          <ac:chgData name="Franco Andrés Chiappe Donoso" userId="952ef6fb-7da9-433b-9cb5-ab1c1c91cce3" providerId="ADAL" clId="{D482683E-DF45-4BA1-B60E-919AB3CEA91E}" dt="2025-10-14T00:00:53.750" v="5730" actId="26606"/>
          <ac:grpSpMkLst>
            <pc:docMk/>
            <pc:sldMk cId="650179175" sldId="300"/>
            <ac:grpSpMk id="13" creationId="{F5B7C1B9-0088-4B59-B314-B6A52F86C266}"/>
          </ac:grpSpMkLst>
        </pc:grpChg>
        <pc:picChg chg="add mod">
          <ac:chgData name="Franco Andrés Chiappe Donoso" userId="952ef6fb-7da9-433b-9cb5-ab1c1c91cce3" providerId="ADAL" clId="{D482683E-DF45-4BA1-B60E-919AB3CEA91E}" dt="2025-10-14T00:04:09.955" v="5911"/>
          <ac:picMkLst>
            <pc:docMk/>
            <pc:sldMk cId="650179175" sldId="300"/>
            <ac:picMk id="2" creationId="{7B0E38BA-E693-9217-54B7-44C239DD312C}"/>
          </ac:picMkLst>
        </pc:picChg>
        <pc:picChg chg="del mod">
          <ac:chgData name="Franco Andrés Chiappe Donoso" userId="952ef6fb-7da9-433b-9cb5-ab1c1c91cce3" providerId="ADAL" clId="{D482683E-DF45-4BA1-B60E-919AB3CEA91E}" dt="2025-10-14T00:04:09.461" v="5910" actId="478"/>
          <ac:picMkLst>
            <pc:docMk/>
            <pc:sldMk cId="650179175" sldId="300"/>
            <ac:picMk id="4" creationId="{7EA0BF03-8341-AFD4-DEC6-279EF82ABCDC}"/>
          </ac:picMkLst>
        </pc:picChg>
      </pc:sldChg>
      <pc:sldChg chg="addSp delSp modSp new mod setBg modCm chgLayout">
        <pc:chgData name="Franco Andrés Chiappe Donoso" userId="952ef6fb-7da9-433b-9cb5-ab1c1c91cce3" providerId="ADAL" clId="{D482683E-DF45-4BA1-B60E-919AB3CEA91E}" dt="2025-10-15T13:28:21.453" v="7348" actId="14100"/>
        <pc:sldMkLst>
          <pc:docMk/>
          <pc:sldMk cId="1435351318" sldId="301"/>
        </pc:sldMkLst>
        <pc:spChg chg="mod ord">
          <ac:chgData name="Franco Andrés Chiappe Donoso" userId="952ef6fb-7da9-433b-9cb5-ab1c1c91cce3" providerId="ADAL" clId="{D482683E-DF45-4BA1-B60E-919AB3CEA91E}" dt="2025-10-15T02:35:18.010" v="7219" actId="26606"/>
          <ac:spMkLst>
            <pc:docMk/>
            <pc:sldMk cId="1435351318" sldId="301"/>
            <ac:spMk id="2" creationId="{5937D349-F3D3-8D07-2B10-26188A94F97B}"/>
          </ac:spMkLst>
        </pc:spChg>
        <pc:spChg chg="add del">
          <ac:chgData name="Franco Andrés Chiappe Donoso" userId="952ef6fb-7da9-433b-9cb5-ab1c1c91cce3" providerId="ADAL" clId="{D482683E-DF45-4BA1-B60E-919AB3CEA91E}" dt="2025-10-15T02:32:20.716" v="7200" actId="21"/>
          <ac:spMkLst>
            <pc:docMk/>
            <pc:sldMk cId="1435351318" sldId="301"/>
            <ac:spMk id="3" creationId="{EF1D857F-C204-25A2-4C1C-095A7EB77902}"/>
          </ac:spMkLst>
        </pc:spChg>
        <pc:spChg chg="add del mod">
          <ac:chgData name="Franco Andrés Chiappe Donoso" userId="952ef6fb-7da9-433b-9cb5-ab1c1c91cce3" providerId="ADAL" clId="{D482683E-DF45-4BA1-B60E-919AB3CEA91E}" dt="2025-10-15T02:32:36.684" v="7204" actId="21"/>
          <ac:spMkLst>
            <pc:docMk/>
            <pc:sldMk cId="1435351318" sldId="301"/>
            <ac:spMk id="4" creationId="{9BE99AD4-E3AD-5BBE-7789-1C5BB04166F5}"/>
          </ac:spMkLst>
        </pc:spChg>
        <pc:spChg chg="add mod ord">
          <ac:chgData name="Franco Andrés Chiappe Donoso" userId="952ef6fb-7da9-433b-9cb5-ab1c1c91cce3" providerId="ADAL" clId="{D482683E-DF45-4BA1-B60E-919AB3CEA91E}" dt="2025-10-15T13:28:21.453" v="7348" actId="14100"/>
          <ac:spMkLst>
            <pc:docMk/>
            <pc:sldMk cId="1435351318" sldId="301"/>
            <ac:spMk id="5" creationId="{78522B85-A7E4-E0EE-121C-E80461A5F572}"/>
          </ac:spMkLst>
        </pc:spChg>
        <pc:spChg chg="add">
          <ac:chgData name="Franco Andrés Chiappe Donoso" userId="952ef6fb-7da9-433b-9cb5-ab1c1c91cce3" providerId="ADAL" clId="{D482683E-DF45-4BA1-B60E-919AB3CEA91E}" dt="2025-10-15T02:32:42.027" v="7205"/>
          <ac:spMkLst>
            <pc:docMk/>
            <pc:sldMk cId="1435351318" sldId="301"/>
            <ac:spMk id="6" creationId="{BDD4370D-6BCD-E267-AD81-980DCE214F19}"/>
          </ac:spMkLst>
        </pc:spChg>
        <pc:spChg chg="add">
          <ac:chgData name="Franco Andrés Chiappe Donoso" userId="952ef6fb-7da9-433b-9cb5-ab1c1c91cce3" providerId="ADAL" clId="{D482683E-DF45-4BA1-B60E-919AB3CEA91E}" dt="2025-10-15T02:39:54.516" v="7246"/>
          <ac:spMkLst>
            <pc:docMk/>
            <pc:sldMk cId="1435351318" sldId="301"/>
            <ac:spMk id="9" creationId="{FB9F913A-5467-0C7E-D90F-12F0FDB32809}"/>
          </ac:spMkLst>
        </pc:spChg>
        <pc:spChg chg="add del">
          <ac:chgData name="Franco Andrés Chiappe Donoso" userId="952ef6fb-7da9-433b-9cb5-ab1c1c91cce3" providerId="ADAL" clId="{D482683E-DF45-4BA1-B60E-919AB3CEA91E}" dt="2025-10-15T02:35:18.010" v="7219" actId="26606"/>
          <ac:spMkLst>
            <pc:docMk/>
            <pc:sldMk cId="1435351318" sldId="301"/>
            <ac:spMk id="10" creationId="{90137588-E70B-486E-AFA8-21B0111C4698}"/>
          </ac:spMkLst>
        </pc:spChg>
        <pc:spChg chg="add del">
          <ac:chgData name="Franco Andrés Chiappe Donoso" userId="952ef6fb-7da9-433b-9cb5-ab1c1c91cce3" providerId="ADAL" clId="{D482683E-DF45-4BA1-B60E-919AB3CEA91E}" dt="2025-10-15T02:34:54.536" v="7217" actId="26606"/>
          <ac:spMkLst>
            <pc:docMk/>
            <pc:sldMk cId="1435351318" sldId="301"/>
            <ac:spMk id="13" creationId="{3CED7894-4F62-4A6C-8DB5-DB5BE08E9C03}"/>
          </ac:spMkLst>
        </pc:spChg>
        <pc:spChg chg="add del">
          <ac:chgData name="Franco Andrés Chiappe Donoso" userId="952ef6fb-7da9-433b-9cb5-ab1c1c91cce3" providerId="ADAL" clId="{D482683E-DF45-4BA1-B60E-919AB3CEA91E}" dt="2025-10-15T02:34:54.536" v="7217" actId="26606"/>
          <ac:spMkLst>
            <pc:docMk/>
            <pc:sldMk cId="1435351318" sldId="301"/>
            <ac:spMk id="15" creationId="{E536F3B4-50F6-4C52-8F76-4EB1214719DC}"/>
          </ac:spMkLst>
        </pc:spChg>
        <pc:picChg chg="add mod ord modCrop">
          <ac:chgData name="Franco Andrés Chiappe Donoso" userId="952ef6fb-7da9-433b-9cb5-ab1c1c91cce3" providerId="ADAL" clId="{D482683E-DF45-4BA1-B60E-919AB3CEA91E}" dt="2025-10-15T13:27:41.302" v="7341" actId="1076"/>
          <ac:picMkLst>
            <pc:docMk/>
            <pc:sldMk cId="1435351318" sldId="301"/>
            <ac:picMk id="8" creationId="{99B7BCD6-B929-AD11-51D2-5277878FD87B}"/>
          </ac:picMkLst>
        </pc:picChg>
        <pc:picChg chg="add mod">
          <ac:chgData name="Franco Andrés Chiappe Donoso" userId="952ef6fb-7da9-433b-9cb5-ab1c1c91cce3" providerId="ADAL" clId="{D482683E-DF45-4BA1-B60E-919AB3CEA91E}" dt="2025-10-15T13:27:52.714" v="7345" actId="1076"/>
          <ac:picMkLst>
            <pc:docMk/>
            <pc:sldMk cId="1435351318" sldId="301"/>
            <ac:picMk id="5130" creationId="{5D19D530-39CF-4A95-16AE-D7441DF086D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ranco Andrés Chiappe Donoso" userId="952ef6fb-7da9-433b-9cb5-ab1c1c91cce3" providerId="ADAL" clId="{D482683E-DF45-4BA1-B60E-919AB3CEA91E}" dt="2025-10-15T02:36:26.375" v="7241" actId="20577"/>
              <pc2:cmMkLst xmlns:pc2="http://schemas.microsoft.com/office/powerpoint/2019/9/main/command">
                <pc:docMk/>
                <pc:sldMk cId="1435351318" sldId="301"/>
                <pc2:cmMk id="{973E605F-4F95-43DB-9723-CF12F3697A57}"/>
              </pc2:cmMkLst>
            </pc226:cmChg>
          </p:ext>
        </pc:extLst>
      </pc:sldChg>
      <pc:sldChg chg="addSp delSp modSp add mod ord setBg modAnim setClrOvrMap">
        <pc:chgData name="Franco Andrés Chiappe Donoso" userId="952ef6fb-7da9-433b-9cb5-ab1c1c91cce3" providerId="ADAL" clId="{D482683E-DF45-4BA1-B60E-919AB3CEA91E}" dt="2025-10-15T13:27:28.731" v="7340" actId="1582"/>
        <pc:sldMkLst>
          <pc:docMk/>
          <pc:sldMk cId="1503279884" sldId="302"/>
        </pc:sldMkLst>
        <pc:spChg chg="mod">
          <ac:chgData name="Franco Andrés Chiappe Donoso" userId="952ef6fb-7da9-433b-9cb5-ab1c1c91cce3" providerId="ADAL" clId="{D482683E-DF45-4BA1-B60E-919AB3CEA91E}" dt="2025-10-14T12:35:18.474" v="6889" actId="26606"/>
          <ac:spMkLst>
            <pc:docMk/>
            <pc:sldMk cId="1503279884" sldId="302"/>
            <ac:spMk id="2" creationId="{CC6B04BF-FBB0-590D-5E8D-127AECABBD92}"/>
          </ac:spMkLst>
        </pc:spChg>
        <pc:spChg chg="add">
          <ac:chgData name="Franco Andrés Chiappe Donoso" userId="952ef6fb-7da9-433b-9cb5-ab1c1c91cce3" providerId="ADAL" clId="{D482683E-DF45-4BA1-B60E-919AB3CEA91E}" dt="2025-10-14T12:34:44.613" v="6881"/>
          <ac:spMkLst>
            <pc:docMk/>
            <pc:sldMk cId="1503279884" sldId="302"/>
            <ac:spMk id="3" creationId="{83AE7620-D223-EDD1-B48D-599F9FDDBDF8}"/>
          </ac:spMkLst>
        </pc:spChg>
        <pc:spChg chg="add del mod">
          <ac:chgData name="Franco Andrés Chiappe Donoso" userId="952ef6fb-7da9-433b-9cb5-ab1c1c91cce3" providerId="ADAL" clId="{D482683E-DF45-4BA1-B60E-919AB3CEA91E}" dt="2025-10-15T13:27:28.731" v="7340" actId="1582"/>
          <ac:spMkLst>
            <pc:docMk/>
            <pc:sldMk cId="1503279884" sldId="302"/>
            <ac:spMk id="5" creationId="{35A23D5A-DE76-E82E-39D7-F04EC43E704F}"/>
          </ac:spMkLst>
        </pc:spChg>
        <pc:spChg chg="add mod">
          <ac:chgData name="Franco Andrés Chiappe Donoso" userId="952ef6fb-7da9-433b-9cb5-ab1c1c91cce3" providerId="ADAL" clId="{D482683E-DF45-4BA1-B60E-919AB3CEA91E}" dt="2025-10-15T02:31:40.149" v="7197" actId="1076"/>
          <ac:spMkLst>
            <pc:docMk/>
            <pc:sldMk cId="1503279884" sldId="302"/>
            <ac:spMk id="6" creationId="{71FDD230-9297-89A9-1083-C732A196E681}"/>
          </ac:spMkLst>
        </pc:spChg>
        <pc:spChg chg="add del mod">
          <ac:chgData name="Franco Andrés Chiappe Donoso" userId="952ef6fb-7da9-433b-9cb5-ab1c1c91cce3" providerId="ADAL" clId="{D482683E-DF45-4BA1-B60E-919AB3CEA91E}" dt="2025-10-15T02:24:17.424" v="7177" actId="478"/>
          <ac:spMkLst>
            <pc:docMk/>
            <pc:sldMk cId="1503279884" sldId="302"/>
            <ac:spMk id="8" creationId="{58F6DAED-C911-6F5A-5F95-4688DF379859}"/>
          </ac:spMkLst>
        </pc:spChg>
        <pc:spChg chg="add del mod">
          <ac:chgData name="Franco Andrés Chiappe Donoso" userId="952ef6fb-7da9-433b-9cb5-ab1c1c91cce3" providerId="ADAL" clId="{D482683E-DF45-4BA1-B60E-919AB3CEA91E}" dt="2025-10-15T02:21:54.773" v="7141" actId="478"/>
          <ac:spMkLst>
            <pc:docMk/>
            <pc:sldMk cId="1503279884" sldId="302"/>
            <ac:spMk id="9" creationId="{578BF37E-FB47-4CC0-91B0-6B3F49369579}"/>
          </ac:spMkLst>
        </pc:spChg>
        <pc:spChg chg="add mod">
          <ac:chgData name="Franco Andrés Chiappe Donoso" userId="952ef6fb-7da9-433b-9cb5-ab1c1c91cce3" providerId="ADAL" clId="{D482683E-DF45-4BA1-B60E-919AB3CEA91E}" dt="2025-10-15T02:21:14.250" v="7100"/>
          <ac:spMkLst>
            <pc:docMk/>
            <pc:sldMk cId="1503279884" sldId="302"/>
            <ac:spMk id="10" creationId="{DC17FCD0-AB0E-8245-D37C-A75E0B104B4A}"/>
          </ac:spMkLst>
        </pc:spChg>
        <pc:spChg chg="add del">
          <ac:chgData name="Franco Andrés Chiappe Donoso" userId="952ef6fb-7da9-433b-9cb5-ab1c1c91cce3" providerId="ADAL" clId="{D482683E-DF45-4BA1-B60E-919AB3CEA91E}" dt="2025-10-14T12:35:18.474" v="6889" actId="26606"/>
          <ac:spMkLst>
            <pc:docMk/>
            <pc:sldMk cId="1503279884" sldId="302"/>
            <ac:spMk id="11" creationId="{75F28DDD-9641-43BA-944D-79B0687051F1}"/>
          </ac:spMkLst>
        </pc:spChg>
        <pc:spChg chg="add del">
          <ac:chgData name="Franco Andrés Chiappe Donoso" userId="952ef6fb-7da9-433b-9cb5-ab1c1c91cce3" providerId="ADAL" clId="{D482683E-DF45-4BA1-B60E-919AB3CEA91E}" dt="2025-10-14T12:35:18.474" v="6889" actId="26606"/>
          <ac:spMkLst>
            <pc:docMk/>
            <pc:sldMk cId="1503279884" sldId="302"/>
            <ac:spMk id="13" creationId="{32AA2954-062E-4B72-A97B-0B066FB156D8}"/>
          </ac:spMkLst>
        </pc:spChg>
        <pc:spChg chg="add mod">
          <ac:chgData name="Franco Andrés Chiappe Donoso" userId="952ef6fb-7da9-433b-9cb5-ab1c1c91cce3" providerId="ADAL" clId="{D482683E-DF45-4BA1-B60E-919AB3CEA91E}" dt="2025-10-15T13:01:02.750" v="7324" actId="313"/>
          <ac:spMkLst>
            <pc:docMk/>
            <pc:sldMk cId="1503279884" sldId="302"/>
            <ac:spMk id="14" creationId="{BC983D99-4283-F165-8C2F-213CE62D3D4F}"/>
          </ac:spMkLst>
        </pc:spChg>
        <pc:spChg chg="add del">
          <ac:chgData name="Franco Andrés Chiappe Donoso" userId="952ef6fb-7da9-433b-9cb5-ab1c1c91cce3" providerId="ADAL" clId="{D482683E-DF45-4BA1-B60E-919AB3CEA91E}" dt="2025-10-14T12:35:18.474" v="6889" actId="26606"/>
          <ac:spMkLst>
            <pc:docMk/>
            <pc:sldMk cId="1503279884" sldId="302"/>
            <ac:spMk id="15" creationId="{10CA29A6-E0B1-40CD-ADF7-7B8E932A3222}"/>
          </ac:spMkLst>
        </pc:spChg>
        <pc:spChg chg="add del mod">
          <ac:chgData name="Franco Andrés Chiappe Donoso" userId="952ef6fb-7da9-433b-9cb5-ab1c1c91cce3" providerId="ADAL" clId="{D482683E-DF45-4BA1-B60E-919AB3CEA91E}" dt="2025-10-15T02:21:56.525" v="7142" actId="478"/>
          <ac:spMkLst>
            <pc:docMk/>
            <pc:sldMk cId="1503279884" sldId="302"/>
            <ac:spMk id="16" creationId="{4CFFF29B-9E15-C44E-5865-4C2B8CE464AC}"/>
          </ac:spMkLst>
        </pc:spChg>
        <pc:spChg chg="add del">
          <ac:chgData name="Franco Andrés Chiappe Donoso" userId="952ef6fb-7da9-433b-9cb5-ab1c1c91cce3" providerId="ADAL" clId="{D482683E-DF45-4BA1-B60E-919AB3CEA91E}" dt="2025-10-14T12:35:18.474" v="6889" actId="26606"/>
          <ac:spMkLst>
            <pc:docMk/>
            <pc:sldMk cId="1503279884" sldId="302"/>
            <ac:spMk id="17" creationId="{8DD5F866-AD72-475A-B6C6-54E4577D4AAC}"/>
          </ac:spMkLst>
        </pc:spChg>
        <pc:spChg chg="add del">
          <ac:chgData name="Franco Andrés Chiappe Donoso" userId="952ef6fb-7da9-433b-9cb5-ab1c1c91cce3" providerId="ADAL" clId="{D482683E-DF45-4BA1-B60E-919AB3CEA91E}" dt="2025-10-14T12:35:18.474" v="6889" actId="26606"/>
          <ac:spMkLst>
            <pc:docMk/>
            <pc:sldMk cId="1503279884" sldId="302"/>
            <ac:spMk id="19" creationId="{C02BAD4C-6EA9-4F10-92D4-A1C8C53DAEE4}"/>
          </ac:spMkLst>
        </pc:spChg>
        <pc:spChg chg="add mod">
          <ac:chgData name="Franco Andrés Chiappe Donoso" userId="952ef6fb-7da9-433b-9cb5-ab1c1c91cce3" providerId="ADAL" clId="{D482683E-DF45-4BA1-B60E-919AB3CEA91E}" dt="2025-10-15T02:21:39.555" v="7137"/>
          <ac:spMkLst>
            <pc:docMk/>
            <pc:sldMk cId="1503279884" sldId="302"/>
            <ac:spMk id="20" creationId="{0166AAB4-6012-3A75-DCEB-0D6ED14CC687}"/>
          </ac:spMkLst>
        </pc:spChg>
        <pc:spChg chg="add mod">
          <ac:chgData name="Franco Andrés Chiappe Donoso" userId="952ef6fb-7da9-433b-9cb5-ab1c1c91cce3" providerId="ADAL" clId="{D482683E-DF45-4BA1-B60E-919AB3CEA91E}" dt="2025-10-15T02:21:39.555" v="7137"/>
          <ac:spMkLst>
            <pc:docMk/>
            <pc:sldMk cId="1503279884" sldId="302"/>
            <ac:spMk id="21" creationId="{9CE1A153-78C7-61B3-597F-97132F8DDB51}"/>
          </ac:spMkLst>
        </pc:spChg>
        <pc:spChg chg="add mod">
          <ac:chgData name="Franco Andrés Chiappe Donoso" userId="952ef6fb-7da9-433b-9cb5-ab1c1c91cce3" providerId="ADAL" clId="{D482683E-DF45-4BA1-B60E-919AB3CEA91E}" dt="2025-10-15T02:22:33.670" v="7151" actId="21"/>
          <ac:spMkLst>
            <pc:docMk/>
            <pc:sldMk cId="1503279884" sldId="302"/>
            <ac:spMk id="22" creationId="{BC2C2A1B-94A3-0BCA-7B4F-8EBE511A05C9}"/>
          </ac:spMkLst>
        </pc:spChg>
        <pc:spChg chg="add del mod">
          <ac:chgData name="Franco Andrés Chiappe Donoso" userId="952ef6fb-7da9-433b-9cb5-ab1c1c91cce3" providerId="ADAL" clId="{D482683E-DF45-4BA1-B60E-919AB3CEA91E}" dt="2025-10-15T02:22:59.090" v="7159" actId="478"/>
          <ac:spMkLst>
            <pc:docMk/>
            <pc:sldMk cId="1503279884" sldId="302"/>
            <ac:spMk id="23" creationId="{35A23D5A-DE76-E82E-39D7-F04EC43E704F}"/>
          </ac:spMkLst>
        </pc:spChg>
        <pc:spChg chg="add del mod">
          <ac:chgData name="Franco Andrés Chiappe Donoso" userId="952ef6fb-7da9-433b-9cb5-ab1c1c91cce3" providerId="ADAL" clId="{D482683E-DF45-4BA1-B60E-919AB3CEA91E}" dt="2025-10-15T02:24:25.347" v="7180" actId="478"/>
          <ac:spMkLst>
            <pc:docMk/>
            <pc:sldMk cId="1503279884" sldId="302"/>
            <ac:spMk id="28" creationId="{FF04DCA5-2E35-A0CA-C401-988D386660D7}"/>
          </ac:spMkLst>
        </pc:spChg>
        <pc:spChg chg="add mod">
          <ac:chgData name="Franco Andrés Chiappe Donoso" userId="952ef6fb-7da9-433b-9cb5-ab1c1c91cce3" providerId="ADAL" clId="{D482683E-DF45-4BA1-B60E-919AB3CEA91E}" dt="2025-10-15T02:31:40.149" v="7197" actId="1076"/>
          <ac:spMkLst>
            <pc:docMk/>
            <pc:sldMk cId="1503279884" sldId="302"/>
            <ac:spMk id="29" creationId="{371F8149-79BD-D771-985A-1C532C8912FD}"/>
          </ac:spMkLst>
        </pc:spChg>
        <pc:graphicFrameChg chg="add del">
          <ac:chgData name="Franco Andrés Chiappe Donoso" userId="952ef6fb-7da9-433b-9cb5-ab1c1c91cce3" providerId="ADAL" clId="{D482683E-DF45-4BA1-B60E-919AB3CEA91E}" dt="2025-10-14T12:35:18.474" v="6889" actId="26606"/>
          <ac:graphicFrameMkLst>
            <pc:docMk/>
            <pc:sldMk cId="1503279884" sldId="302"/>
            <ac:graphicFrameMk id="7" creationId="{B9D5287E-8728-E916-647E-729E28C5D283}"/>
          </ac:graphicFrameMkLst>
        </pc:graphicFrameChg>
        <pc:picChg chg="add del mod">
          <ac:chgData name="Franco Andrés Chiappe Donoso" userId="952ef6fb-7da9-433b-9cb5-ab1c1c91cce3" providerId="ADAL" clId="{D482683E-DF45-4BA1-B60E-919AB3CEA91E}" dt="2025-10-15T02:21:39.060" v="7136" actId="478"/>
          <ac:picMkLst>
            <pc:docMk/>
            <pc:sldMk cId="1503279884" sldId="302"/>
            <ac:picMk id="12" creationId="{0A4729AB-2CBA-4569-02D5-70119AD7265D}"/>
          </ac:picMkLst>
        </pc:picChg>
        <pc:picChg chg="add mod">
          <ac:chgData name="Franco Andrés Chiappe Donoso" userId="952ef6fb-7da9-433b-9cb5-ab1c1c91cce3" providerId="ADAL" clId="{D482683E-DF45-4BA1-B60E-919AB3CEA91E}" dt="2025-10-15T02:21:39.555" v="7137"/>
          <ac:picMkLst>
            <pc:docMk/>
            <pc:sldMk cId="1503279884" sldId="302"/>
            <ac:picMk id="18" creationId="{7BF235EF-2387-F0C1-4594-E97C0FADEAC2}"/>
          </ac:picMkLst>
        </pc:picChg>
        <pc:picChg chg="add del mod">
          <ac:chgData name="Franco Andrés Chiappe Donoso" userId="952ef6fb-7da9-433b-9cb5-ab1c1c91cce3" providerId="ADAL" clId="{D482683E-DF45-4BA1-B60E-919AB3CEA91E}" dt="2025-10-15T02:22:49.966" v="7158" actId="21"/>
          <ac:picMkLst>
            <pc:docMk/>
            <pc:sldMk cId="1503279884" sldId="302"/>
            <ac:picMk id="24" creationId="{1DDD4C1F-D94C-98C2-F569-3C7D58949398}"/>
          </ac:picMkLst>
        </pc:picChg>
        <pc:picChg chg="add mod">
          <ac:chgData name="Franco Andrés Chiappe Donoso" userId="952ef6fb-7da9-433b-9cb5-ab1c1c91cce3" providerId="ADAL" clId="{D482683E-DF45-4BA1-B60E-919AB3CEA91E}" dt="2025-10-15T02:31:40.149" v="7197" actId="1076"/>
          <ac:picMkLst>
            <pc:docMk/>
            <pc:sldMk cId="1503279884" sldId="302"/>
            <ac:picMk id="25" creationId="{1DDD4C1F-D94C-98C2-F569-3C7D58949398}"/>
          </ac:picMkLst>
        </pc:picChg>
        <pc:picChg chg="add mod">
          <ac:chgData name="Franco Andrés Chiappe Donoso" userId="952ef6fb-7da9-433b-9cb5-ab1c1c91cce3" providerId="ADAL" clId="{D482683E-DF45-4BA1-B60E-919AB3CEA91E}" dt="2025-10-15T02:23:59.583" v="7174"/>
          <ac:picMkLst>
            <pc:docMk/>
            <pc:sldMk cId="1503279884" sldId="302"/>
            <ac:picMk id="26" creationId="{35B2EA00-D6F2-2551-2018-F68F7A28C2D9}"/>
          </ac:picMkLst>
        </pc:picChg>
        <pc:picChg chg="add mod">
          <ac:chgData name="Franco Andrés Chiappe Donoso" userId="952ef6fb-7da9-433b-9cb5-ab1c1c91cce3" providerId="ADAL" clId="{D482683E-DF45-4BA1-B60E-919AB3CEA91E}" dt="2025-10-15T13:00:56.367" v="7323" actId="1076"/>
          <ac:picMkLst>
            <pc:docMk/>
            <pc:sldMk cId="1503279884" sldId="302"/>
            <ac:picMk id="1026" creationId="{0A825D96-E9C1-CEF6-FFDD-F0ACF50DEE83}"/>
          </ac:picMkLst>
        </pc:picChg>
        <pc:picChg chg="add del mod">
          <ac:chgData name="Franco Andrés Chiappe Donoso" userId="952ef6fb-7da9-433b-9cb5-ab1c1c91cce3" providerId="ADAL" clId="{D482683E-DF45-4BA1-B60E-919AB3CEA91E}" dt="2025-10-14T12:35:10.409" v="6887" actId="478"/>
          <ac:picMkLst>
            <pc:docMk/>
            <pc:sldMk cId="1503279884" sldId="302"/>
            <ac:picMk id="2052" creationId="{E32BE5D9-7D74-FEF8-866A-B998B87CEA6B}"/>
          </ac:picMkLst>
        </pc:picChg>
        <pc:picChg chg="add del mod">
          <ac:chgData name="Franco Andrés Chiappe Donoso" userId="952ef6fb-7da9-433b-9cb5-ab1c1c91cce3" providerId="ADAL" clId="{D482683E-DF45-4BA1-B60E-919AB3CEA91E}" dt="2025-10-15T13:00:43.130" v="7319" actId="478"/>
          <ac:picMkLst>
            <pc:docMk/>
            <pc:sldMk cId="1503279884" sldId="302"/>
            <ac:picMk id="2054" creationId="{45A07921-2A8F-0BEC-99B3-3F9FCB0BBD2F}"/>
          </ac:picMkLst>
        </pc:picChg>
        <pc:picChg chg="add del mod">
          <ac:chgData name="Franco Andrés Chiappe Donoso" userId="952ef6fb-7da9-433b-9cb5-ab1c1c91cce3" providerId="ADAL" clId="{D482683E-DF45-4BA1-B60E-919AB3CEA91E}" dt="2025-10-15T02:22:16.647" v="7147" actId="478"/>
          <ac:picMkLst>
            <pc:docMk/>
            <pc:sldMk cId="1503279884" sldId="302"/>
            <ac:picMk id="2056" creationId="{7D32C9D8-1504-D922-8225-1B5E5678C382}"/>
          </ac:picMkLst>
        </pc:picChg>
        <pc:picChg chg="add del mod">
          <ac:chgData name="Franco Andrés Chiappe Donoso" userId="952ef6fb-7da9-433b-9cb5-ab1c1c91cce3" providerId="ADAL" clId="{D482683E-DF45-4BA1-B60E-919AB3CEA91E}" dt="2025-10-15T02:22:35.322" v="7154" actId="14100"/>
          <ac:picMkLst>
            <pc:docMk/>
            <pc:sldMk cId="1503279884" sldId="302"/>
            <ac:picMk id="2058" creationId="{1DDD4C1F-D94C-98C2-F569-3C7D58949398}"/>
          </ac:picMkLst>
        </pc:picChg>
      </pc:sldChg>
      <pc:sldChg chg="addSp delSp modSp add del mod">
        <pc:chgData name="Franco Andrés Chiappe Donoso" userId="952ef6fb-7da9-433b-9cb5-ab1c1c91cce3" providerId="ADAL" clId="{D482683E-DF45-4BA1-B60E-919AB3CEA91E}" dt="2025-10-14T00:15:19.641" v="5966" actId="47"/>
        <pc:sldMkLst>
          <pc:docMk/>
          <pc:sldMk cId="3963436044" sldId="303"/>
        </pc:sldMkLst>
        <pc:spChg chg="mod">
          <ac:chgData name="Franco Andrés Chiappe Donoso" userId="952ef6fb-7da9-433b-9cb5-ab1c1c91cce3" providerId="ADAL" clId="{D482683E-DF45-4BA1-B60E-919AB3CEA91E}" dt="2025-10-14T00:06:18.498" v="5924"/>
          <ac:spMkLst>
            <pc:docMk/>
            <pc:sldMk cId="3963436044" sldId="303"/>
            <ac:spMk id="2" creationId="{A14B5DB7-5CDD-EDFB-DE0F-618305278751}"/>
          </ac:spMkLst>
        </pc:spChg>
        <pc:spChg chg="mod">
          <ac:chgData name="Franco Andrés Chiappe Donoso" userId="952ef6fb-7da9-433b-9cb5-ab1c1c91cce3" providerId="ADAL" clId="{D482683E-DF45-4BA1-B60E-919AB3CEA91E}" dt="2025-10-14T00:12:44.460" v="5963" actId="1076"/>
          <ac:spMkLst>
            <pc:docMk/>
            <pc:sldMk cId="3963436044" sldId="303"/>
            <ac:spMk id="3" creationId="{BBC5B859-A5BC-920B-F1F8-14F3937E31DE}"/>
          </ac:spMkLst>
        </pc:spChg>
      </pc:sldChg>
      <pc:sldChg chg="delSp add del setBg delDesignElem">
        <pc:chgData name="Franco Andrés Chiappe Donoso" userId="952ef6fb-7da9-433b-9cb5-ab1c1c91cce3" providerId="ADAL" clId="{D482683E-DF45-4BA1-B60E-919AB3CEA91E}" dt="2025-10-14T00:03:37.047" v="5901" actId="47"/>
        <pc:sldMkLst>
          <pc:docMk/>
          <pc:sldMk cId="3231120594" sldId="304"/>
        </pc:sldMkLst>
        <pc:spChg chg="del">
          <ac:chgData name="Franco Andrés Chiappe Donoso" userId="952ef6fb-7da9-433b-9cb5-ab1c1c91cce3" providerId="ADAL" clId="{D482683E-DF45-4BA1-B60E-919AB3CEA91E}" dt="2025-10-14T00:02:18.760" v="5879"/>
          <ac:spMkLst>
            <pc:docMk/>
            <pc:sldMk cId="3231120594" sldId="304"/>
            <ac:spMk id="8" creationId="{445AB057-A2EF-2404-59F3-A599BCB8331F}"/>
          </ac:spMkLst>
        </pc:spChg>
      </pc:sldChg>
      <pc:sldChg chg="addSp delSp modSp add mod setBg delDesignElem">
        <pc:chgData name="Franco Andrés Chiappe Donoso" userId="952ef6fb-7da9-433b-9cb5-ab1c1c91cce3" providerId="ADAL" clId="{D482683E-DF45-4BA1-B60E-919AB3CEA91E}" dt="2025-10-15T02:42:28.026" v="7259" actId="1036"/>
        <pc:sldMkLst>
          <pc:docMk/>
          <pc:sldMk cId="817429082" sldId="305"/>
        </pc:sldMkLst>
        <pc:spChg chg="mod">
          <ac:chgData name="Franco Andrés Chiappe Donoso" userId="952ef6fb-7da9-433b-9cb5-ab1c1c91cce3" providerId="ADAL" clId="{D482683E-DF45-4BA1-B60E-919AB3CEA91E}" dt="2025-10-15T02:42:28.026" v="7259" actId="1036"/>
          <ac:spMkLst>
            <pc:docMk/>
            <pc:sldMk cId="817429082" sldId="305"/>
            <ac:spMk id="3" creationId="{117BF3F8-6A2D-6314-A70D-F0D60EAD9D21}"/>
          </ac:spMkLst>
        </pc:spChg>
        <pc:spChg chg="mod">
          <ac:chgData name="Franco Andrés Chiappe Donoso" userId="952ef6fb-7da9-433b-9cb5-ab1c1c91cce3" providerId="ADAL" clId="{D482683E-DF45-4BA1-B60E-919AB3CEA91E}" dt="2025-10-14T11:50:19.028" v="6283" actId="122"/>
          <ac:spMkLst>
            <pc:docMk/>
            <pc:sldMk cId="817429082" sldId="305"/>
            <ac:spMk id="6" creationId="{AF454EC2-1493-F15B-2A88-D5B0AA9844BC}"/>
          </ac:spMkLst>
        </pc:spChg>
        <pc:spChg chg="del">
          <ac:chgData name="Franco Andrés Chiappe Donoso" userId="952ef6fb-7da9-433b-9cb5-ab1c1c91cce3" providerId="ADAL" clId="{D482683E-DF45-4BA1-B60E-919AB3CEA91E}" dt="2025-10-14T00:02:33.113" v="5883"/>
          <ac:spMkLst>
            <pc:docMk/>
            <pc:sldMk cId="817429082" sldId="305"/>
            <ac:spMk id="8" creationId="{B1F504FB-0EB3-2840-7D7F-81F4AC82D94B}"/>
          </ac:spMkLst>
        </pc:spChg>
        <pc:spChg chg="add del">
          <ac:chgData name="Franco Andrés Chiappe Donoso" userId="952ef6fb-7da9-433b-9cb5-ab1c1c91cce3" providerId="ADAL" clId="{D482683E-DF45-4BA1-B60E-919AB3CEA91E}" dt="2025-10-14T00:06:18.498" v="5924"/>
          <ac:spMkLst>
            <pc:docMk/>
            <pc:sldMk cId="817429082" sldId="305"/>
            <ac:spMk id="11" creationId="{D0AE6E20-272B-4965-A636-4C47C90BBAD6}"/>
          </ac:spMkLst>
        </pc:spChg>
        <pc:picChg chg="add mod">
          <ac:chgData name="Franco Andrés Chiappe Donoso" userId="952ef6fb-7da9-433b-9cb5-ab1c1c91cce3" providerId="ADAL" clId="{D482683E-DF45-4BA1-B60E-919AB3CEA91E}" dt="2025-10-14T00:04:15.826" v="5912"/>
          <ac:picMkLst>
            <pc:docMk/>
            <pc:sldMk cId="817429082" sldId="305"/>
            <ac:picMk id="2" creationId="{52238C76-54F7-44F0-A407-24432A21F78B}"/>
          </ac:picMkLst>
        </pc:picChg>
        <pc:picChg chg="del mod">
          <ac:chgData name="Franco Andrés Chiappe Donoso" userId="952ef6fb-7da9-433b-9cb5-ab1c1c91cce3" providerId="ADAL" clId="{D482683E-DF45-4BA1-B60E-919AB3CEA91E}" dt="2025-10-14T00:04:06.600" v="5909" actId="21"/>
          <ac:picMkLst>
            <pc:docMk/>
            <pc:sldMk cId="817429082" sldId="305"/>
            <ac:picMk id="4" creationId="{7B0E38BA-E693-9217-54B7-44C239DD312C}"/>
          </ac:picMkLst>
        </pc:picChg>
      </pc:sldChg>
      <pc:sldChg chg="addSp delSp add del setBg delDesignElem">
        <pc:chgData name="Franco Andrés Chiappe Donoso" userId="952ef6fb-7da9-433b-9cb5-ab1c1c91cce3" providerId="ADAL" clId="{D482683E-DF45-4BA1-B60E-919AB3CEA91E}" dt="2025-10-14T00:04:03.027" v="5908"/>
        <pc:sldMkLst>
          <pc:docMk/>
          <pc:sldMk cId="2024972781" sldId="306"/>
        </pc:sldMkLst>
        <pc:spChg chg="add del">
          <ac:chgData name="Franco Andrés Chiappe Donoso" userId="952ef6fb-7da9-433b-9cb5-ab1c1c91cce3" providerId="ADAL" clId="{D482683E-DF45-4BA1-B60E-919AB3CEA91E}" dt="2025-10-14T00:04:03.027" v="5908"/>
          <ac:spMkLst>
            <pc:docMk/>
            <pc:sldMk cId="2024972781" sldId="306"/>
            <ac:spMk id="8" creationId="{1916112E-DFDC-B62B-9772-D26C220BDB43}"/>
          </ac:spMkLst>
        </pc:spChg>
      </pc:sldChg>
      <pc:sldChg chg="delSp add del setBg delDesignElem">
        <pc:chgData name="Franco Andrés Chiappe Donoso" userId="952ef6fb-7da9-433b-9cb5-ab1c1c91cce3" providerId="ADAL" clId="{D482683E-DF45-4BA1-B60E-919AB3CEA91E}" dt="2025-10-14T00:03:36.220" v="5900" actId="47"/>
        <pc:sldMkLst>
          <pc:docMk/>
          <pc:sldMk cId="2223114819" sldId="306"/>
        </pc:sldMkLst>
        <pc:spChg chg="del">
          <ac:chgData name="Franco Andrés Chiappe Donoso" userId="952ef6fb-7da9-433b-9cb5-ab1c1c91cce3" providerId="ADAL" clId="{D482683E-DF45-4BA1-B60E-919AB3CEA91E}" dt="2025-10-14T00:03:04.720" v="5891"/>
          <ac:spMkLst>
            <pc:docMk/>
            <pc:sldMk cId="2223114819" sldId="306"/>
            <ac:spMk id="8" creationId="{1AF22D0A-1847-492A-5805-F5FC5B333403}"/>
          </ac:spMkLst>
        </pc:spChg>
      </pc:sldChg>
      <pc:sldChg chg="addSp delSp modSp add mod ord modTransition addAnim delAnim modAnim chgLayout">
        <pc:chgData name="Franco Andrés Chiappe Donoso" userId="952ef6fb-7da9-433b-9cb5-ab1c1c91cce3" providerId="ADAL" clId="{D482683E-DF45-4BA1-B60E-919AB3CEA91E}" dt="2025-10-15T13:51:42.198" v="7832" actId="1038"/>
        <pc:sldMkLst>
          <pc:docMk/>
          <pc:sldMk cId="2664914889" sldId="306"/>
        </pc:sldMkLst>
        <pc:spChg chg="mod ord">
          <ac:chgData name="Franco Andrés Chiappe Donoso" userId="952ef6fb-7da9-433b-9cb5-ab1c1c91cce3" providerId="ADAL" clId="{D482683E-DF45-4BA1-B60E-919AB3CEA91E}" dt="2025-10-15T13:49:41.257" v="7759" actId="700"/>
          <ac:spMkLst>
            <pc:docMk/>
            <pc:sldMk cId="2664914889" sldId="306"/>
            <ac:spMk id="2" creationId="{8B000A97-91BF-160A-4CC9-6F7E76853867}"/>
          </ac:spMkLst>
        </pc:spChg>
        <pc:spChg chg="add del mod">
          <ac:chgData name="Franco Andrés Chiappe Donoso" userId="952ef6fb-7da9-433b-9cb5-ab1c1c91cce3" providerId="ADAL" clId="{D482683E-DF45-4BA1-B60E-919AB3CEA91E}" dt="2025-10-15T13:41:41.393" v="7662" actId="478"/>
          <ac:spMkLst>
            <pc:docMk/>
            <pc:sldMk cId="2664914889" sldId="306"/>
            <ac:spMk id="3" creationId="{6AE127D6-6E08-09D2-0332-7060949FFC4F}"/>
          </ac:spMkLst>
        </pc:spChg>
        <pc:spChg chg="add del mod ord">
          <ac:chgData name="Franco Andrés Chiappe Donoso" userId="952ef6fb-7da9-433b-9cb5-ab1c1c91cce3" providerId="ADAL" clId="{D482683E-DF45-4BA1-B60E-919AB3CEA91E}" dt="2025-10-15T13:50:01.476" v="7763" actId="1076"/>
          <ac:spMkLst>
            <pc:docMk/>
            <pc:sldMk cId="2664914889" sldId="306"/>
            <ac:spMk id="5" creationId="{A2DC002B-BA5E-74C2-1CE6-977AE55B48E8}"/>
          </ac:spMkLst>
        </pc:spChg>
        <pc:spChg chg="add del mod">
          <ac:chgData name="Franco Andrés Chiappe Donoso" userId="952ef6fb-7da9-433b-9cb5-ab1c1c91cce3" providerId="ADAL" clId="{D482683E-DF45-4BA1-B60E-919AB3CEA91E}" dt="2025-10-14T00:12:52.686" v="5964" actId="478"/>
          <ac:spMkLst>
            <pc:docMk/>
            <pc:sldMk cId="2664914889" sldId="306"/>
            <ac:spMk id="6" creationId="{7D51DA49-24CF-CFEE-1CE4-D69F833F3FD2}"/>
          </ac:spMkLst>
        </pc:spChg>
        <pc:spChg chg="add del mod">
          <ac:chgData name="Franco Andrés Chiappe Donoso" userId="952ef6fb-7da9-433b-9cb5-ab1c1c91cce3" providerId="ADAL" clId="{D482683E-DF45-4BA1-B60E-919AB3CEA91E}" dt="2025-10-15T13:42:51.814" v="7673" actId="21"/>
          <ac:spMkLst>
            <pc:docMk/>
            <pc:sldMk cId="2664914889" sldId="306"/>
            <ac:spMk id="6" creationId="{9564B5DF-2BA0-9C93-3F0D-CF23B09C1162}"/>
          </ac:spMkLst>
        </pc:spChg>
        <pc:spChg chg="add mod">
          <ac:chgData name="Franco Andrés Chiappe Donoso" userId="952ef6fb-7da9-433b-9cb5-ab1c1c91cce3" providerId="ADAL" clId="{D482683E-DF45-4BA1-B60E-919AB3CEA91E}" dt="2025-10-15T13:44:34.645" v="7694" actId="1076"/>
          <ac:spMkLst>
            <pc:docMk/>
            <pc:sldMk cId="2664914889" sldId="306"/>
            <ac:spMk id="7" creationId="{40C207E8-40EF-9150-1F6D-69E6417B533E}"/>
          </ac:spMkLst>
        </pc:spChg>
        <pc:spChg chg="add del mod">
          <ac:chgData name="Franco Andrés Chiappe Donoso" userId="952ef6fb-7da9-433b-9cb5-ab1c1c91cce3" providerId="ADAL" clId="{D482683E-DF45-4BA1-B60E-919AB3CEA91E}" dt="2025-10-14T00:12:52.686" v="5964" actId="478"/>
          <ac:spMkLst>
            <pc:docMk/>
            <pc:sldMk cId="2664914889" sldId="306"/>
            <ac:spMk id="8" creationId="{6816A70B-E2E0-4D66-6F87-A42C357B3DD5}"/>
          </ac:spMkLst>
        </pc:spChg>
        <pc:spChg chg="add mod">
          <ac:chgData name="Franco Andrés Chiappe Donoso" userId="952ef6fb-7da9-433b-9cb5-ab1c1c91cce3" providerId="ADAL" clId="{D482683E-DF45-4BA1-B60E-919AB3CEA91E}" dt="2025-10-15T13:43:58.229" v="7690"/>
          <ac:spMkLst>
            <pc:docMk/>
            <pc:sldMk cId="2664914889" sldId="306"/>
            <ac:spMk id="8" creationId="{C4756733-A64E-6053-A404-89E2F807CB41}"/>
          </ac:spMkLst>
        </pc:spChg>
        <pc:spChg chg="add del mod ord">
          <ac:chgData name="Franco Andrés Chiappe Donoso" userId="952ef6fb-7da9-433b-9cb5-ab1c1c91cce3" providerId="ADAL" clId="{D482683E-DF45-4BA1-B60E-919AB3CEA91E}" dt="2025-10-15T13:51:24.391" v="7829" actId="14100"/>
          <ac:spMkLst>
            <pc:docMk/>
            <pc:sldMk cId="2664914889" sldId="306"/>
            <ac:spMk id="10" creationId="{F76282E0-60A5-D3A2-CAAF-13A1757DDF43}"/>
          </ac:spMkLst>
        </pc:spChg>
        <pc:spChg chg="add del mod">
          <ac:chgData name="Franco Andrés Chiappe Donoso" userId="952ef6fb-7da9-433b-9cb5-ab1c1c91cce3" providerId="ADAL" clId="{D482683E-DF45-4BA1-B60E-919AB3CEA91E}" dt="2025-10-15T13:51:42.198" v="7832" actId="1038"/>
          <ac:spMkLst>
            <pc:docMk/>
            <pc:sldMk cId="2664914889" sldId="306"/>
            <ac:spMk id="12" creationId="{D07B53EA-4E09-8F19-48E8-D6743462DD53}"/>
          </ac:spMkLst>
        </pc:spChg>
        <pc:picChg chg="del">
          <ac:chgData name="Franco Andrés Chiappe Donoso" userId="952ef6fb-7da9-433b-9cb5-ab1c1c91cce3" providerId="ADAL" clId="{D482683E-DF45-4BA1-B60E-919AB3CEA91E}" dt="2025-10-14T00:10:01.608" v="5949" actId="478"/>
          <ac:picMkLst>
            <pc:docMk/>
            <pc:sldMk cId="2664914889" sldId="306"/>
            <ac:picMk id="4" creationId="{E992D276-D87E-F56F-AE83-1CAEC130162A}"/>
          </ac:picMkLst>
        </pc:picChg>
        <pc:picChg chg="add del mod">
          <ac:chgData name="Franco Andrés Chiappe Donoso" userId="952ef6fb-7da9-433b-9cb5-ab1c1c91cce3" providerId="ADAL" clId="{D482683E-DF45-4BA1-B60E-919AB3CEA91E}" dt="2025-10-14T00:12:52.686" v="5964" actId="478"/>
          <ac:picMkLst>
            <pc:docMk/>
            <pc:sldMk cId="2664914889" sldId="306"/>
            <ac:picMk id="7" creationId="{4B14B00C-C45E-7424-D095-931D3B99AAA2}"/>
          </ac:picMkLst>
        </pc:picChg>
        <pc:picChg chg="add del mod">
          <ac:chgData name="Franco Andrés Chiappe Donoso" userId="952ef6fb-7da9-433b-9cb5-ab1c1c91cce3" providerId="ADAL" clId="{D482683E-DF45-4BA1-B60E-919AB3CEA91E}" dt="2025-10-14T00:12:52.686" v="5964" actId="478"/>
          <ac:picMkLst>
            <pc:docMk/>
            <pc:sldMk cId="2664914889" sldId="306"/>
            <ac:picMk id="9" creationId="{173FB84A-19E3-6DF1-B3E6-2E8151DBBA63}"/>
          </ac:picMkLst>
        </pc:picChg>
        <pc:picChg chg="add mod">
          <ac:chgData name="Franco Andrés Chiappe Donoso" userId="952ef6fb-7da9-433b-9cb5-ab1c1c91cce3" providerId="ADAL" clId="{D482683E-DF45-4BA1-B60E-919AB3CEA91E}" dt="2025-10-15T13:43:58.229" v="7690"/>
          <ac:picMkLst>
            <pc:docMk/>
            <pc:sldMk cId="2664914889" sldId="306"/>
            <ac:picMk id="9" creationId="{FA699216-272F-9482-6FB4-EF999A83AE3D}"/>
          </ac:picMkLst>
        </pc:picChg>
        <pc:picChg chg="add del mod ord modCrop">
          <ac:chgData name="Franco Andrés Chiappe Donoso" userId="952ef6fb-7da9-433b-9cb5-ab1c1c91cce3" providerId="ADAL" clId="{D482683E-DF45-4BA1-B60E-919AB3CEA91E}" dt="2025-10-15T13:51:06.745" v="7828" actId="1076"/>
          <ac:picMkLst>
            <pc:docMk/>
            <pc:sldMk cId="2664914889" sldId="306"/>
            <ac:picMk id="11" creationId="{2DDD4D27-C40E-B092-1780-2A5E1BBF59BE}"/>
          </ac:picMkLst>
        </pc:picChg>
        <pc:picChg chg="add del mod ord modCrop">
          <ac:chgData name="Franco Andrés Chiappe Donoso" userId="952ef6fb-7da9-433b-9cb5-ab1c1c91cce3" providerId="ADAL" clId="{D482683E-DF45-4BA1-B60E-919AB3CEA91E}" dt="2025-10-15T13:51:06.745" v="7828" actId="1076"/>
          <ac:picMkLst>
            <pc:docMk/>
            <pc:sldMk cId="2664914889" sldId="306"/>
            <ac:picMk id="13" creationId="{AF17DF72-3E8A-F9E4-9941-4C0F59B4B243}"/>
          </ac:picMkLst>
        </pc:picChg>
      </pc:sldChg>
      <pc:sldChg chg="delSp modSp add mod setBg delDesignElem">
        <pc:chgData name="Franco Andrés Chiappe Donoso" userId="952ef6fb-7da9-433b-9cb5-ab1c1c91cce3" providerId="ADAL" clId="{D482683E-DF45-4BA1-B60E-919AB3CEA91E}" dt="2025-10-15T02:48:15.445" v="7317" actId="20577"/>
        <pc:sldMkLst>
          <pc:docMk/>
          <pc:sldMk cId="1138497943" sldId="307"/>
        </pc:sldMkLst>
        <pc:spChg chg="mod">
          <ac:chgData name="Franco Andrés Chiappe Donoso" userId="952ef6fb-7da9-433b-9cb5-ab1c1c91cce3" providerId="ADAL" clId="{D482683E-DF45-4BA1-B60E-919AB3CEA91E}" dt="2025-10-15T02:48:15.445" v="7317" actId="20577"/>
          <ac:spMkLst>
            <pc:docMk/>
            <pc:sldMk cId="1138497943" sldId="307"/>
            <ac:spMk id="3" creationId="{9A185F97-E89D-D679-AE94-4D22B0F292ED}"/>
          </ac:spMkLst>
        </pc:spChg>
        <pc:spChg chg="del">
          <ac:chgData name="Franco Andrés Chiappe Donoso" userId="952ef6fb-7da9-433b-9cb5-ab1c1c91cce3" providerId="ADAL" clId="{D482683E-DF45-4BA1-B60E-919AB3CEA91E}" dt="2025-10-14T11:51:46.143" v="6367"/>
          <ac:spMkLst>
            <pc:docMk/>
            <pc:sldMk cId="1138497943" sldId="307"/>
            <ac:spMk id="11" creationId="{BA780334-689C-CEA3-73AD-289E61FFAA4E}"/>
          </ac:spMkLst>
        </pc:spChg>
      </pc:sldChg>
      <pc:sldChg chg="addSp delSp modSp add del mod modClrScheme chgLayout">
        <pc:chgData name="Franco Andrés Chiappe Donoso" userId="952ef6fb-7da9-433b-9cb5-ab1c1c91cce3" providerId="ADAL" clId="{D482683E-DF45-4BA1-B60E-919AB3CEA91E}" dt="2025-10-14T01:26:29.513" v="6036"/>
        <pc:sldMkLst>
          <pc:docMk/>
          <pc:sldMk cId="2537953003" sldId="307"/>
        </pc:sldMkLst>
        <pc:spChg chg="mod ord">
          <ac:chgData name="Franco Andrés Chiappe Donoso" userId="952ef6fb-7da9-433b-9cb5-ab1c1c91cce3" providerId="ADAL" clId="{D482683E-DF45-4BA1-B60E-919AB3CEA91E}" dt="2025-10-14T01:26:25.671" v="6035" actId="700"/>
          <ac:spMkLst>
            <pc:docMk/>
            <pc:sldMk cId="2537953003" sldId="307"/>
            <ac:spMk id="2" creationId="{FE3034F6-2DC3-5269-A358-83BF225A9A03}"/>
          </ac:spMkLst>
        </pc:spChg>
        <pc:spChg chg="add del mod ord">
          <ac:chgData name="Franco Andrés Chiappe Donoso" userId="952ef6fb-7da9-433b-9cb5-ab1c1c91cce3" providerId="ADAL" clId="{D482683E-DF45-4BA1-B60E-919AB3CEA91E}" dt="2025-10-14T01:26:25.671" v="6035" actId="700"/>
          <ac:spMkLst>
            <pc:docMk/>
            <pc:sldMk cId="2537953003" sldId="307"/>
            <ac:spMk id="3" creationId="{FCEF817A-F0F5-2844-2550-CF254C476664}"/>
          </ac:spMkLst>
        </pc:spChg>
        <pc:spChg chg="mod ord">
          <ac:chgData name="Franco Andrés Chiappe Donoso" userId="952ef6fb-7da9-433b-9cb5-ab1c1c91cce3" providerId="ADAL" clId="{D482683E-DF45-4BA1-B60E-919AB3CEA91E}" dt="2025-10-14T01:26:25.671" v="6035" actId="700"/>
          <ac:spMkLst>
            <pc:docMk/>
            <pc:sldMk cId="2537953003" sldId="307"/>
            <ac:spMk id="17" creationId="{429DDEED-4ACF-366B-F84B-181D2A10DFE8}"/>
          </ac:spMkLst>
        </pc:spChg>
      </pc:sldChg>
      <pc:sldChg chg="addSp modSp new del mod modAnim">
        <pc:chgData name="Franco Andrés Chiappe Donoso" userId="952ef6fb-7da9-433b-9cb5-ab1c1c91cce3" providerId="ADAL" clId="{D482683E-DF45-4BA1-B60E-919AB3CEA91E}" dt="2025-10-15T13:45:06.549" v="7712" actId="680"/>
        <pc:sldMkLst>
          <pc:docMk/>
          <pc:sldMk cId="1669769860" sldId="308"/>
        </pc:sldMkLst>
        <pc:spChg chg="add mod">
          <ac:chgData name="Franco Andrés Chiappe Donoso" userId="952ef6fb-7da9-433b-9cb5-ab1c1c91cce3" providerId="ADAL" clId="{D482683E-DF45-4BA1-B60E-919AB3CEA91E}" dt="2025-10-15T13:45:06.007" v="7710" actId="1076"/>
          <ac:spMkLst>
            <pc:docMk/>
            <pc:sldMk cId="1669769860" sldId="308"/>
            <ac:spMk id="4" creationId="{D1432923-65D0-3156-6E83-64B283D91F03}"/>
          </ac:spMkLst>
        </pc:spChg>
        <pc:spChg chg="add mod">
          <ac:chgData name="Franco Andrés Chiappe Donoso" userId="952ef6fb-7da9-433b-9cb5-ab1c1c91cce3" providerId="ADAL" clId="{D482683E-DF45-4BA1-B60E-919AB3CEA91E}" dt="2025-10-15T13:45:06.007" v="7710" actId="1076"/>
          <ac:spMkLst>
            <pc:docMk/>
            <pc:sldMk cId="1669769860" sldId="308"/>
            <ac:spMk id="5" creationId="{77B75253-0ADD-7529-842A-CD78DB324079}"/>
          </ac:spMkLst>
        </pc:spChg>
        <pc:picChg chg="add mod">
          <ac:chgData name="Franco Andrés Chiappe Donoso" userId="952ef6fb-7da9-433b-9cb5-ab1c1c91cce3" providerId="ADAL" clId="{D482683E-DF45-4BA1-B60E-919AB3CEA91E}" dt="2025-10-15T13:45:06.007" v="7710" actId="1076"/>
          <ac:picMkLst>
            <pc:docMk/>
            <pc:sldMk cId="1669769860" sldId="308"/>
            <ac:picMk id="6" creationId="{9477C788-2A41-A665-81C4-253EB5C00B31}"/>
          </ac:picMkLst>
        </pc:picChg>
        <pc:picChg chg="add mod">
          <ac:chgData name="Franco Andrés Chiappe Donoso" userId="952ef6fb-7da9-433b-9cb5-ab1c1c91cce3" providerId="ADAL" clId="{D482683E-DF45-4BA1-B60E-919AB3CEA91E}" dt="2025-10-15T13:45:06.007" v="7710" actId="1076"/>
          <ac:picMkLst>
            <pc:docMk/>
            <pc:sldMk cId="1669769860" sldId="308"/>
            <ac:picMk id="7" creationId="{945011A0-75B4-97F2-D53D-234E8641CC1F}"/>
          </ac:picMkLst>
        </pc:picChg>
      </pc:sldChg>
      <pc:sldChg chg="addSp delSp modSp new mod ord">
        <pc:chgData name="Franco Andrés Chiappe Donoso" userId="952ef6fb-7da9-433b-9cb5-ab1c1c91cce3" providerId="ADAL" clId="{D482683E-DF45-4BA1-B60E-919AB3CEA91E}" dt="2025-10-15T13:59:19.823" v="7962" actId="27636"/>
        <pc:sldMkLst>
          <pc:docMk/>
          <pc:sldMk cId="1742696663" sldId="308"/>
        </pc:sldMkLst>
        <pc:spChg chg="mod">
          <ac:chgData name="Franco Andrés Chiappe Donoso" userId="952ef6fb-7da9-433b-9cb5-ab1c1c91cce3" providerId="ADAL" clId="{D482683E-DF45-4BA1-B60E-919AB3CEA91E}" dt="2025-10-15T13:59:19.823" v="7962" actId="27636"/>
          <ac:spMkLst>
            <pc:docMk/>
            <pc:sldMk cId="1742696663" sldId="308"/>
            <ac:spMk id="2" creationId="{7CD755FB-3F5A-5F02-A04F-1B63CFDD8A2F}"/>
          </ac:spMkLst>
        </pc:spChg>
        <pc:spChg chg="del">
          <ac:chgData name="Franco Andrés Chiappe Donoso" userId="952ef6fb-7da9-433b-9cb5-ab1c1c91cce3" providerId="ADAL" clId="{D482683E-DF45-4BA1-B60E-919AB3CEA91E}" dt="2025-10-15T13:59:14.713" v="7959" actId="478"/>
          <ac:spMkLst>
            <pc:docMk/>
            <pc:sldMk cId="1742696663" sldId="308"/>
            <ac:spMk id="3" creationId="{9C20DB73-72B1-4B2E-11B8-C1AB93743EDF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4" creationId="{16CDA68E-5988-A924-A172-CC11EA30E6A3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5" creationId="{157650D1-C1D1-B421-5DD9-6E0C401C990C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6" creationId="{F15E8F8E-3D06-06D0-1475-0EE5E2EDC2FF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7" creationId="{863146C7-BFF8-EBC7-4FE8-5C9C34D0C7AD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8" creationId="{007E6C1C-5DDD-B1A3-9FE4-EEBA712518F8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9" creationId="{4D5966F6-2182-B16E-EC90-D6AC1968CEAB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10" creationId="{4A107E1E-199D-8EF5-A2DA-BFE6976BFE45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11" creationId="{962AA3CF-87FB-106B-92B2-105BC6313923}"/>
          </ac:spMkLst>
        </pc:spChg>
        <pc:spChg chg="add mod">
          <ac:chgData name="Franco Andrés Chiappe Donoso" userId="952ef6fb-7da9-433b-9cb5-ab1c1c91cce3" providerId="ADAL" clId="{D482683E-DF45-4BA1-B60E-919AB3CEA91E}" dt="2025-10-15T13:59:15.067" v="7960"/>
          <ac:spMkLst>
            <pc:docMk/>
            <pc:sldMk cId="1742696663" sldId="308"/>
            <ac:spMk id="12" creationId="{740EF76C-6D12-D8E9-E407-C8E075D10777}"/>
          </ac:spMkLst>
        </pc:spChg>
      </pc:sldChg>
      <pc:sldMasterChg chg="setBg modSldLayout">
        <pc:chgData name="Franco Andrés Chiappe Donoso" userId="952ef6fb-7da9-433b-9cb5-ab1c1c91cce3" providerId="ADAL" clId="{D482683E-DF45-4BA1-B60E-919AB3CEA91E}" dt="2025-10-15T14:00:06.048" v="7965"/>
        <pc:sldMasterMkLst>
          <pc:docMk/>
          <pc:sldMasterMk cId="3358774027" sldId="2147484053"/>
        </pc:sldMasterMkLst>
        <pc:sldLayoutChg chg="addSp delSp modSp mod setBg">
          <pc:chgData name="Franco Andrés Chiappe Donoso" userId="952ef6fb-7da9-433b-9cb5-ab1c1c91cce3" providerId="ADAL" clId="{D482683E-DF45-4BA1-B60E-919AB3CEA91E}" dt="2025-10-14T11:51:53.194" v="6368" actId="478"/>
          <pc:sldLayoutMkLst>
            <pc:docMk/>
            <pc:sldMasterMk cId="3358774027" sldId="2147484053"/>
            <pc:sldLayoutMk cId="1614635666" sldId="2147484054"/>
          </pc:sldLayoutMkLst>
          <pc:spChg chg="del">
            <ac:chgData name="Franco Andrés Chiappe Donoso" userId="952ef6fb-7da9-433b-9cb5-ab1c1c91cce3" providerId="ADAL" clId="{D482683E-DF45-4BA1-B60E-919AB3CEA91E}" dt="2025-10-14T00:06:12.617" v="5916"/>
            <ac:spMkLst>
              <pc:docMk/>
              <pc:sldMasterMk cId="3358774027" sldId="2147484053"/>
              <pc:sldLayoutMk cId="1614635666" sldId="2147484054"/>
              <ac:spMk id="2" creationId="{00000000-0000-0000-0000-000000000000}"/>
            </ac:spMkLst>
          </pc:spChg>
          <pc:spChg chg="del mod">
            <ac:chgData name="Franco Andrés Chiappe Donoso" userId="952ef6fb-7da9-433b-9cb5-ab1c1c91cce3" providerId="ADAL" clId="{D482683E-DF45-4BA1-B60E-919AB3CEA91E}" dt="2025-10-14T00:06:10.417" v="5913"/>
            <ac:spMkLst>
              <pc:docMk/>
              <pc:sldMasterMk cId="3358774027" sldId="2147484053"/>
              <pc:sldLayoutMk cId="1614635666" sldId="2147484054"/>
              <ac:spMk id="4" creationId="{00000000-0000-0000-0000-000000000000}"/>
            </ac:spMkLst>
          </pc:spChg>
          <pc:spChg chg="del mod">
            <ac:chgData name="Franco Andrés Chiappe Donoso" userId="952ef6fb-7da9-433b-9cb5-ab1c1c91cce3" providerId="ADAL" clId="{D482683E-DF45-4BA1-B60E-919AB3CEA91E}" dt="2025-10-14T00:06:10.417" v="5913"/>
            <ac:spMkLst>
              <pc:docMk/>
              <pc:sldMasterMk cId="3358774027" sldId="2147484053"/>
              <pc:sldLayoutMk cId="1614635666" sldId="2147484054"/>
              <ac:spMk id="5" creationId="{00000000-0000-0000-0000-000000000000}"/>
            </ac:spMkLst>
          </pc:spChg>
          <pc:spChg chg="del">
            <ac:chgData name="Franco Andrés Chiappe Donoso" userId="952ef6fb-7da9-433b-9cb5-ab1c1c91cce3" providerId="ADAL" clId="{D482683E-DF45-4BA1-B60E-919AB3CEA91E}" dt="2025-10-14T00:06:10.417" v="5913"/>
            <ac:spMkLst>
              <pc:docMk/>
              <pc:sldMasterMk cId="3358774027" sldId="2147484053"/>
              <pc:sldLayoutMk cId="1614635666" sldId="2147484054"/>
              <ac:spMk id="6" creationId="{00000000-0000-0000-0000-000000000000}"/>
            </ac:spMkLst>
          </pc:spChg>
          <pc:spChg chg="del">
            <ac:chgData name="Franco Andrés Chiappe Donoso" userId="952ef6fb-7da9-433b-9cb5-ab1c1c91cce3" providerId="ADAL" clId="{D482683E-DF45-4BA1-B60E-919AB3CEA91E}" dt="2025-10-14T11:51:53.194" v="6368" actId="478"/>
            <ac:spMkLst>
              <pc:docMk/>
              <pc:sldMasterMk cId="3358774027" sldId="2147484053"/>
              <pc:sldLayoutMk cId="1614635666" sldId="2147484054"/>
              <ac:spMk id="7" creationId="{00000000-0000-0000-0000-000000000000}"/>
            </ac:spMkLst>
          </pc:spChg>
          <pc:spChg chg="add">
            <ac:chgData name="Franco Andrés Chiappe Donoso" userId="952ef6fb-7da9-433b-9cb5-ab1c1c91cce3" providerId="ADAL" clId="{D482683E-DF45-4BA1-B60E-919AB3CEA91E}" dt="2025-10-12T15:38:04.158" v="2339"/>
            <ac:spMkLst>
              <pc:docMk/>
              <pc:sldMasterMk cId="3358774027" sldId="2147484053"/>
              <pc:sldLayoutMk cId="1614635666" sldId="2147484054"/>
              <ac:spMk id="8" creationId="{80B06A26-47F9-7C23-7B36-61DBD1B388CA}"/>
            </ac:spMkLst>
          </pc:spChg>
          <pc:spChg chg="add">
            <ac:chgData name="Franco Andrés Chiappe Donoso" userId="952ef6fb-7da9-433b-9cb5-ab1c1c91cce3" providerId="ADAL" clId="{D482683E-DF45-4BA1-B60E-919AB3CEA91E}" dt="2025-10-12T15:38:04.158" v="2339"/>
            <ac:spMkLst>
              <pc:docMk/>
              <pc:sldMasterMk cId="3358774027" sldId="2147484053"/>
              <pc:sldLayoutMk cId="1614635666" sldId="2147484054"/>
              <ac:spMk id="9" creationId="{200375C9-C882-9CC3-043E-7830244FCE32}"/>
            </ac:spMkLst>
          </pc:spChg>
          <pc:spChg chg="add del mod">
            <ac:chgData name="Franco Andrés Chiappe Donoso" userId="952ef6fb-7da9-433b-9cb5-ab1c1c91cce3" providerId="ADAL" clId="{D482683E-DF45-4BA1-B60E-919AB3CEA91E}" dt="2025-10-14T00:06:11.882" v="5915"/>
            <ac:spMkLst>
              <pc:docMk/>
              <pc:sldMasterMk cId="3358774027" sldId="2147484053"/>
              <pc:sldLayoutMk cId="1614635666" sldId="2147484054"/>
              <ac:spMk id="10" creationId="{5EEA4D70-C2B9-13CB-8359-DC062A556F0F}"/>
            </ac:spMkLst>
          </pc:spChg>
          <pc:spChg chg="add del mod">
            <ac:chgData name="Franco Andrés Chiappe Donoso" userId="952ef6fb-7da9-433b-9cb5-ab1c1c91cce3" providerId="ADAL" clId="{D482683E-DF45-4BA1-B60E-919AB3CEA91E}" dt="2025-10-14T00:06:11.882" v="5915"/>
            <ac:spMkLst>
              <pc:docMk/>
              <pc:sldMasterMk cId="3358774027" sldId="2147484053"/>
              <pc:sldLayoutMk cId="1614635666" sldId="2147484054"/>
              <ac:spMk id="11" creationId="{06326160-DA6C-75BD-A4B8-C92232C45DE1}"/>
            </ac:spMkLst>
          </pc:spChg>
          <pc:spChg chg="add del mod">
            <ac:chgData name="Franco Andrés Chiappe Donoso" userId="952ef6fb-7da9-433b-9cb5-ab1c1c91cce3" providerId="ADAL" clId="{D482683E-DF45-4BA1-B60E-919AB3CEA91E}" dt="2025-10-14T00:06:11.882" v="5915"/>
            <ac:spMkLst>
              <pc:docMk/>
              <pc:sldMasterMk cId="3358774027" sldId="2147484053"/>
              <pc:sldLayoutMk cId="1614635666" sldId="2147484054"/>
              <ac:spMk id="12" creationId="{827A2EE8-3A18-800F-1F79-575125D9EFF2}"/>
            </ac:spMkLst>
          </pc:spChg>
          <pc:spChg chg="add mod">
            <ac:chgData name="Franco Andrés Chiappe Donoso" userId="952ef6fb-7da9-433b-9cb5-ab1c1c91cce3" providerId="ADAL" clId="{D482683E-DF45-4BA1-B60E-919AB3CEA91E}" dt="2025-10-14T00:07:28.181" v="5932"/>
            <ac:spMkLst>
              <pc:docMk/>
              <pc:sldMasterMk cId="3358774027" sldId="2147484053"/>
              <pc:sldLayoutMk cId="1614635666" sldId="2147484054"/>
              <ac:spMk id="13" creationId="{2089E6D1-FBC3-1DB0-8AEB-C8B35D6D67AE}"/>
            </ac:spMkLst>
          </pc:spChg>
        </pc:sldLayoutChg>
        <pc:sldLayoutChg chg="modSp mod setBg">
          <pc:chgData name="Franco Andrés Chiappe Donoso" userId="952ef6fb-7da9-433b-9cb5-ab1c1c91cce3" providerId="ADAL" clId="{D482683E-DF45-4BA1-B60E-919AB3CEA91E}" dt="2025-10-15T01:09:07.317" v="6957" actId="2710"/>
          <pc:sldLayoutMkLst>
            <pc:docMk/>
            <pc:sldMasterMk cId="3358774027" sldId="2147484053"/>
            <pc:sldLayoutMk cId="4040329306" sldId="2147484055"/>
          </pc:sldLayoutMkLst>
          <pc:spChg chg="mod">
            <ac:chgData name="Franco Andrés Chiappe Donoso" userId="952ef6fb-7da9-433b-9cb5-ab1c1c91cce3" providerId="ADAL" clId="{D482683E-DF45-4BA1-B60E-919AB3CEA91E}" dt="2025-10-14T00:08:50.859" v="5937" actId="1076"/>
            <ac:spMkLst>
              <pc:docMk/>
              <pc:sldMasterMk cId="3358774027" sldId="2147484053"/>
              <pc:sldLayoutMk cId="4040329306" sldId="2147484055"/>
              <ac:spMk id="2" creationId="{00000000-0000-0000-0000-000000000000}"/>
            </ac:spMkLst>
          </pc:spChg>
          <pc:spChg chg="mod">
            <ac:chgData name="Franco Andrés Chiappe Donoso" userId="952ef6fb-7da9-433b-9cb5-ab1c1c91cce3" providerId="ADAL" clId="{D482683E-DF45-4BA1-B60E-919AB3CEA91E}" dt="2025-10-15T01:09:07.317" v="6957" actId="2710"/>
            <ac:spMkLst>
              <pc:docMk/>
              <pc:sldMasterMk cId="3358774027" sldId="2147484053"/>
              <pc:sldLayoutMk cId="4040329306" sldId="2147484055"/>
              <ac:spMk id="3" creationId="{00000000-0000-0000-0000-000000000000}"/>
            </ac:spMkLst>
          </pc:spChg>
          <pc:spChg chg="mod">
            <ac:chgData name="Franco Andrés Chiappe Donoso" userId="952ef6fb-7da9-433b-9cb5-ab1c1c91cce3" providerId="ADAL" clId="{D482683E-DF45-4BA1-B60E-919AB3CEA91E}" dt="2025-10-14T00:08:16.892" v="5935" actId="1076"/>
            <ac:spMkLst>
              <pc:docMk/>
              <pc:sldMasterMk cId="3358774027" sldId="2147484053"/>
              <pc:sldLayoutMk cId="4040329306" sldId="2147484055"/>
              <ac:spMk id="4" creationId="{00000000-0000-0000-0000-000000000000}"/>
            </ac:spMkLst>
          </pc:spChg>
          <pc:spChg chg="mod">
            <ac:chgData name="Franco Andrés Chiappe Donoso" userId="952ef6fb-7da9-433b-9cb5-ab1c1c91cce3" providerId="ADAL" clId="{D482683E-DF45-4BA1-B60E-919AB3CEA91E}" dt="2025-10-14T00:08:13.815" v="5934" actId="1076"/>
            <ac:spMkLst>
              <pc:docMk/>
              <pc:sldMasterMk cId="3358774027" sldId="2147484053"/>
              <pc:sldLayoutMk cId="4040329306" sldId="2147484055"/>
              <ac:spMk id="5" creationId="{00000000-0000-0000-0000-000000000000}"/>
            </ac:spMkLst>
          </pc:spChg>
          <pc:spChg chg="mod">
            <ac:chgData name="Franco Andrés Chiappe Donoso" userId="952ef6fb-7da9-433b-9cb5-ab1c1c91cce3" providerId="ADAL" clId="{D482683E-DF45-4BA1-B60E-919AB3CEA91E}" dt="2025-10-14T00:08:41.940" v="5936" actId="14100"/>
            <ac:spMkLst>
              <pc:docMk/>
              <pc:sldMasterMk cId="3358774027" sldId="2147484053"/>
              <pc:sldLayoutMk cId="4040329306" sldId="2147484055"/>
              <ac:spMk id="7" creationId="{00000000-0000-0000-0000-000000000000}"/>
            </ac:spMkLst>
          </pc:spChg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2459454180" sldId="2147484056"/>
          </pc:sldLayoutMkLst>
        </pc:sldLayoutChg>
        <pc:sldLayoutChg chg="addSp delSp modSp mod setBg">
          <pc:chgData name="Franco Andrés Chiappe Donoso" userId="952ef6fb-7da9-433b-9cb5-ab1c1c91cce3" providerId="ADAL" clId="{D482683E-DF45-4BA1-B60E-919AB3CEA91E}" dt="2025-10-15T14:00:06.048" v="7965"/>
          <pc:sldLayoutMkLst>
            <pc:docMk/>
            <pc:sldMasterMk cId="3358774027" sldId="2147484053"/>
            <pc:sldLayoutMk cId="1823744958" sldId="2147484057"/>
          </pc:sldLayoutMkLst>
          <pc:spChg chg="del mod">
            <ac:chgData name="Franco Andrés Chiappe Donoso" userId="952ef6fb-7da9-433b-9cb5-ab1c1c91cce3" providerId="ADAL" clId="{D482683E-DF45-4BA1-B60E-919AB3CEA91E}" dt="2025-10-14T01:27:10.257" v="6040" actId="21"/>
            <ac:spMkLst>
              <pc:docMk/>
              <pc:sldMasterMk cId="3358774027" sldId="2147484053"/>
              <pc:sldLayoutMk cId="1823744958" sldId="2147484057"/>
              <ac:spMk id="8" creationId="{00000000-0000-0000-0000-000000000000}"/>
            </ac:spMkLst>
          </pc:spChg>
          <pc:spChg chg="add mod">
            <ac:chgData name="Franco Andrés Chiappe Donoso" userId="952ef6fb-7da9-433b-9cb5-ab1c1c91cce3" providerId="ADAL" clId="{D482683E-DF45-4BA1-B60E-919AB3CEA91E}" dt="2025-10-15T14:00:06.048" v="7965"/>
            <ac:spMkLst>
              <pc:docMk/>
              <pc:sldMasterMk cId="3358774027" sldId="2147484053"/>
              <pc:sldLayoutMk cId="1823744958" sldId="2147484057"/>
              <ac:spMk id="8" creationId="{AB3323AB-41F9-BAA7-5EEA-C50BC4F38F9A}"/>
            </ac:spMkLst>
          </pc:spChg>
          <pc:spChg chg="add del mod">
            <ac:chgData name="Franco Andrés Chiappe Donoso" userId="952ef6fb-7da9-433b-9cb5-ab1c1c91cce3" providerId="ADAL" clId="{D482683E-DF45-4BA1-B60E-919AB3CEA91E}" dt="2025-10-15T14:00:05.479" v="7964" actId="478"/>
            <ac:spMkLst>
              <pc:docMk/>
              <pc:sldMasterMk cId="3358774027" sldId="2147484053"/>
              <pc:sldLayoutMk cId="1823744958" sldId="2147484057"/>
              <ac:spMk id="9" creationId="{00000000-0000-0000-0000-000000000000}"/>
            </ac:spMkLst>
          </pc:spChg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693074866" sldId="2147484058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2897060289" sldId="2147484059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2941407314" sldId="2147484060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1425761279" sldId="2147484061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275691203" sldId="2147484062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1591362939" sldId="2147484063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888463703" sldId="2147484064"/>
          </pc:sldLayoutMkLst>
        </pc:sldLayoutChg>
        <pc:sldLayoutChg chg="setBg">
          <pc:chgData name="Franco Andrés Chiappe Donoso" userId="952ef6fb-7da9-433b-9cb5-ab1c1c91cce3" providerId="ADAL" clId="{D482683E-DF45-4BA1-B60E-919AB3CEA91E}" dt="2025-10-13T21:42:07.555" v="4366"/>
          <pc:sldLayoutMkLst>
            <pc:docMk/>
            <pc:sldMasterMk cId="3358774027" sldId="2147484053"/>
            <pc:sldLayoutMk cId="97894531" sldId="2147484065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1:41:59.487" v="4364"/>
        <pc:sldMasterMkLst>
          <pc:docMk/>
          <pc:sldMasterMk cId="805717322" sldId="2147484066"/>
        </pc:sldMasterMkLst>
        <pc:sldLayoutChg chg="addSp">
          <pc:chgData name="Franco Andrés Chiappe Donoso" userId="952ef6fb-7da9-433b-9cb5-ab1c1c91cce3" providerId="ADAL" clId="{D482683E-DF45-4BA1-B60E-919AB3CEA91E}" dt="2025-10-13T21:41:59.487" v="4364"/>
          <pc:sldLayoutMkLst>
            <pc:docMk/>
            <pc:sldMasterMk cId="805717322" sldId="2147484066"/>
            <pc:sldLayoutMk cId="3117833518" sldId="214748406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21.058" v="5267"/>
        <pc:sldMasterMkLst>
          <pc:docMk/>
          <pc:sldMasterMk cId="1611997545" sldId="2147484066"/>
        </pc:sldMasterMkLst>
        <pc:sldLayoutChg chg="addSp">
          <pc:chgData name="Franco Andrés Chiappe Donoso" userId="952ef6fb-7da9-433b-9cb5-ab1c1c91cce3" providerId="ADAL" clId="{D482683E-DF45-4BA1-B60E-919AB3CEA91E}" dt="2025-10-13T23:11:21.058" v="5267"/>
          <pc:sldLayoutMkLst>
            <pc:docMk/>
            <pc:sldMasterMk cId="1611997545" sldId="2147484066"/>
            <pc:sldLayoutMk cId="641650930" sldId="214748406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2:22:21.780" v="4916"/>
        <pc:sldMasterMkLst>
          <pc:docMk/>
          <pc:sldMasterMk cId="2439173426" sldId="2147484066"/>
        </pc:sldMasterMkLst>
        <pc:sldLayoutChg chg="addSp">
          <pc:chgData name="Franco Andrés Chiappe Donoso" userId="952ef6fb-7da9-433b-9cb5-ab1c1c91cce3" providerId="ADAL" clId="{D482683E-DF45-4BA1-B60E-919AB3CEA91E}" dt="2025-10-13T22:22:21.780" v="4916"/>
          <pc:sldLayoutMkLst>
            <pc:docMk/>
            <pc:sldMasterMk cId="2439173426" sldId="2147484066"/>
            <pc:sldLayoutMk cId="563234760" sldId="214748406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26.884" v="5271"/>
        <pc:sldMasterMkLst>
          <pc:docMk/>
          <pc:sldMasterMk cId="3198696093" sldId="2147484066"/>
        </pc:sldMasterMkLst>
        <pc:sldLayoutChg chg="addSp">
          <pc:chgData name="Franco Andrés Chiappe Donoso" userId="952ef6fb-7da9-433b-9cb5-ab1c1c91cce3" providerId="ADAL" clId="{D482683E-DF45-4BA1-B60E-919AB3CEA91E}" dt="2025-10-13T23:11:26.884" v="5271"/>
          <pc:sldLayoutMkLst>
            <pc:docMk/>
            <pc:sldMasterMk cId="3198696093" sldId="2147484066"/>
            <pc:sldLayoutMk cId="2939125849" sldId="214748406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4T00:06:16.858" v="5920"/>
        <pc:sldMasterMkLst>
          <pc:docMk/>
          <pc:sldMasterMk cId="3308278203" sldId="2147484066"/>
        </pc:sldMasterMkLst>
        <pc:sldLayoutChg chg="addSp">
          <pc:chgData name="Franco Andrés Chiappe Donoso" userId="952ef6fb-7da9-433b-9cb5-ab1c1c91cce3" providerId="ADAL" clId="{D482683E-DF45-4BA1-B60E-919AB3CEA91E}" dt="2025-10-14T00:06:16.858" v="5920"/>
          <pc:sldLayoutMkLst>
            <pc:docMk/>
            <pc:sldMasterMk cId="3308278203" sldId="2147484066"/>
            <pc:sldLayoutMk cId="311360013" sldId="2147484067"/>
          </pc:sldLayoutMkLst>
          <pc:spChg chg="add">
            <ac:chgData name="Franco Andrés Chiappe Donoso" userId="952ef6fb-7da9-433b-9cb5-ab1c1c91cce3" providerId="ADAL" clId="{D482683E-DF45-4BA1-B60E-919AB3CEA91E}" dt="2025-10-14T00:06:16.858" v="5920"/>
            <ac:spMkLst>
              <pc:docMk/>
              <pc:sldMasterMk cId="3308278203" sldId="2147484066"/>
              <pc:sldLayoutMk cId="311360013" sldId="2147484067"/>
              <ac:spMk id="8" creationId="{12497906-04C7-45E4-D5F3-30C17C8FAB26}"/>
            </ac:spMkLst>
          </pc:spChg>
          <pc:spChg chg="add">
            <ac:chgData name="Franco Andrés Chiappe Donoso" userId="952ef6fb-7da9-433b-9cb5-ab1c1c91cce3" providerId="ADAL" clId="{D482683E-DF45-4BA1-B60E-919AB3CEA91E}" dt="2025-10-14T00:06:16.858" v="5920"/>
            <ac:spMkLst>
              <pc:docMk/>
              <pc:sldMasterMk cId="3308278203" sldId="2147484066"/>
              <pc:sldLayoutMk cId="311360013" sldId="2147484067"/>
              <ac:spMk id="9" creationId="{83E5BB70-FB11-5BFE-9D45-58C4B2EF6C62}"/>
            </ac:spMkLst>
          </pc:spChg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30.755" v="5274"/>
        <pc:sldMasterMkLst>
          <pc:docMk/>
          <pc:sldMasterMk cId="23586921" sldId="2147484078"/>
        </pc:sldMasterMkLst>
        <pc:sldLayoutChg chg="addSp">
          <pc:chgData name="Franco Andrés Chiappe Donoso" userId="952ef6fb-7da9-433b-9cb5-ab1c1c91cce3" providerId="ADAL" clId="{D482683E-DF45-4BA1-B60E-919AB3CEA91E}" dt="2025-10-13T23:11:30.755" v="5274"/>
          <pc:sldLayoutMkLst>
            <pc:docMk/>
            <pc:sldMasterMk cId="23586921" sldId="2147484078"/>
            <pc:sldLayoutMk cId="2139158685" sldId="2147484079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2:26.166" v="5317"/>
        <pc:sldMasterMkLst>
          <pc:docMk/>
          <pc:sldMasterMk cId="1119791771" sldId="2147484096"/>
        </pc:sldMasterMkLst>
        <pc:sldLayoutChg chg="addSp">
          <pc:chgData name="Franco Andrés Chiappe Donoso" userId="952ef6fb-7da9-433b-9cb5-ab1c1c91cce3" providerId="ADAL" clId="{D482683E-DF45-4BA1-B60E-919AB3CEA91E}" dt="2025-10-13T23:12:26.166" v="5317"/>
          <pc:sldLayoutMkLst>
            <pc:docMk/>
            <pc:sldMasterMk cId="1119791771" sldId="2147484096"/>
            <pc:sldLayoutMk cId="731401911" sldId="214748409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37.605" v="5278"/>
        <pc:sldMasterMkLst>
          <pc:docMk/>
          <pc:sldMasterMk cId="1692968776" sldId="2147484096"/>
        </pc:sldMasterMkLst>
        <pc:sldLayoutChg chg="addSp">
          <pc:chgData name="Franco Andrés Chiappe Donoso" userId="952ef6fb-7da9-433b-9cb5-ab1c1c91cce3" providerId="ADAL" clId="{D482683E-DF45-4BA1-B60E-919AB3CEA91E}" dt="2025-10-13T23:11:37.605" v="5278"/>
          <pc:sldLayoutMkLst>
            <pc:docMk/>
            <pc:sldMasterMk cId="1692968776" sldId="2147484096"/>
            <pc:sldLayoutMk cId="1206780542" sldId="214748409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38.928" v="5283"/>
        <pc:sldMasterMkLst>
          <pc:docMk/>
          <pc:sldMasterMk cId="2092088553" sldId="2147484108"/>
        </pc:sldMasterMkLst>
        <pc:sldLayoutChg chg="addSp">
          <pc:chgData name="Franco Andrés Chiappe Donoso" userId="952ef6fb-7da9-433b-9cb5-ab1c1c91cce3" providerId="ADAL" clId="{D482683E-DF45-4BA1-B60E-919AB3CEA91E}" dt="2025-10-13T23:11:38.928" v="5283"/>
          <pc:sldLayoutMkLst>
            <pc:docMk/>
            <pc:sldMasterMk cId="2092088553" sldId="2147484108"/>
            <pc:sldLayoutMk cId="4092943679" sldId="2147484109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2:31.544" v="5322"/>
        <pc:sldMasterMkLst>
          <pc:docMk/>
          <pc:sldMasterMk cId="4241751293" sldId="2147484108"/>
        </pc:sldMasterMkLst>
        <pc:sldLayoutChg chg="addSp">
          <pc:chgData name="Franco Andrés Chiappe Donoso" userId="952ef6fb-7da9-433b-9cb5-ab1c1c91cce3" providerId="ADAL" clId="{D482683E-DF45-4BA1-B60E-919AB3CEA91E}" dt="2025-10-13T23:12:31.544" v="5322"/>
          <pc:sldLayoutMkLst>
            <pc:docMk/>
            <pc:sldMasterMk cId="4241751293" sldId="2147484108"/>
            <pc:sldLayoutMk cId="288651362" sldId="2147484109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44.316" v="5288"/>
        <pc:sldMasterMkLst>
          <pc:docMk/>
          <pc:sldMasterMk cId="1665824243" sldId="2147484126"/>
        </pc:sldMasterMkLst>
        <pc:sldLayoutChg chg="addSp">
          <pc:chgData name="Franco Andrés Chiappe Donoso" userId="952ef6fb-7da9-433b-9cb5-ab1c1c91cce3" providerId="ADAL" clId="{D482683E-DF45-4BA1-B60E-919AB3CEA91E}" dt="2025-10-13T23:11:44.316" v="5288"/>
          <pc:sldLayoutMkLst>
            <pc:docMk/>
            <pc:sldMasterMk cId="1665824243" sldId="2147484126"/>
            <pc:sldLayoutMk cId="3832889495" sldId="214748412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53.189" v="5293"/>
        <pc:sldMasterMkLst>
          <pc:docMk/>
          <pc:sldMasterMk cId="876038568" sldId="2147484138"/>
        </pc:sldMasterMkLst>
        <pc:sldLayoutChg chg="addSp">
          <pc:chgData name="Franco Andrés Chiappe Donoso" userId="952ef6fb-7da9-433b-9cb5-ab1c1c91cce3" providerId="ADAL" clId="{D482683E-DF45-4BA1-B60E-919AB3CEA91E}" dt="2025-10-13T23:11:53.189" v="5293"/>
          <pc:sldLayoutMkLst>
            <pc:docMk/>
            <pc:sldMasterMk cId="876038568" sldId="2147484138"/>
            <pc:sldLayoutMk cId="1300956225" sldId="2147484139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1:55.366" v="5297"/>
        <pc:sldMasterMkLst>
          <pc:docMk/>
          <pc:sldMasterMk cId="1555756214" sldId="2147484156"/>
        </pc:sldMasterMkLst>
        <pc:sldLayoutChg chg="addSp">
          <pc:chgData name="Franco Andrés Chiappe Donoso" userId="952ef6fb-7da9-433b-9cb5-ab1c1c91cce3" providerId="ADAL" clId="{D482683E-DF45-4BA1-B60E-919AB3CEA91E}" dt="2025-10-13T23:11:55.366" v="5297"/>
          <pc:sldLayoutMkLst>
            <pc:docMk/>
            <pc:sldMasterMk cId="1555756214" sldId="2147484156"/>
            <pc:sldLayoutMk cId="2894496570" sldId="2147484157"/>
          </pc:sldLayoutMkLst>
        </pc:sldLayoutChg>
      </pc:sldMasterChg>
      <pc:sldMasterChg chg="modSldLayout">
        <pc:chgData name="Franco Andrés Chiappe Donoso" userId="952ef6fb-7da9-433b-9cb5-ab1c1c91cce3" providerId="ADAL" clId="{D482683E-DF45-4BA1-B60E-919AB3CEA91E}" dt="2025-10-13T23:12:15.023" v="5301"/>
        <pc:sldMasterMkLst>
          <pc:docMk/>
          <pc:sldMasterMk cId="2968944920" sldId="2147484173"/>
        </pc:sldMasterMkLst>
        <pc:sldLayoutChg chg="addSp">
          <pc:chgData name="Franco Andrés Chiappe Donoso" userId="952ef6fb-7da9-433b-9cb5-ab1c1c91cce3" providerId="ADAL" clId="{D482683E-DF45-4BA1-B60E-919AB3CEA91E}" dt="2025-10-13T23:12:15.023" v="5301"/>
          <pc:sldLayoutMkLst>
            <pc:docMk/>
            <pc:sldMasterMk cId="2968944920" sldId="2147484173"/>
            <pc:sldLayoutMk cId="3471517993" sldId="2147484174"/>
          </pc:sldLayoutMkLst>
        </pc:sldLayoutChg>
      </pc:sldMasterChg>
    </pc:docChg>
  </pc:docChgLst>
  <pc:docChgLst>
    <pc:chgData name="Ziyu Guo ." userId="S::ziyuguo@uc.cl::5d0ee9bc-099e-4375-8de4-b9df224602ff" providerId="AD" clId="Web-{98847E53-4AB8-6E68-5D81-1FDC4B26B6CA}"/>
    <pc:docChg chg="mod modSld">
      <pc:chgData name="Ziyu Guo ." userId="S::ziyuguo@uc.cl::5d0ee9bc-099e-4375-8de4-b9df224602ff" providerId="AD" clId="Web-{98847E53-4AB8-6E68-5D81-1FDC4B26B6CA}" dt="2025-10-14T13:44:12.086" v="2"/>
      <pc:docMkLst>
        <pc:docMk/>
      </pc:docMkLst>
      <pc:sldChg chg="modSp">
        <pc:chgData name="Ziyu Guo ." userId="S::ziyuguo@uc.cl::5d0ee9bc-099e-4375-8de4-b9df224602ff" providerId="AD" clId="Web-{98847E53-4AB8-6E68-5D81-1FDC4B26B6CA}" dt="2025-10-14T13:43:12.101" v="1" actId="20577"/>
        <pc:sldMkLst>
          <pc:docMk/>
          <pc:sldMk cId="2452694463" sldId="286"/>
        </pc:sldMkLst>
        <pc:spChg chg="mod">
          <ac:chgData name="Ziyu Guo ." userId="S::ziyuguo@uc.cl::5d0ee9bc-099e-4375-8de4-b9df224602ff" providerId="AD" clId="Web-{98847E53-4AB8-6E68-5D81-1FDC4B26B6CA}" dt="2025-10-14T13:43:12.101" v="1" actId="20577"/>
          <ac:spMkLst>
            <pc:docMk/>
            <pc:sldMk cId="2452694463" sldId="286"/>
            <ac:spMk id="17" creationId="{9E502E99-9827-971C-6B52-D22AF8DC923B}"/>
          </ac:spMkLst>
        </pc:spChg>
      </pc:sldChg>
    </pc:docChg>
  </pc:docChgLst>
  <pc:docChgLst>
    <pc:chgData name="Vicente Alfredo Garay Robertson" userId="S::vicente.garay@uc.cl::78783c43-e97e-49e6-a0de-64154ae66e65" providerId="AD" clId="Web-{010CFFE0-D80F-F219-E3E5-33659FEDFD64}"/>
    <pc:docChg chg="modSld">
      <pc:chgData name="Vicente Alfredo Garay Robertson" userId="S::vicente.garay@uc.cl::78783c43-e97e-49e6-a0de-64154ae66e65" providerId="AD" clId="Web-{010CFFE0-D80F-F219-E3E5-33659FEDFD64}" dt="2025-10-13T18:00:43.737" v="4" actId="20577"/>
      <pc:docMkLst>
        <pc:docMk/>
      </pc:docMkLst>
      <pc:sldChg chg="modSp">
        <pc:chgData name="Vicente Alfredo Garay Robertson" userId="S::vicente.garay@uc.cl::78783c43-e97e-49e6-a0de-64154ae66e65" providerId="AD" clId="Web-{010CFFE0-D80F-F219-E3E5-33659FEDFD64}" dt="2025-10-13T18:00:43.737" v="4" actId="20577"/>
        <pc:sldMkLst>
          <pc:docMk/>
          <pc:sldMk cId="1453617272" sldId="273"/>
        </pc:sldMkLst>
        <pc:spChg chg="mod">
          <ac:chgData name="Vicente Alfredo Garay Robertson" userId="S::vicente.garay@uc.cl::78783c43-e97e-49e6-a0de-64154ae66e65" providerId="AD" clId="Web-{010CFFE0-D80F-F219-E3E5-33659FEDFD64}" dt="2025-10-13T18:00:43.737" v="4" actId="20577"/>
          <ac:spMkLst>
            <pc:docMk/>
            <pc:sldMk cId="1453617272" sldId="273"/>
            <ac:spMk id="3" creationId="{46C2D0EA-90D1-BC37-B26E-AF8CE5AEA162}"/>
          </ac:spMkLst>
        </pc:spChg>
      </pc:sldChg>
    </pc:docChg>
  </pc:docChgLst>
  <pc:docChgLst>
    <pc:chgData name="Luis Cristóbal Rojas González" userId="S::luis.rojas@uc.cl::77fcfdbb-4eb8-44ac-acf7-9e4e5cd1838a" providerId="AD" clId="Web-{AC31D15B-1E26-6363-5BC9-944994E35A51}"/>
    <pc:docChg chg="mod">
      <pc:chgData name="Luis Cristóbal Rojas González" userId="S::luis.rojas@uc.cl::77fcfdbb-4eb8-44ac-acf7-9e4e5cd1838a" providerId="AD" clId="Web-{AC31D15B-1E26-6363-5BC9-944994E35A51}" dt="2025-10-14T12:23:12.925" v="0"/>
      <pc:docMkLst>
        <pc:docMk/>
      </pc:docMkLst>
    </pc:docChg>
  </pc:docChgLst>
  <pc:docChgLst>
    <pc:chgData name="Ziyu Guo ." userId="S::ziyuguo@uc.cl::5d0ee9bc-099e-4375-8de4-b9df224602ff" providerId="AD" clId="Web-{C61ECA18-A6EB-C65E-FD1C-A8D88EC0808F}"/>
    <pc:docChg chg="modSld">
      <pc:chgData name="Ziyu Guo ." userId="S::ziyuguo@uc.cl::5d0ee9bc-099e-4375-8de4-b9df224602ff" providerId="AD" clId="Web-{C61ECA18-A6EB-C65E-FD1C-A8D88EC0808F}" dt="2025-10-14T02:30:03.582" v="2" actId="1076"/>
      <pc:docMkLst>
        <pc:docMk/>
      </pc:docMkLst>
      <pc:sldChg chg="modSp">
        <pc:chgData name="Ziyu Guo ." userId="S::ziyuguo@uc.cl::5d0ee9bc-099e-4375-8de4-b9df224602ff" providerId="AD" clId="Web-{C61ECA18-A6EB-C65E-FD1C-A8D88EC0808F}" dt="2025-10-14T02:30:03.582" v="2" actId="1076"/>
        <pc:sldMkLst>
          <pc:docMk/>
          <pc:sldMk cId="1453617272" sldId="273"/>
        </pc:sldMkLst>
        <pc:spChg chg="mod">
          <ac:chgData name="Ziyu Guo ." userId="S::ziyuguo@uc.cl::5d0ee9bc-099e-4375-8de4-b9df224602ff" providerId="AD" clId="Web-{C61ECA18-A6EB-C65E-FD1C-A8D88EC0808F}" dt="2025-10-14T02:29:57.738" v="1" actId="1076"/>
          <ac:spMkLst>
            <pc:docMk/>
            <pc:sldMk cId="1453617272" sldId="273"/>
            <ac:spMk id="6" creationId="{4675854B-B3DD-F4DD-6889-48826BA9301D}"/>
          </ac:spMkLst>
        </pc:spChg>
        <pc:spChg chg="mod">
          <ac:chgData name="Ziyu Guo ." userId="S::ziyuguo@uc.cl::5d0ee9bc-099e-4375-8de4-b9df224602ff" providerId="AD" clId="Web-{C61ECA18-A6EB-C65E-FD1C-A8D88EC0808F}" dt="2025-10-14T02:30:03.582" v="2" actId="1076"/>
          <ac:spMkLst>
            <pc:docMk/>
            <pc:sldMk cId="1453617272" sldId="273"/>
            <ac:spMk id="8" creationId="{2B81704B-44B7-0E8E-19F1-D97410BBC23C}"/>
          </ac:spMkLst>
        </pc:spChg>
      </pc:sldChg>
    </pc:docChg>
  </pc:docChgLst>
</pc:chgInfo>
</file>

<file path=ppt/comments/modernComment_12D_558DB9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7E623C-EAD1-4DBA-A2A2-F22436DE13B7}" authorId="{76E1BA84-509A-CEFD-2DD6-BB5F7A5237BB}" created="2025-10-14T12:23:19.940">
    <pc:sldMkLst xmlns:pc="http://schemas.microsoft.com/office/powerpoint/2013/main/command">
      <pc:docMk/>
      <pc:sldMk cId="1435351318" sldId="301"/>
    </pc:sldMkLst>
    <p188:txBody>
      <a:bodyPr/>
      <a:lstStyle/>
      <a:p>
        <a:r>
          <a:rPr lang="en-US"/>
          <a:t>lo mismo aqui</a:t>
        </a:r>
      </a:p>
    </p188:txBody>
  </p188:cm>
  <p188:cm id="{973E605F-4F95-43DB-9723-CF12F3697A57}" authorId="{76E1BA84-509A-CEFD-2DD6-BB5F7A5237BB}" status="resolved" created="2025-10-14T12:23:49.9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35351318" sldId="301"/>
      <ac:spMk id="2" creationId="{5937D349-F3D3-8D07-2B10-26188A94F97B}"/>
      <ac:txMk cp="0">
        <ac:context len="63" hash="2382703556"/>
      </ac:txMk>
    </ac:txMkLst>
    <p188:pos x="8628944" y="84666"/>
    <p188:txBody>
      <a:bodyPr/>
      <a:lstStyle/>
      <a:p>
        <a:r>
          <a:rPr lang="en-US"/>
          <a:t>más corto: "Control manual de datos reduce..."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0-14T12:30:23.866" authorId="{7A9A41B8-83B5-7003-3082-961487D97213}"/>
          </p223:rxn>
        </p223:reactions>
      </p:ext>
    </p188:extLst>
  </p188:cm>
</p188:cmLst>
</file>

<file path=ppt/comments/modernComment_12E_599A3B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8BDF9C-7EA2-4001-9731-062D63AB5951}" authorId="{76E1BA84-509A-CEFD-2DD6-BB5F7A5237BB}" created="2025-10-14T12:23:12.925">
    <pc:sldMkLst xmlns:pc="http://schemas.microsoft.com/office/powerpoint/2013/main/command">
      <pc:docMk/>
      <pc:sldMk cId="1503279884" sldId="302"/>
    </pc:sldMkLst>
    <p188:txBody>
      <a:bodyPr/>
      <a:lstStyle/>
      <a:p>
        <a:r>
          <a:rPr lang="en-US"/>
          <a:t>Pueden usar material visual para ocupar mejor el espacio blanco que queda abajo</a:t>
        </a:r>
      </a:p>
    </p188:txBody>
  </p188:cm>
</p188:cmLst>
</file>

<file path=ppt/comments/modernComment_110_83A6EC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7E88D-AD58-E140-A3D3-AECFFFC50186}" authorId="{A9F27DEE-20FD-0B97-634A-A122D0C9E633}" status="resolved" created="2025-10-14T12:39:10.100" complete="100000">
    <pc:sldMkLst xmlns:pc="http://schemas.microsoft.com/office/powerpoint/2013/main/command">
      <pc:docMk/>
      <pc:sldMk cId="2208754760" sldId="272"/>
    </pc:sldMkLst>
    <p188:txBody>
      <a:bodyPr/>
      <a:lstStyle/>
      <a:p>
        <a:r>
          <a:rPr lang="en-US"/>
          <a:t>demasiado texto redundante, aprovechen el elemento visual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0C773-1EBF-4445-96D5-9CDB7DE9012C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52814-0D18-4CD3-91F9-34B0161C624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173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8B9D-8EE9-4441-3468-1E9FC149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4898E-3A74-070A-BFF0-352591129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5A4D2-AF1C-6EB1-0D24-321CDC920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3A7C4-2818-9F81-A706-2B13369D6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832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817F-F401-AC74-C7BB-C911B8C4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A996D-2623-4C77-A3CF-D5F8E8DA3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CFBE1-AEE3-0A72-213B-FADD46773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falta de control continuo en la calidad de los datos impacta directamente en la eficiencia y el costo de operación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2AE50-7E76-F35B-D739-1FB5E0CED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99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La falta de control continuo en la calidad de los datos impacta directamente en la eficiencia y el costo de operación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031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258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235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425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CA5F-B608-B0DF-C7B5-AF4587438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D7F7A-2E6F-5703-8B12-D5C27A444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A1A6A-FD5D-AF37-5B97-C97583A2D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C08-2C10-F372-0B93-B8169C9A6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602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06A26-47F9-7C23-7B36-61DBD1B388CA}"/>
              </a:ext>
            </a:extLst>
          </p:cNvPr>
          <p:cNvSpPr txBox="1">
            <a:spLocks/>
          </p:cNvSpPr>
          <p:nvPr userDrawn="1"/>
        </p:nvSpPr>
        <p:spPr>
          <a:xfrm>
            <a:off x="1219724" y="3429000"/>
            <a:ext cx="9440034" cy="1017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L" sz="4600" b="1">
              <a:solidFill>
                <a:srgbClr val="303E48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00375C9-C882-9CC3-043E-7830244FCE32}"/>
              </a:ext>
            </a:extLst>
          </p:cNvPr>
          <p:cNvSpPr txBox="1">
            <a:spLocks/>
          </p:cNvSpPr>
          <p:nvPr userDrawn="1"/>
        </p:nvSpPr>
        <p:spPr>
          <a:xfrm>
            <a:off x="1375983" y="4906292"/>
            <a:ext cx="9440034" cy="652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L" sz="1800">
              <a:solidFill>
                <a:srgbClr val="00AFE3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089E6D1-FBC3-1DB0-8AEB-C8B35D6D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4" y="704499"/>
            <a:ext cx="11029616" cy="11895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4635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232914"/>
            <a:ext cx="11309338" cy="15707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19" y="511410"/>
            <a:ext cx="11029616" cy="1013800"/>
          </a:xfrm>
        </p:spPr>
        <p:txBody>
          <a:bodyPr anchor="ctr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/>
          <a:lstStyle>
            <a:lvl1pPr algn="just">
              <a:lnSpc>
                <a:spcPct val="150000"/>
              </a:lnSpc>
              <a:defRPr>
                <a:latin typeface="+mj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1446" y="6138699"/>
            <a:ext cx="2844799" cy="365125"/>
          </a:xfrm>
        </p:spPr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2181" y="6138699"/>
            <a:ext cx="691721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32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9E09-CC47-95E7-EBA9-7ECFF67E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9613C-8E9E-F29A-BD9F-15FE9E95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48450-3203-6216-5F2A-D2F5D4FD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91DFA-A6B7-F3BA-F3CB-FB96EC0D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9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945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3323AB-41F9-BAA7-5EEA-C50BC4F38F9A}"/>
              </a:ext>
            </a:extLst>
          </p:cNvPr>
          <p:cNvSpPr>
            <a:spLocks noChangeAspect="1"/>
          </p:cNvSpPr>
          <p:nvPr userDrawn="1"/>
        </p:nvSpPr>
        <p:spPr>
          <a:xfrm>
            <a:off x="440286" y="232914"/>
            <a:ext cx="11309338" cy="15707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374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307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706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140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5761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9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1362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846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15-10-2025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877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6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E_599A3B0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D_558DB9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83A6EC4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5261B-1E4E-BEA5-7E61-0012FF12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AE6E20-272B-4965-A636-4C47C90B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54EC2-1493-F15B-2A88-D5B0AA9844BC}"/>
              </a:ext>
            </a:extLst>
          </p:cNvPr>
          <p:cNvSpPr txBox="1"/>
          <p:nvPr/>
        </p:nvSpPr>
        <p:spPr>
          <a:xfrm>
            <a:off x="581191" y="4174315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000" b="1" dirty="0"/>
              <a:t>Optimización de modelos predictivos mediante detección de </a:t>
            </a:r>
            <a:r>
              <a:rPr lang="es-CL" sz="4000" b="1" dirty="0" err="1"/>
              <a:t>outliers</a:t>
            </a:r>
            <a:r>
              <a:rPr lang="es-CL" sz="4000" b="1" dirty="0"/>
              <a:t> y </a:t>
            </a:r>
            <a:r>
              <a:rPr lang="es-CL" sz="4000" b="1" dirty="0" err="1"/>
              <a:t>drift</a:t>
            </a:r>
            <a:endParaRPr lang="en-US" sz="4000" b="1" cap="all" noProof="0" dirty="0">
              <a:ln w="3175" cmpd="sng">
                <a:noFill/>
              </a:ln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BF3F8-6A2D-6314-A70D-F0D60EAD9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67" y="5444479"/>
            <a:ext cx="10993546" cy="5255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1000" dirty="0" err="1"/>
              <a:t>Dataconnect</a:t>
            </a:r>
            <a:endParaRPr lang="es-CL" sz="1000" dirty="0"/>
          </a:p>
          <a:p>
            <a:pPr algn="ctr">
              <a:lnSpc>
                <a:spcPct val="90000"/>
              </a:lnSpc>
            </a:pPr>
            <a:r>
              <a:rPr lang="es-CL" sz="1000" dirty="0"/>
              <a:t>Proyecto de Grado Licenciatura en Ingeniería en Ciencia de Datos</a:t>
            </a:r>
          </a:p>
          <a:p>
            <a:pPr algn="ctr">
              <a:lnSpc>
                <a:spcPct val="90000"/>
              </a:lnSpc>
            </a:pPr>
            <a:r>
              <a:rPr lang="en-US" sz="1000" noProof="0" dirty="0"/>
              <a:t>Franco Chiappe</a:t>
            </a:r>
            <a:endParaRPr lang="en-US" sz="10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 dirty="0"/>
              <a:t>Vicente Garay</a:t>
            </a:r>
            <a:endParaRPr lang="en-US" sz="10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 dirty="0"/>
              <a:t>Ziyu Guo</a:t>
            </a:r>
          </a:p>
        </p:txBody>
      </p:sp>
      <p:pic>
        <p:nvPicPr>
          <p:cNvPr id="2" name="图片 2" descr="Ainwater - BlueTech Research">
            <a:extLst>
              <a:ext uri="{FF2B5EF4-FFF2-40B4-BE49-F238E27FC236}">
                <a16:creationId xmlns:a16="http://schemas.microsoft.com/office/drawing/2014/main" id="{52238C76-54F7-44F0-A407-24432A21F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87" y="723900"/>
            <a:ext cx="10150226" cy="2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2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A6CA-C27E-3A4F-5EE6-2CE9A248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04BF-FBB0-590D-5E8D-127AECAB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INTELIGENCIA ARTIFICIAL PARA UNA GESTIÓN EFICIENTE Y SOSTENIBLE DEL AGUA</a:t>
            </a:r>
            <a:endParaRPr lang="es-CL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23D5A-DE76-E82E-39D7-F04EC43E7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556938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/>
            <a:r>
              <a:rPr lang="es-CL" dirty="0">
                <a:solidFill>
                  <a:srgbClr val="3F4B55"/>
                </a:solidFill>
              </a:rPr>
              <a:t>Desarrolla software como servicio (SaaS) para optimización de plantas de tratamiento de aguas</a:t>
            </a:r>
            <a:endParaRPr lang="zh-CN" dirty="0">
              <a:ea typeface="华文中宋"/>
            </a:endParaRPr>
          </a:p>
          <a:p>
            <a:pPr marL="305435" indent="-305435"/>
            <a:r>
              <a:rPr lang="es-CL" dirty="0"/>
              <a:t>Su tecnología se implementa en plantas que procesan más de un millón de m³ diarios</a:t>
            </a:r>
            <a:endParaRPr lang="es-CL" dirty="0">
              <a:solidFill>
                <a:srgbClr val="3F4B55"/>
              </a:solidFill>
            </a:endParaRPr>
          </a:p>
          <a:p>
            <a:pPr marL="305435" indent="-305435"/>
            <a:r>
              <a:rPr lang="es-CL" dirty="0"/>
              <a:t>Aplicaciones en agua potable, aguas residuales, desalinización, manufactura y comunidades rurales</a:t>
            </a:r>
          </a:p>
          <a:p>
            <a:pPr marL="305435" indent="-305435"/>
            <a:r>
              <a:rPr lang="es-CL" dirty="0"/>
              <a:t>Su plataforma Poseidón ya opera en más de 100 plantas y ha logrado reducir hasta un 30 % los costos operacionales</a:t>
            </a:r>
          </a:p>
          <a:p>
            <a:pPr marL="305435" indent="-305435"/>
            <a:endParaRPr lang="es-CL" dirty="0"/>
          </a:p>
        </p:txBody>
      </p:sp>
      <p:sp>
        <p:nvSpPr>
          <p:cNvPr id="3" name="AutoShape 2" descr="Investigación reciente muestra cómo la inteligencia artificial optimiza la  gestión del agua – El blog de Víctor Yepes">
            <a:extLst>
              <a:ext uri="{FF2B5EF4-FFF2-40B4-BE49-F238E27FC236}">
                <a16:creationId xmlns:a16="http://schemas.microsoft.com/office/drawing/2014/main" id="{83AE7620-D223-EDD1-B48D-599F9FDDB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DD230-9297-89A9-1083-C732A196E681}"/>
              </a:ext>
            </a:extLst>
          </p:cNvPr>
          <p:cNvSpPr txBox="1"/>
          <p:nvPr/>
        </p:nvSpPr>
        <p:spPr>
          <a:xfrm>
            <a:off x="3255109" y="4724300"/>
            <a:ext cx="1287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1 Millón m³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83D99-4283-F165-8C2F-213CE62D3D4F}"/>
              </a:ext>
            </a:extLst>
          </p:cNvPr>
          <p:cNvSpPr txBox="1"/>
          <p:nvPr/>
        </p:nvSpPr>
        <p:spPr>
          <a:xfrm>
            <a:off x="7184791" y="4737434"/>
            <a:ext cx="242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400 Piscinas Olímpicas</a:t>
            </a:r>
          </a:p>
        </p:txBody>
      </p:sp>
      <p:pic>
        <p:nvPicPr>
          <p:cNvPr id="25" name="Picture 10" descr="Tokio inaugura su flamante centro acuático para los Juegos Olímpicos">
            <a:extLst>
              <a:ext uri="{FF2B5EF4-FFF2-40B4-BE49-F238E27FC236}">
                <a16:creationId xmlns:a16="http://schemas.microsoft.com/office/drawing/2014/main" id="{1DDD4C1F-D94C-98C2-F569-3C7D58949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43236" r="11382"/>
          <a:stretch>
            <a:fillRect/>
          </a:stretch>
        </p:blipFill>
        <p:spPr bwMode="auto">
          <a:xfrm>
            <a:off x="6864539" y="5113866"/>
            <a:ext cx="3068678" cy="147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Equals 28">
            <a:extLst>
              <a:ext uri="{FF2B5EF4-FFF2-40B4-BE49-F238E27FC236}">
                <a16:creationId xmlns:a16="http://schemas.microsoft.com/office/drawing/2014/main" id="{371F8149-79BD-D771-985A-1C532C8912FD}"/>
              </a:ext>
            </a:extLst>
          </p:cNvPr>
          <p:cNvSpPr/>
          <p:nvPr/>
        </p:nvSpPr>
        <p:spPr>
          <a:xfrm>
            <a:off x="5486400" y="5328712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1026" name="Picture 2" descr="Valoremos el agua - Santo Tomás en Línea">
            <a:extLst>
              <a:ext uri="{FF2B5EF4-FFF2-40B4-BE49-F238E27FC236}">
                <a16:creationId xmlns:a16="http://schemas.microsoft.com/office/drawing/2014/main" id="{0A825D96-E9C1-CEF6-FFDD-F0ACF50D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024" y="5106766"/>
            <a:ext cx="2367999" cy="147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279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distribution curve&#10;&#10;AI-generated content may be incorrect.">
            <a:extLst>
              <a:ext uri="{FF2B5EF4-FFF2-40B4-BE49-F238E27FC236}">
                <a16:creationId xmlns:a16="http://schemas.microsoft.com/office/drawing/2014/main" id="{99B7BCD6-B929-AD11-51D2-5277878FD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7" r="9534"/>
          <a:stretch>
            <a:fillRect/>
          </a:stretch>
        </p:blipFill>
        <p:spPr>
          <a:xfrm>
            <a:off x="8001834" y="2110922"/>
            <a:ext cx="3114990" cy="2193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7D349-F3D3-8D07-2B10-26188A94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CONTROL MANUAL DE DATOS AFECTA LA CONFIABILIDAD DE LOS MODELOS</a:t>
            </a:r>
            <a:endParaRPr lang="es-CL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522B85-A7E4-E0EE-121C-E80461A5F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241" y="2180496"/>
            <a:ext cx="6743837" cy="3758923"/>
          </a:xfrm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s-CL" dirty="0"/>
              <a:t>El control de calidad de los datos es actualmente manual y reactivo</a:t>
            </a:r>
          </a:p>
          <a:p>
            <a:r>
              <a:rPr lang="es-CL" dirty="0"/>
              <a:t>No existen sistemas automáticos para detectar anomalías o </a:t>
            </a:r>
            <a:r>
              <a:rPr lang="es-CL" dirty="0" err="1"/>
              <a:t>drift</a:t>
            </a:r>
            <a:r>
              <a:rPr lang="es-CL" dirty="0"/>
              <a:t> en los sensores</a:t>
            </a:r>
          </a:p>
          <a:p>
            <a:r>
              <a:rPr lang="es-CL" dirty="0"/>
              <a:t>En la práctica, los modelos pierden precisión y requieren reentrenamientos frecuentes</a:t>
            </a:r>
          </a:p>
          <a:p>
            <a:r>
              <a:rPr lang="es-CL" dirty="0"/>
              <a:t>Esto genera menor confiabilidad en los modelos predictivos y mayores costos operativos</a:t>
            </a:r>
          </a:p>
          <a:p>
            <a:endParaRPr lang="es-CL" dirty="0"/>
          </a:p>
        </p:txBody>
      </p:sp>
      <p:pic>
        <p:nvPicPr>
          <p:cNvPr id="5130" name="Picture 10" descr="What is Machine Learning? - Let's Talk Science">
            <a:extLst>
              <a:ext uri="{FF2B5EF4-FFF2-40B4-BE49-F238E27FC236}">
                <a16:creationId xmlns:a16="http://schemas.microsoft.com/office/drawing/2014/main" id="{5D19D530-39CF-4A95-16AE-D7441DF08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08"/>
          <a:stretch>
            <a:fillRect/>
          </a:stretch>
        </p:blipFill>
        <p:spPr bwMode="auto">
          <a:xfrm>
            <a:off x="8348756" y="4019647"/>
            <a:ext cx="2421146" cy="191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3513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2A4A-8CAF-9DE4-3B6F-2AD1DC69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CL" sz="2800"/>
              <a:t>DATOS: SERIES DE TIEMPO MULTIVARIABLES DE SENSORES EN PLANTAS DE TRATAMIENTO</a:t>
            </a:r>
            <a:endParaRPr lang="es-CL" sz="2800" b="1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DB8F-F650-2650-3478-AD025A8F6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200" y="2109882"/>
            <a:ext cx="4965566" cy="4110182"/>
          </a:xfrm>
          <a:ln w="12700"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pPr marL="305435" indent="-305435"/>
            <a:r>
              <a:rPr lang="es-CL" noProof="0" dirty="0"/>
              <a:t>Los datos presentan variabilidad entre plantas y sensores, lo que exige ajustar los modelos por tipo de variable y contexto operativo</a:t>
            </a:r>
          </a:p>
          <a:p>
            <a:pPr marL="305435" indent="-305435"/>
            <a:r>
              <a:rPr lang="es-CL" noProof="0" dirty="0"/>
              <a:t>Se trabaja con series de tiempo minuto a minuto, lo que permite un monitoreo continuo y una respuesta temprana ante desviaciones.</a:t>
            </a:r>
          </a:p>
          <a:p>
            <a:pPr marL="305435" indent="-305435"/>
            <a:r>
              <a:rPr lang="es-CL" noProof="0" dirty="0"/>
              <a:t>Contamos con datos etiquetados manualmente por nosotros para entrenar y validar los modelos de detección de </a:t>
            </a:r>
            <a:r>
              <a:rPr lang="es-CL" noProof="0" dirty="0" err="1"/>
              <a:t>outliers</a:t>
            </a:r>
            <a:r>
              <a:rPr lang="es-CL" noProof="0" dirty="0"/>
              <a:t>.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AA2B38B9-51DB-DB49-0CCD-A383BA2C7F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07"/>
          <a:stretch>
            <a:fillRect/>
          </a:stretch>
        </p:blipFill>
        <p:spPr>
          <a:xfrm>
            <a:off x="479137" y="2251363"/>
            <a:ext cx="5930542" cy="411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547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55FB-3F5A-5F02-A04F-1B63CFDD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SISTEMA AUTOMÁTICO PARA EVALUAR LA CALIDAD DE DATOS Y MEJORAR LA CONFIABILIDAD DE LOS MODELOS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16CDA68E-5988-A924-A172-CC11EA30E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253" y="2109881"/>
            <a:ext cx="5784096" cy="4110182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 anchor="t">
            <a:noAutofit/>
          </a:bodyPr>
          <a:lstStyle/>
          <a:p>
            <a:pPr marL="305435" indent="-305435" algn="just">
              <a:lnSpc>
                <a:spcPct val="150000"/>
              </a:lnSpc>
            </a:pPr>
            <a:r>
              <a:rPr lang="es-CL" dirty="0"/>
              <a:t>Desarrollamos un sistema que evalúa automáticamente la calidad de los datos de sensores, anomalías (</a:t>
            </a:r>
            <a:r>
              <a:rPr lang="es-CL" dirty="0" err="1"/>
              <a:t>outliers</a:t>
            </a:r>
            <a:r>
              <a:rPr lang="es-CL" dirty="0"/>
              <a:t>) y cambios de distribución (</a:t>
            </a:r>
            <a:r>
              <a:rPr lang="es-CL" dirty="0" err="1"/>
              <a:t>drift</a:t>
            </a:r>
            <a:r>
              <a:rPr lang="es-CL" dirty="0"/>
              <a:t>)</a:t>
            </a:r>
            <a:endParaRPr lang="zh-CN" altLang="en-US" dirty="0"/>
          </a:p>
          <a:p>
            <a:pPr marL="305435" indent="-305435" algn="just">
              <a:lnSpc>
                <a:spcPct val="150000"/>
              </a:lnSpc>
            </a:pPr>
            <a:r>
              <a:rPr lang="es-CL" dirty="0"/>
              <a:t>El modelo se ejecuta por variable y por planta, analizando las series de tiempo y entregando indicadores de calidad</a:t>
            </a:r>
          </a:p>
          <a:p>
            <a:pPr marL="305435" indent="-305435" algn="just">
              <a:lnSpc>
                <a:spcPct val="150000"/>
              </a:lnSpc>
            </a:pPr>
            <a:r>
              <a:rPr lang="es-CL" dirty="0"/>
              <a:t>El monitoreo de </a:t>
            </a:r>
            <a:r>
              <a:rPr lang="es-CL" dirty="0" err="1"/>
              <a:t>drift</a:t>
            </a:r>
            <a:r>
              <a:rPr lang="es-CL" dirty="0"/>
              <a:t> permite anticipar desajustes en los modelos predictivos, evitando pérdida de precisión y reentrenamientos innecesarios</a:t>
            </a:r>
            <a:endParaRPr lang="es-CL" noProof="0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57650D1-C1D1-B421-5DD9-6E0C401C990C}"/>
              </a:ext>
            </a:extLst>
          </p:cNvPr>
          <p:cNvSpPr txBox="1">
            <a:spLocks/>
          </p:cNvSpPr>
          <p:nvPr/>
        </p:nvSpPr>
        <p:spPr>
          <a:xfrm>
            <a:off x="6613864" y="2109881"/>
            <a:ext cx="4996943" cy="4110181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CL"/>
              <a:t>Impacto del monitoreo de Drift en los modelos predictivos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es-CL"/>
          </a:p>
          <a:p>
            <a:pPr algn="ctr"/>
            <a:endParaRPr lang="es-C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5E8F8E-3D06-06D0-1475-0EE5E2EDC2FF}"/>
              </a:ext>
            </a:extLst>
          </p:cNvPr>
          <p:cNvSpPr/>
          <p:nvPr/>
        </p:nvSpPr>
        <p:spPr>
          <a:xfrm>
            <a:off x="6744804" y="5444060"/>
            <a:ext cx="2264054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Menor Perdida de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Precisión</a:t>
            </a:r>
            <a:endParaRPr lang="es-CL" b="1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3146C7-BFF8-EBC7-4FE8-5C9C34D0C7AD}"/>
              </a:ext>
            </a:extLst>
          </p:cNvPr>
          <p:cNvSpPr/>
          <p:nvPr/>
        </p:nvSpPr>
        <p:spPr>
          <a:xfrm>
            <a:off x="7940418" y="4240515"/>
            <a:ext cx="2264055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Menos Retraining de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Modelos</a:t>
            </a:r>
            <a:endParaRPr lang="es-CL" b="1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7E6C1C-5DDD-B1A3-9FE4-EEBA712518F8}"/>
              </a:ext>
            </a:extLst>
          </p:cNvPr>
          <p:cNvSpPr/>
          <p:nvPr/>
        </p:nvSpPr>
        <p:spPr>
          <a:xfrm>
            <a:off x="9181747" y="5444061"/>
            <a:ext cx="2281202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Menor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costo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Mantenimiento</a:t>
            </a:r>
            <a:endParaRPr lang="es-CL" b="1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5966F6-2182-B16E-EC90-D6AC1968CEAB}"/>
              </a:ext>
            </a:extLst>
          </p:cNvPr>
          <p:cNvSpPr/>
          <p:nvPr/>
        </p:nvSpPr>
        <p:spPr>
          <a:xfrm>
            <a:off x="7969813" y="3020330"/>
            <a:ext cx="2264055" cy="551407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Monitoreo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Drift</a:t>
            </a:r>
            <a:endParaRPr lang="es-CL" b="1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A107E1E-199D-8EF5-A2DA-BFE6976BFE45}"/>
              </a:ext>
            </a:extLst>
          </p:cNvPr>
          <p:cNvSpPr/>
          <p:nvPr/>
        </p:nvSpPr>
        <p:spPr>
          <a:xfrm>
            <a:off x="8751481" y="3618370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62AA3CF-87FB-106B-92B2-105BC6313923}"/>
              </a:ext>
            </a:extLst>
          </p:cNvPr>
          <p:cNvSpPr/>
          <p:nvPr/>
        </p:nvSpPr>
        <p:spPr>
          <a:xfrm rot="2239025">
            <a:off x="8317494" y="4854680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40EF76C-6D12-D8E9-E407-C8E075D10777}"/>
              </a:ext>
            </a:extLst>
          </p:cNvPr>
          <p:cNvSpPr/>
          <p:nvPr/>
        </p:nvSpPr>
        <p:spPr>
          <a:xfrm rot="19141279">
            <a:off x="9341733" y="4841791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74269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Marcador de contenido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3694BC21-9FB2-3CFF-877A-5F7A32AD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5" b="1782"/>
          <a:stretch>
            <a:fillRect/>
          </a:stretch>
        </p:blipFill>
        <p:spPr>
          <a:xfrm>
            <a:off x="6478607" y="3292606"/>
            <a:ext cx="4971346" cy="23011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2D0EA-90D1-BC37-B26E-AF8CE5AEA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228004"/>
            <a:ext cx="542239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/>
            <a:r>
              <a:rPr lang="es-CL" dirty="0"/>
              <a:t>Diferenciación estadística, para identificar variaciones bruscas respecto al histórico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1C5F-0E93-1E2D-2BB4-5CF0B8085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085" y="2228005"/>
            <a:ext cx="5422390" cy="3740176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/>
            <a:r>
              <a:rPr lang="es-CL" dirty="0"/>
              <a:t>Modelos AR(2), que aprenden patrones temporales y marcan desviaciones significativas como </a:t>
            </a:r>
            <a:r>
              <a:rPr lang="es-CL" dirty="0" err="1"/>
              <a:t>outliers</a:t>
            </a:r>
            <a:endParaRPr lang="es-CL" dirty="0"/>
          </a:p>
          <a:p>
            <a:pPr marL="305435" indent="-305435"/>
            <a:endParaRPr lang="es-CL" i="1" dirty="0"/>
          </a:p>
          <a:p>
            <a:pPr marL="0" indent="0">
              <a:buNone/>
            </a:pPr>
            <a:endParaRPr lang="es-CL" dirty="0"/>
          </a:p>
        </p:txBody>
      </p:sp>
      <p:pic>
        <p:nvPicPr>
          <p:cNvPr id="5" name="Marcador de contenido 7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1BA58950-D556-AA4A-CAE1-2392097D2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47" y="3194745"/>
            <a:ext cx="5138182" cy="24488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FCA1056-F0AA-07E5-60C9-9C6E6D28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37232"/>
            <a:ext cx="11029616" cy="1013800"/>
          </a:xfrm>
        </p:spPr>
        <p:txBody>
          <a:bodyPr>
            <a:noAutofit/>
          </a:bodyPr>
          <a:lstStyle/>
          <a:p>
            <a:r>
              <a:rPr lang="es-CL" b="1" dirty="0"/>
              <a:t>IMPLEMENTACIÓN DE MÉTODOS AUTOMÁTICOS PARA DETECTAR ANOMALÍAS EN SERIES DE TIEMPO</a:t>
            </a:r>
            <a:endParaRPr lang="es-CL" b="1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2CE96-935C-2D3D-ACE0-152763F0C35A}"/>
              </a:ext>
            </a:extLst>
          </p:cNvPr>
          <p:cNvCxnSpPr>
            <a:cxnSpLocks/>
          </p:cNvCxnSpPr>
          <p:nvPr/>
        </p:nvCxnSpPr>
        <p:spPr>
          <a:xfrm>
            <a:off x="2821489" y="4849051"/>
            <a:ext cx="822209" cy="219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1EAF3C-7DF8-9759-6E92-CB3D8F5951F3}"/>
              </a:ext>
            </a:extLst>
          </p:cNvPr>
          <p:cNvSpPr/>
          <p:nvPr/>
        </p:nvSpPr>
        <p:spPr>
          <a:xfrm>
            <a:off x="1767672" y="4711328"/>
            <a:ext cx="1053816" cy="30058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accent6">
                    <a:lumMod val="10000"/>
                  </a:schemeClr>
                </a:solidFill>
              </a:rPr>
              <a:t>Outlier</a:t>
            </a:r>
            <a:endParaRPr lang="es-CL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4" name="椭圆 5">
            <a:extLst>
              <a:ext uri="{FF2B5EF4-FFF2-40B4-BE49-F238E27FC236}">
                <a16:creationId xmlns:a16="http://schemas.microsoft.com/office/drawing/2014/main" id="{D61A5DAD-C907-4B67-8D1C-128EE2CF95F6}"/>
              </a:ext>
            </a:extLst>
          </p:cNvPr>
          <p:cNvSpPr/>
          <p:nvPr/>
        </p:nvSpPr>
        <p:spPr>
          <a:xfrm>
            <a:off x="3603580" y="4973178"/>
            <a:ext cx="303414" cy="2753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5">
            <a:extLst>
              <a:ext uri="{FF2B5EF4-FFF2-40B4-BE49-F238E27FC236}">
                <a16:creationId xmlns:a16="http://schemas.microsoft.com/office/drawing/2014/main" id="{4675854B-B3DD-F4DD-6889-48826BA9301D}"/>
              </a:ext>
            </a:extLst>
          </p:cNvPr>
          <p:cNvSpPr/>
          <p:nvPr/>
        </p:nvSpPr>
        <p:spPr>
          <a:xfrm>
            <a:off x="8272622" y="5181209"/>
            <a:ext cx="288977" cy="28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4FFD42-60A6-C66E-359C-804E50105E57}"/>
              </a:ext>
            </a:extLst>
          </p:cNvPr>
          <p:cNvCxnSpPr>
            <a:cxnSpLocks/>
          </p:cNvCxnSpPr>
          <p:nvPr/>
        </p:nvCxnSpPr>
        <p:spPr>
          <a:xfrm flipH="1">
            <a:off x="8547863" y="4918766"/>
            <a:ext cx="767685" cy="353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1EAF3C-7DF8-9759-6E92-CB3D8F5951F3}"/>
              </a:ext>
            </a:extLst>
          </p:cNvPr>
          <p:cNvSpPr/>
          <p:nvPr/>
        </p:nvSpPr>
        <p:spPr>
          <a:xfrm>
            <a:off x="9315547" y="4773923"/>
            <a:ext cx="1104041" cy="28019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accent6">
                    <a:lumMod val="10000"/>
                  </a:schemeClr>
                </a:solidFill>
              </a:rPr>
              <a:t>Outlier</a:t>
            </a:r>
            <a:endParaRPr lang="es-CL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" name="椭圆 5">
            <a:extLst>
              <a:ext uri="{FF2B5EF4-FFF2-40B4-BE49-F238E27FC236}">
                <a16:creationId xmlns:a16="http://schemas.microsoft.com/office/drawing/2014/main" id="{38AE1725-715B-3480-CD5E-4C6BEE3ACE8A}"/>
              </a:ext>
            </a:extLst>
          </p:cNvPr>
          <p:cNvSpPr/>
          <p:nvPr/>
        </p:nvSpPr>
        <p:spPr>
          <a:xfrm>
            <a:off x="8755996" y="3350836"/>
            <a:ext cx="317874" cy="317200"/>
          </a:xfrm>
          <a:prstGeom prst="ellipse">
            <a:avLst/>
          </a:prstGeom>
          <a:noFill/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C39C92-4DB6-ABB5-9659-D91F05E49F80}"/>
              </a:ext>
            </a:extLst>
          </p:cNvPr>
          <p:cNvCxnSpPr>
            <a:cxnSpLocks/>
            <a:stCxn id="21" idx="3"/>
            <a:endCxn id="19" idx="2"/>
          </p:cNvCxnSpPr>
          <p:nvPr/>
        </p:nvCxnSpPr>
        <p:spPr>
          <a:xfrm flipV="1">
            <a:off x="7807811" y="3509436"/>
            <a:ext cx="948185" cy="58608"/>
          </a:xfrm>
          <a:prstGeom prst="straightConnector1">
            <a:avLst/>
          </a:prstGeom>
          <a:ln>
            <a:solidFill>
              <a:srgbClr val="FFB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70FCF5-5430-ECF1-6D72-07354B42215E}"/>
              </a:ext>
            </a:extLst>
          </p:cNvPr>
          <p:cNvSpPr/>
          <p:nvPr/>
        </p:nvSpPr>
        <p:spPr>
          <a:xfrm>
            <a:off x="6703770" y="3427946"/>
            <a:ext cx="1104041" cy="280195"/>
          </a:xfrm>
          <a:prstGeom prst="roundRect">
            <a:avLst/>
          </a:prstGeom>
          <a:solidFill>
            <a:schemeClr val="bg1"/>
          </a:solidFill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accent6">
                    <a:lumMod val="10000"/>
                  </a:schemeClr>
                </a:solidFill>
              </a:rPr>
              <a:t>Change</a:t>
            </a:r>
          </a:p>
        </p:txBody>
      </p:sp>
      <p:sp>
        <p:nvSpPr>
          <p:cNvPr id="22" name="椭圆 5">
            <a:extLst>
              <a:ext uri="{FF2B5EF4-FFF2-40B4-BE49-F238E27FC236}">
                <a16:creationId xmlns:a16="http://schemas.microsoft.com/office/drawing/2014/main" id="{41ADE973-AB43-55AD-98F2-605BF63EA4E5}"/>
              </a:ext>
            </a:extLst>
          </p:cNvPr>
          <p:cNvSpPr/>
          <p:nvPr/>
        </p:nvSpPr>
        <p:spPr>
          <a:xfrm>
            <a:off x="8249432" y="4363057"/>
            <a:ext cx="317874" cy="317200"/>
          </a:xfrm>
          <a:prstGeom prst="ellipse">
            <a:avLst/>
          </a:prstGeom>
          <a:noFill/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C702BB-D6E7-5DAB-CBAA-C45A30A341F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807811" y="3568044"/>
            <a:ext cx="488173" cy="841466"/>
          </a:xfrm>
          <a:prstGeom prst="straightConnector1">
            <a:avLst/>
          </a:prstGeom>
          <a:ln>
            <a:solidFill>
              <a:srgbClr val="FFB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61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14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3051-2012-2342-729F-1C14D06C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0A97-91BF-160A-4CC9-6F7E7685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s-CL" sz="2800" dirty="0"/>
              <a:t>DETECTAR DRIFT PERMITE MANTENER MODELOS ESTABLES Y EVITAR RETRAINING INNECESARIO</a:t>
            </a:r>
            <a:endParaRPr lang="es-CL" sz="2800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DC002B-BA5E-74C2-1CE6-977AE55B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73570"/>
          </a:xfrm>
          <a:ln>
            <a:solidFill>
              <a:schemeClr val="tx1">
                <a:lumMod val="50000"/>
              </a:schemeClr>
            </a:solidFill>
          </a:ln>
        </p:spPr>
        <p:txBody>
          <a:bodyPr/>
          <a:lstStyle/>
          <a:p>
            <a:r>
              <a:rPr lang="es-CL" dirty="0"/>
              <a:t>Detectarlo a tiempo evita desviaciones en los sensores y pérdida de precisión en los modelos</a:t>
            </a:r>
          </a:p>
          <a:p>
            <a:r>
              <a:rPr lang="es-CL" dirty="0"/>
              <a:t>En </a:t>
            </a:r>
            <a:r>
              <a:rPr lang="es-CL" dirty="0" err="1"/>
              <a:t>Ainwater</a:t>
            </a:r>
            <a:r>
              <a:rPr lang="es-CL" dirty="0"/>
              <a:t>, el monitoreo de </a:t>
            </a:r>
            <a:r>
              <a:rPr lang="es-CL" dirty="0" err="1"/>
              <a:t>drift</a:t>
            </a:r>
            <a:r>
              <a:rPr lang="es-CL" dirty="0"/>
              <a:t> mantiene los modelos estables, evitando reentrenamientos innecesarios</a:t>
            </a:r>
          </a:p>
          <a:p>
            <a:r>
              <a:rPr lang="es-CL" dirty="0"/>
              <a:t>Con esta herramienta se mejora la confiabilidad de las predicciones y reduce el costo de mantenimiento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B53EA-4E09-8F19-48E8-D6743462DD53}"/>
              </a:ext>
            </a:extLst>
          </p:cNvPr>
          <p:cNvSpPr txBox="1"/>
          <p:nvPr/>
        </p:nvSpPr>
        <p:spPr>
          <a:xfrm>
            <a:off x="3229167" y="4142670"/>
            <a:ext cx="5223695" cy="37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Flujo Aire Reactor 3 – </a:t>
            </a:r>
            <a:r>
              <a:rPr lang="es-CL" dirty="0" err="1"/>
              <a:t>drift</a:t>
            </a:r>
            <a:r>
              <a:rPr lang="es-CL" dirty="0"/>
              <a:t> no detectado (score 0.06)</a:t>
            </a:r>
          </a:p>
        </p:txBody>
      </p:sp>
      <p:pic>
        <p:nvPicPr>
          <p:cNvPr id="13" name="Picture 12" descr="A graph showing a graph of a heart rate&#10;&#10;AI-generated content may be incorrect.">
            <a:extLst>
              <a:ext uri="{FF2B5EF4-FFF2-40B4-BE49-F238E27FC236}">
                <a16:creationId xmlns:a16="http://schemas.microsoft.com/office/drawing/2014/main" id="{AF17DF72-3E8A-F9E4-9941-4C0F59B4B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 r="10961" b="7246"/>
          <a:stretch>
            <a:fillRect/>
          </a:stretch>
        </p:blipFill>
        <p:spPr>
          <a:xfrm>
            <a:off x="2995900" y="4497870"/>
            <a:ext cx="6209778" cy="1502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DD4D27-C40E-B092-1780-2A5E1BBF5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33" r="4731" b="13950"/>
          <a:stretch>
            <a:fillRect/>
          </a:stretch>
        </p:blipFill>
        <p:spPr>
          <a:xfrm>
            <a:off x="8286183" y="4157472"/>
            <a:ext cx="927923" cy="3952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6282E0-60A5-D3A2-CAAF-13A1757DDF43}"/>
              </a:ext>
            </a:extLst>
          </p:cNvPr>
          <p:cNvSpPr/>
          <p:nvPr/>
        </p:nvSpPr>
        <p:spPr>
          <a:xfrm>
            <a:off x="2904646" y="4057095"/>
            <a:ext cx="6382707" cy="1952143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6491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2258-5DCB-74B3-AC8D-644FFEDC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 dirty="0"/>
              <a:t>PRÓXIMOS PASOS: VALIDAR IMPACTO, UNIFICAR MÉTRICAS Y ESCALAR LA SOLUCIÓN</a:t>
            </a:r>
            <a:endParaRPr lang="es-CL" sz="2800" b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D6DD-510D-6A14-3402-4F48DAA7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10487860" cy="2543904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Unificar las métricas de calidad en un reporte automático, integrando </a:t>
            </a:r>
            <a:r>
              <a:rPr lang="es-CL" dirty="0" err="1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L" dirty="0" err="1">
                <a:latin typeface="Arial" panose="020B0604020202020204" pitchFamily="34" charset="0"/>
                <a:cs typeface="Arial" panose="020B0604020202020204" pitchFamily="34" charset="0"/>
              </a:rPr>
              <a:t>drift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900" dirty="0">
                <a:latin typeface="Arial" panose="020B0604020202020204" pitchFamily="34" charset="0"/>
                <a:cs typeface="Arial" panose="020B0604020202020204" pitchFamily="34" charset="0"/>
              </a:rPr>
              <a:t>Ajustar umbrales dinámicos por variable y planta, según su comportamiento histórico</a:t>
            </a:r>
            <a:endParaRPr lang="es-C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latin typeface="Arial" panose="020B0604020202020204" pitchFamily="34" charset="0"/>
                <a:cs typeface="Arial" panose="020B0604020202020204" pitchFamily="34" charset="0"/>
              </a:rPr>
              <a:t>Definir métricas de valor del modelo (frecuencia óptima de reentrenamiento, pérdida de precisión)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Medir el valor operativo real: reducción de reentrenamientos, menor costo de mantenimiento y mayor confiabilidad de los modelos</a:t>
            </a:r>
            <a:endParaRPr lang="es-C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22041F-AC88-C009-D302-14074DFAB453}"/>
              </a:ext>
            </a:extLst>
          </p:cNvPr>
          <p:cNvSpPr/>
          <p:nvPr/>
        </p:nvSpPr>
        <p:spPr>
          <a:xfrm>
            <a:off x="963986" y="5641069"/>
            <a:ext cx="2497981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Ainwater</a:t>
            </a:r>
            <a:endParaRPr lang="en-US" b="1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98FE5E-935E-051C-6F82-83A692640453}"/>
              </a:ext>
            </a:extLst>
          </p:cNvPr>
          <p:cNvSpPr/>
          <p:nvPr/>
        </p:nvSpPr>
        <p:spPr>
          <a:xfrm>
            <a:off x="4379050" y="5641069"/>
            <a:ext cx="288852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Integración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Poseidón</a:t>
            </a:r>
            <a:endParaRPr lang="es-CL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86574E-D9AA-C61B-8A15-9C4009E1B9EF}"/>
              </a:ext>
            </a:extLst>
          </p:cNvPr>
          <p:cNvSpPr/>
          <p:nvPr/>
        </p:nvSpPr>
        <p:spPr>
          <a:xfrm>
            <a:off x="8174357" y="5641069"/>
            <a:ext cx="252773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Medición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Impacto</a:t>
            </a:r>
            <a:endParaRPr lang="es-CL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A7855-E2E1-67CA-51E2-4462AD98FE48}"/>
              </a:ext>
            </a:extLst>
          </p:cNvPr>
          <p:cNvSpPr/>
          <p:nvPr/>
        </p:nvSpPr>
        <p:spPr>
          <a:xfrm>
            <a:off x="4368130" y="4874112"/>
            <a:ext cx="288852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Validación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Técnica</a:t>
            </a:r>
            <a:endParaRPr lang="es-CL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2F3FBD-8500-A020-A04C-CAF01074721C}"/>
              </a:ext>
            </a:extLst>
          </p:cNvPr>
          <p:cNvSpPr/>
          <p:nvPr/>
        </p:nvSpPr>
        <p:spPr>
          <a:xfrm>
            <a:off x="8152519" y="4874112"/>
            <a:ext cx="2549574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Reporte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Unificado</a:t>
            </a:r>
            <a:endParaRPr lang="es-CL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4F39B2-5B0F-01BA-FCF1-2895336BF9D8}"/>
              </a:ext>
            </a:extLst>
          </p:cNvPr>
          <p:cNvSpPr/>
          <p:nvPr/>
        </p:nvSpPr>
        <p:spPr>
          <a:xfrm>
            <a:off x="963986" y="4881217"/>
            <a:ext cx="2497981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Equipo Proyecto</a:t>
            </a:r>
            <a:endParaRPr lang="es-CL" b="1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BFAC8EE-3811-733D-4C12-9349C3D8B308}"/>
              </a:ext>
            </a:extLst>
          </p:cNvPr>
          <p:cNvSpPr/>
          <p:nvPr/>
        </p:nvSpPr>
        <p:spPr>
          <a:xfrm>
            <a:off x="3544297" y="5760026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0EB7B4F-56C0-7B9B-4AAD-3E8C032A8ABA}"/>
              </a:ext>
            </a:extLst>
          </p:cNvPr>
          <p:cNvSpPr/>
          <p:nvPr/>
        </p:nvSpPr>
        <p:spPr>
          <a:xfrm>
            <a:off x="7323225" y="5000175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1BBC5E2-FE9E-A863-CB81-2EC2B751FC63}"/>
              </a:ext>
            </a:extLst>
          </p:cNvPr>
          <p:cNvSpPr/>
          <p:nvPr/>
        </p:nvSpPr>
        <p:spPr>
          <a:xfrm>
            <a:off x="7331024" y="5760026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63756C3-9F5D-3799-691A-60A1EFE313B7}"/>
              </a:ext>
            </a:extLst>
          </p:cNvPr>
          <p:cNvSpPr/>
          <p:nvPr/>
        </p:nvSpPr>
        <p:spPr>
          <a:xfrm>
            <a:off x="3528537" y="5000175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884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C09E2-FCE3-894C-90DE-D6EE47A2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258B56-61EB-EBC1-32D9-7D1FCEA2029A}"/>
              </a:ext>
            </a:extLst>
          </p:cNvPr>
          <p:cNvSpPr txBox="1"/>
          <p:nvPr/>
        </p:nvSpPr>
        <p:spPr>
          <a:xfrm>
            <a:off x="581191" y="4174315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000" b="1" dirty="0"/>
              <a:t>Optimización de modelos predictivos mediante detección de </a:t>
            </a:r>
            <a:r>
              <a:rPr lang="es-CL" sz="4000" b="1" dirty="0" err="1"/>
              <a:t>outliers</a:t>
            </a:r>
            <a:r>
              <a:rPr lang="es-CL" sz="4000" b="1" dirty="0"/>
              <a:t> y </a:t>
            </a:r>
            <a:r>
              <a:rPr lang="es-CL" sz="4000" b="1" dirty="0" err="1"/>
              <a:t>drift</a:t>
            </a:r>
            <a:endParaRPr lang="en-US" sz="4000" b="1" cap="all" noProof="0" dirty="0">
              <a:ln w="3175" cmpd="sng">
                <a:noFill/>
              </a:ln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85F97-E89D-D679-AE94-4D22B0F29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67" y="5434431"/>
            <a:ext cx="10993546" cy="5255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1000" dirty="0" err="1"/>
              <a:t>Dataconnect</a:t>
            </a:r>
            <a:endParaRPr lang="es-CL" sz="1000" dirty="0"/>
          </a:p>
          <a:p>
            <a:pPr algn="ctr">
              <a:lnSpc>
                <a:spcPct val="90000"/>
              </a:lnSpc>
            </a:pPr>
            <a:r>
              <a:rPr lang="es-CL" sz="1000" dirty="0"/>
              <a:t>Proyecto de Grado Licenciatura en Ingeniería en Ciencia de Datos</a:t>
            </a:r>
          </a:p>
          <a:p>
            <a:pPr algn="ctr">
              <a:lnSpc>
                <a:spcPct val="90000"/>
              </a:lnSpc>
            </a:pPr>
            <a:r>
              <a:rPr lang="en-US" sz="1000" noProof="0" dirty="0"/>
              <a:t>Franco Chiappe</a:t>
            </a:r>
            <a:endParaRPr lang="en-US" sz="10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 dirty="0"/>
              <a:t>Vicente Garay</a:t>
            </a:r>
            <a:endParaRPr lang="en-US" sz="10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 dirty="0"/>
              <a:t>Ziyu Guo</a:t>
            </a:r>
          </a:p>
        </p:txBody>
      </p:sp>
      <p:pic>
        <p:nvPicPr>
          <p:cNvPr id="2" name="图片 2" descr="Ainwater - BlueTech Research">
            <a:extLst>
              <a:ext uri="{FF2B5EF4-FFF2-40B4-BE49-F238E27FC236}">
                <a16:creationId xmlns:a16="http://schemas.microsoft.com/office/drawing/2014/main" id="{76CD1C04-9A91-D7E2-7499-7BD6CEEBC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87" y="723900"/>
            <a:ext cx="10150226" cy="2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9794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Ainwater">
      <a:dk1>
        <a:srgbClr val="3F4B55"/>
      </a:dk1>
      <a:lt1>
        <a:sysClr val="window" lastClr="FFFFFF"/>
      </a:lt1>
      <a:dk2>
        <a:srgbClr val="3F4B55"/>
      </a:dk2>
      <a:lt2>
        <a:srgbClr val="FFFFFF"/>
      </a:lt2>
      <a:accent1>
        <a:srgbClr val="2AA6DD"/>
      </a:accent1>
      <a:accent2>
        <a:srgbClr val="0066B2"/>
      </a:accent2>
      <a:accent3>
        <a:srgbClr val="1795D4"/>
      </a:accent3>
      <a:accent4>
        <a:srgbClr val="BFDDEE"/>
      </a:accent4>
      <a:accent5>
        <a:srgbClr val="9EC6DD"/>
      </a:accent5>
      <a:accent6>
        <a:srgbClr val="D9EAF4"/>
      </a:accent6>
      <a:hlink>
        <a:srgbClr val="2AA6DD"/>
      </a:hlink>
      <a:folHlink>
        <a:srgbClr val="0066B2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D01260-BD54-4710-A9A3-0F94C99179A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37</TotalTime>
  <Words>614</Words>
  <Application>Microsoft Office PowerPoint</Application>
  <PresentationFormat>Widescreen</PresentationFormat>
  <Paragraphs>68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华文中宋</vt:lpstr>
      <vt:lpstr>Aptos</vt:lpstr>
      <vt:lpstr>Arial</vt:lpstr>
      <vt:lpstr>Calibri</vt:lpstr>
      <vt:lpstr>Gill Sans MT</vt:lpstr>
      <vt:lpstr>Wingdings 2</vt:lpstr>
      <vt:lpstr>Dividend</vt:lpstr>
      <vt:lpstr>PowerPoint Presentation</vt:lpstr>
      <vt:lpstr>INTELIGENCIA ARTIFICIAL PARA UNA GESTIÓN EFICIENTE Y SOSTENIBLE DEL AGUA</vt:lpstr>
      <vt:lpstr>CONTROL MANUAL DE DATOS AFECTA LA CONFIABILIDAD DE LOS MODELOS</vt:lpstr>
      <vt:lpstr>DATOS: SERIES DE TIEMPO MULTIVARIABLES DE SENSORES EN PLANTAS DE TRATAMIENTO</vt:lpstr>
      <vt:lpstr>SISTEMA AUTOMÁTICO PARA EVALUAR LA CALIDAD DE DATOS Y MEJORAR LA CONFIABILIDAD DE LOS MODELOS</vt:lpstr>
      <vt:lpstr>IMPLEMENTACIÓN DE MÉTODOS AUTOMÁTICOS PARA DETECTAR ANOMALÍAS EN SERIES DE TIEMPO</vt:lpstr>
      <vt:lpstr>DETECTAR DRIFT PERMITE MANTENER MODELOS ESTABLES Y EVITAR RETRAINING INNECESARIO</vt:lpstr>
      <vt:lpstr>PRÓXIMOS PASOS: VALIDAR IMPACTO, UNIFICAR MÉTRICAS Y ESCALAR LA SOLUCIÓN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Franco Andrés Chiappe Donoso</dc:creator>
  <cp:lastModifiedBy>Franco Andrés Chiappe Donoso</cp:lastModifiedBy>
  <cp:revision>1</cp:revision>
  <dcterms:created xsi:type="dcterms:W3CDTF">2025-08-15T20:44:23Z</dcterms:created>
  <dcterms:modified xsi:type="dcterms:W3CDTF">2025-10-15T14:00:14Z</dcterms:modified>
</cp:coreProperties>
</file>