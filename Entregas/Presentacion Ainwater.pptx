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53" r:id="rId1"/>
  </p:sldMasterIdLst>
  <p:notesMasterIdLst>
    <p:notesMasterId r:id="rId16"/>
  </p:notesMasterIdLst>
  <p:sldIdLst>
    <p:sldId id="256" r:id="rId2"/>
    <p:sldId id="260" r:id="rId3"/>
    <p:sldId id="277" r:id="rId4"/>
    <p:sldId id="293" r:id="rId5"/>
    <p:sldId id="287" r:id="rId6"/>
    <p:sldId id="286" r:id="rId7"/>
    <p:sldId id="272" r:id="rId8"/>
    <p:sldId id="273" r:id="rId9"/>
    <p:sldId id="290" r:id="rId10"/>
    <p:sldId id="281" r:id="rId11"/>
    <p:sldId id="291" r:id="rId12"/>
    <p:sldId id="282" r:id="rId13"/>
    <p:sldId id="292" r:id="rId14"/>
    <p:sldId id="283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B8D6C189-CBC5-434C-8B8A-1B7C83F66523}">
          <p14:sldIdLst>
            <p14:sldId id="256"/>
          </p14:sldIdLst>
        </p14:section>
        <p14:section name="Presentación" id="{638E7A3F-086E-49F8-9963-E166E048D7EF}">
          <p14:sldIdLst>
            <p14:sldId id="260"/>
            <p14:sldId id="277"/>
          </p14:sldIdLst>
        </p14:section>
        <p14:section name="Problema" id="{36770B6C-990C-452F-A852-D413C0048FFE}">
          <p14:sldIdLst>
            <p14:sldId id="293"/>
            <p14:sldId id="287"/>
            <p14:sldId id="286"/>
          </p14:sldIdLst>
        </p14:section>
        <p14:section name="Datos" id="{997ABD79-BB39-451C-AC7C-6F2FD9DF77B9}">
          <p14:sldIdLst>
            <p14:sldId id="272"/>
          </p14:sldIdLst>
        </p14:section>
        <p14:section name="Solución Propuesta" id="{A3477E4F-D982-44B4-AFC4-82B5BAFB95D6}">
          <p14:sldIdLst>
            <p14:sldId id="273"/>
            <p14:sldId id="290"/>
            <p14:sldId id="281"/>
            <p14:sldId id="291"/>
            <p14:sldId id="282"/>
            <p14:sldId id="292"/>
          </p14:sldIdLst>
        </p14:section>
        <p14:section name="Proximos Pasos" id="{E9DBC527-1375-4098-9759-AFDA6E422BD5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A9A41B8-83B5-7003-3082-961487D97213}" name="Franco Andrés Chiappe Donoso" initials="FC" userId="S::fchiappe@uc.cl::952ef6fb-7da9-433b-9cb5-ab1c1c91cce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4B55"/>
    <a:srgbClr val="FFFFFF"/>
    <a:srgbClr val="303E48"/>
    <a:srgbClr val="0666BB"/>
    <a:srgbClr val="096ABD"/>
    <a:srgbClr val="0B6D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337333-6ADD-44A1-AE7F-0B2A6D1A1F89}" v="1572" dt="2025-10-13T15:24:53.005"/>
    <p1510:client id="{98C16256-D4F0-E928-ECF7-69C518FDE42D}" v="201" vWet="202" dt="2025-10-12T16:07:12.326"/>
    <p1510:client id="{C2753273-ABA6-714A-BF9A-85F53559BED1}" v="456" dt="2025-10-13T02:52:31.23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6" d="100"/>
        <a:sy n="15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o Andrés Chiappe Donoso" userId="S::fchiappe@uc.cl::952ef6fb-7da9-433b-9cb5-ab1c1c91cce3" providerId="AD" clId="Web-{A581B6AA-0370-601C-7E17-435F31B6A807}"/>
    <pc:docChg chg="mod modSld addMainMaster delMainMaster">
      <pc:chgData name="Franco Andrés Chiappe Donoso" userId="S::fchiappe@uc.cl::952ef6fb-7da9-433b-9cb5-ab1c1c91cce3" providerId="AD" clId="Web-{A581B6AA-0370-601C-7E17-435F31B6A807}" dt="2025-10-12T00:13:37.333" v="1"/>
      <pc:docMkLst>
        <pc:docMk/>
      </pc:docMkLst>
      <pc:sldChg chg="addSp delSp modSp mod modClrScheme delDesignElem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136866810" sldId="256"/>
        </pc:sldMkLst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136866810" sldId="256"/>
            <ac:spMk id="3" creationId="{ED68DBEB-4CD1-4F24-099A-3D08E620D425}"/>
          </ac:spMkLst>
        </pc:spChg>
        <pc:spChg chg="add del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136866810" sldId="256"/>
            <ac:spMk id="10" creationId="{EF3E1F0C-BCD9-491F-A435-D4A48FB439B9}"/>
          </ac:spMkLst>
        </pc:spChg>
      </pc:sldChg>
      <pc:sldChg chg="modSp mod modClrScheme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887952031" sldId="260"/>
        </pc:sldMkLst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887952031" sldId="260"/>
            <ac:spMk id="11" creationId="{B522A834-ECB2-BD60-C49C-44E46128834D}"/>
          </ac:spMkLst>
        </pc:spChg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887952031" sldId="260"/>
            <ac:spMk id="17" creationId="{8100EFF4-0BA6-3FEB-DDB1-E5F3B917B82E}"/>
          </ac:spMkLst>
        </pc:spChg>
      </pc:sldChg>
      <pc:sldChg chg="modSp mod modClrScheme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2208754760" sldId="272"/>
        </pc:sldMkLst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2208754760" sldId="272"/>
            <ac:spMk id="2" creationId="{74F82A4A-8CAF-9DE4-3B6F-2AD1DC69B116}"/>
          </ac:spMkLst>
        </pc:spChg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2208754760" sldId="272"/>
            <ac:spMk id="3" creationId="{34A3DB8F-F650-2650-3478-AD025A8F607A}"/>
          </ac:spMkLst>
        </pc:spChg>
      </pc:sldChg>
      <pc:sldChg chg="modSp mod modClrScheme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1453617272" sldId="273"/>
        </pc:sldMkLst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1453617272" sldId="273"/>
            <ac:spMk id="2" creationId="{C6819D52-BFE9-43EA-D394-DB2B9D8CC2F6}"/>
          </ac:spMkLst>
        </pc:spChg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1453617272" sldId="273"/>
            <ac:spMk id="3" creationId="{46C2D0EA-90D1-BC37-B26E-AF8CE5AEA162}"/>
          </ac:spMkLst>
        </pc:spChg>
      </pc:sldChg>
      <pc:sldChg chg="modSp mod modClrScheme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659496486" sldId="274"/>
        </pc:sldMkLst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659496486" sldId="274"/>
            <ac:spMk id="2" creationId="{75D9DA9E-0EC0-DC9A-CDDF-144FC8FFB348}"/>
          </ac:spMkLst>
        </pc:spChg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659496486" sldId="274"/>
            <ac:spMk id="3" creationId="{910F9B12-7529-133A-A569-2A79E3412FC8}"/>
          </ac:spMkLst>
        </pc:spChg>
      </pc:sldChg>
      <pc:sldChg chg="modSp mod modClrScheme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123804113" sldId="277"/>
        </pc:sldMkLst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123804113" sldId="277"/>
            <ac:spMk id="11" creationId="{971D0DB1-3E92-31DA-7DEC-F53788DE1FA6}"/>
          </ac:spMkLst>
        </pc:spChg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123804113" sldId="277"/>
            <ac:spMk id="17" creationId="{F6946009-0888-2DE7-C020-8811B68DF914}"/>
          </ac:spMkLst>
        </pc:spChg>
      </pc:sldChg>
      <pc:sldChg chg="modSp mod modClrScheme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528606597" sldId="281"/>
        </pc:sldMkLst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528606597" sldId="281"/>
            <ac:spMk id="2" creationId="{FD498B54-70E6-D6ED-A310-B84A196F56E5}"/>
          </ac:spMkLst>
        </pc:spChg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528606597" sldId="281"/>
            <ac:spMk id="3" creationId="{9C38D1B4-58B2-AE32-FA89-69D0601738A2}"/>
          </ac:spMkLst>
        </pc:spChg>
      </pc:sldChg>
      <pc:sldChg chg="modSp mod modClrScheme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2786550934" sldId="282"/>
        </pc:sldMkLst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2786550934" sldId="282"/>
            <ac:spMk id="2" creationId="{4BE6693E-3652-830A-674E-06A7A8079613}"/>
          </ac:spMkLst>
        </pc:spChg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2786550934" sldId="282"/>
            <ac:spMk id="3" creationId="{2109A11F-DB13-9122-9939-9329E05CE2FA}"/>
          </ac:spMkLst>
        </pc:spChg>
      </pc:sldChg>
      <pc:sldChg chg="modSp mod modClrScheme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1048840110" sldId="283"/>
        </pc:sldMkLst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1048840110" sldId="283"/>
            <ac:spMk id="2" creationId="{45C52258-5DCB-74B3-AC8D-644FFEDC4360}"/>
          </ac:spMkLst>
        </pc:spChg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1048840110" sldId="283"/>
            <ac:spMk id="3" creationId="{26A3D6DD-510D-6A14-3402-4F48DAA77B5B}"/>
          </ac:spMkLst>
        </pc:spChg>
      </pc:sldChg>
      <pc:sldChg chg="modSp mod modClrScheme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967026063" sldId="284"/>
        </pc:sldMkLst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967026063" sldId="284"/>
            <ac:spMk id="2" creationId="{6DEEB356-0715-8D44-539F-1C0691FA6583}"/>
          </ac:spMkLst>
        </pc:spChg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967026063" sldId="284"/>
            <ac:spMk id="3" creationId="{DA3E4CA0-1C2E-6A9B-5BFE-2F12D600A1DA}"/>
          </ac:spMkLst>
        </pc:spChg>
      </pc:sldChg>
      <pc:sldChg chg="modSp mod modClrScheme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2452694463" sldId="286"/>
        </pc:sldMkLst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2452694463" sldId="286"/>
            <ac:spMk id="2" creationId="{88C9A25B-9615-97C9-1648-32CCEAB87B68}"/>
          </ac:spMkLst>
        </pc:spChg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2452694463" sldId="286"/>
            <ac:spMk id="17" creationId="{9E502E99-9827-971C-6B52-D22AF8DC923B}"/>
          </ac:spMkLst>
        </pc:spChg>
      </pc:sldChg>
      <pc:sldChg chg="modSp mod modClrScheme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3135985680" sldId="287"/>
        </pc:sldMkLst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3135985680" sldId="287"/>
            <ac:spMk id="2" creationId="{61BAD4E0-E1C3-8BC6-3748-1F4762C7B1BD}"/>
          </ac:spMkLst>
        </pc:spChg>
        <pc:spChg chg="mod ord">
          <ac:chgData name="Franco Andrés Chiappe Donoso" userId="S::fchiappe@uc.cl::952ef6fb-7da9-433b-9cb5-ab1c1c91cce3" providerId="AD" clId="Web-{A581B6AA-0370-601C-7E17-435F31B6A807}" dt="2025-10-12T00:13:37.333" v="1"/>
          <ac:spMkLst>
            <pc:docMk/>
            <pc:sldMk cId="3135985680" sldId="287"/>
            <ac:spMk id="3" creationId="{A2EFCAA2-C1B5-8CC7-B0C8-9E816CE8682E}"/>
          </ac:spMkLst>
        </pc:spChg>
      </pc:sldChg>
      <pc:sldChg chg="mod modClrScheme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4101950547" sldId="292"/>
        </pc:sldMkLst>
      </pc:sldChg>
      <pc:sldChg chg="mod modClrScheme chgLayout">
        <pc:chgData name="Franco Andrés Chiappe Donoso" userId="S::fchiappe@uc.cl::952ef6fb-7da9-433b-9cb5-ab1c1c91cce3" providerId="AD" clId="Web-{A581B6AA-0370-601C-7E17-435F31B6A807}" dt="2025-10-12T00:13:37.333" v="1"/>
        <pc:sldMkLst>
          <pc:docMk/>
          <pc:sldMk cId="3370687623" sldId="294"/>
        </pc:sldMkLst>
      </pc:sldChg>
      <pc:sldMasterChg chg="add del addSldLayout delSldLayout">
        <pc:chgData name="Franco Andrés Chiappe Donoso" userId="S::fchiappe@uc.cl::952ef6fb-7da9-433b-9cb5-ab1c1c91cce3" providerId="AD" clId="Web-{A581B6AA-0370-601C-7E17-435F31B6A807}" dt="2025-10-12T00:13:37.333" v="1"/>
        <pc:sldMasterMkLst>
          <pc:docMk/>
          <pc:sldMasterMk cId="1454282523" sldId="2147484011"/>
        </pc:sldMasterMkLst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1978405747" sldId="2147484012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4232235073" sldId="2147484013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308475136" sldId="2147484014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572178379" sldId="2147484015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3759057352" sldId="2147484016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3318628954" sldId="2147484017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1448466755" sldId="2147484018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1635932619" sldId="2147484019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2447639266" sldId="2147484020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3033003751" sldId="2147484021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2841397585" sldId="2147484022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2157442897" sldId="2147484023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349885683" sldId="2147484024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1531013393" sldId="2147484025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509302680" sldId="2147484026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878270776" sldId="2147484027"/>
          </pc:sldLayoutMkLst>
        </pc:sldLayoutChg>
        <pc:sldLayoutChg chg="add del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1454282523" sldId="2147484011"/>
            <pc:sldLayoutMk cId="2247707450" sldId="2147484028"/>
          </pc:sldLayoutMkLst>
        </pc:sldLayoutChg>
      </pc:sldMasterChg>
      <pc:sldMasterChg chg="add del addSldLayout delSldLayout modSldLayout">
        <pc:chgData name="Franco Andrés Chiappe Donoso" userId="S::fchiappe@uc.cl::952ef6fb-7da9-433b-9cb5-ab1c1c91cce3" providerId="AD" clId="Web-{A581B6AA-0370-601C-7E17-435F31B6A807}" dt="2025-10-12T00:13:37.333" v="1"/>
        <pc:sldMasterMkLst>
          <pc:docMk/>
          <pc:sldMasterMk cId="456866047" sldId="2147484029"/>
        </pc:sldMasterMkLst>
        <pc:sldLayoutChg chg="add del mod replId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456866047" sldId="2147484029"/>
            <pc:sldLayoutMk cId="1360476026" sldId="2147484030"/>
          </pc:sldLayoutMkLst>
        </pc:sldLayoutChg>
        <pc:sldLayoutChg chg="add del mod replId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456866047" sldId="2147484029"/>
            <pc:sldLayoutMk cId="1914906918" sldId="2147484031"/>
          </pc:sldLayoutMkLst>
        </pc:sldLayoutChg>
        <pc:sldLayoutChg chg="add del mod replId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456866047" sldId="2147484029"/>
            <pc:sldLayoutMk cId="32216727" sldId="2147484032"/>
          </pc:sldLayoutMkLst>
        </pc:sldLayoutChg>
        <pc:sldLayoutChg chg="add del mod replId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456866047" sldId="2147484029"/>
            <pc:sldLayoutMk cId="1700739938" sldId="2147484033"/>
          </pc:sldLayoutMkLst>
        </pc:sldLayoutChg>
        <pc:sldLayoutChg chg="add del mod replId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456866047" sldId="2147484029"/>
            <pc:sldLayoutMk cId="194549626" sldId="2147484034"/>
          </pc:sldLayoutMkLst>
        </pc:sldLayoutChg>
        <pc:sldLayoutChg chg="add del mod replId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456866047" sldId="2147484029"/>
            <pc:sldLayoutMk cId="1589129020" sldId="2147484035"/>
          </pc:sldLayoutMkLst>
        </pc:sldLayoutChg>
        <pc:sldLayoutChg chg="add del mod replId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456866047" sldId="2147484029"/>
            <pc:sldLayoutMk cId="1468123972" sldId="2147484036"/>
          </pc:sldLayoutMkLst>
        </pc:sldLayoutChg>
        <pc:sldLayoutChg chg="add del mod replId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456866047" sldId="2147484029"/>
            <pc:sldLayoutMk cId="629779302" sldId="2147484037"/>
          </pc:sldLayoutMkLst>
        </pc:sldLayoutChg>
        <pc:sldLayoutChg chg="add del mod replId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456866047" sldId="2147484029"/>
            <pc:sldLayoutMk cId="917625857" sldId="2147484038"/>
          </pc:sldLayoutMkLst>
        </pc:sldLayoutChg>
        <pc:sldLayoutChg chg="add del mod replId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456866047" sldId="2147484029"/>
            <pc:sldLayoutMk cId="4176098704" sldId="2147484039"/>
          </pc:sldLayoutMkLst>
        </pc:sldLayoutChg>
        <pc:sldLayoutChg chg="add del mod replId">
          <pc:chgData name="Franco Andrés Chiappe Donoso" userId="S::fchiappe@uc.cl::952ef6fb-7da9-433b-9cb5-ab1c1c91cce3" providerId="AD" clId="Web-{A581B6AA-0370-601C-7E17-435F31B6A807}" dt="2025-10-12T00:13:37.333" v="1"/>
          <pc:sldLayoutMkLst>
            <pc:docMk/>
            <pc:sldMasterMk cId="456866047" sldId="2147484029"/>
            <pc:sldLayoutMk cId="2532630637" sldId="2147484040"/>
          </pc:sldLayoutMkLst>
        </pc:sldLayoutChg>
      </pc:sldMasterChg>
    </pc:docChg>
  </pc:docChgLst>
  <pc:docChgLst>
    <pc:chgData name="Vicente Alfredo Garay Robertson" userId="S::vicente.garay@uc.cl::78783c43-e97e-49e6-a0de-64154ae66e65" providerId="AD" clId="Web-{98C16256-D4F0-E928-ECF7-69C518FDE42D}"/>
    <pc:docChg chg="addSld modSld modSection">
      <pc:chgData name="Vicente Alfredo Garay Robertson" userId="S::vicente.garay@uc.cl::78783c43-e97e-49e6-a0de-64154ae66e65" providerId="AD" clId="Web-{98C16256-D4F0-E928-ECF7-69C518FDE42D}" dt="2025-10-12T16:07:11.858" v="198" actId="20577"/>
      <pc:docMkLst>
        <pc:docMk/>
      </pc:docMkLst>
      <pc:sldChg chg="modSp">
        <pc:chgData name="Vicente Alfredo Garay Robertson" userId="S::vicente.garay@uc.cl::78783c43-e97e-49e6-a0de-64154ae66e65" providerId="AD" clId="Web-{98C16256-D4F0-E928-ECF7-69C518FDE42D}" dt="2025-10-12T16:00:57.399" v="162" actId="20577"/>
        <pc:sldMkLst>
          <pc:docMk/>
          <pc:sldMk cId="1453617272" sldId="273"/>
        </pc:sldMkLst>
        <pc:spChg chg="mod">
          <ac:chgData name="Vicente Alfredo Garay Robertson" userId="S::vicente.garay@uc.cl::78783c43-e97e-49e6-a0de-64154ae66e65" providerId="AD" clId="Web-{98C16256-D4F0-E928-ECF7-69C518FDE42D}" dt="2025-10-12T16:00:57.399" v="162" actId="20577"/>
          <ac:spMkLst>
            <pc:docMk/>
            <pc:sldMk cId="1453617272" sldId="273"/>
            <ac:spMk id="2" creationId="{C6819D52-BFE9-43EA-D394-DB2B9D8CC2F6}"/>
          </ac:spMkLst>
        </pc:spChg>
      </pc:sldChg>
      <pc:sldChg chg="modSp">
        <pc:chgData name="Vicente Alfredo Garay Robertson" userId="S::vicente.garay@uc.cl::78783c43-e97e-49e6-a0de-64154ae66e65" providerId="AD" clId="Web-{98C16256-D4F0-E928-ECF7-69C518FDE42D}" dt="2025-10-12T15:51:05.117" v="1" actId="20577"/>
        <pc:sldMkLst>
          <pc:docMk/>
          <pc:sldMk cId="123804113" sldId="277"/>
        </pc:sldMkLst>
        <pc:spChg chg="mod">
          <ac:chgData name="Vicente Alfredo Garay Robertson" userId="S::vicente.garay@uc.cl::78783c43-e97e-49e6-a0de-64154ae66e65" providerId="AD" clId="Web-{98C16256-D4F0-E928-ECF7-69C518FDE42D}" dt="2025-10-12T15:51:05.117" v="1" actId="20577"/>
          <ac:spMkLst>
            <pc:docMk/>
            <pc:sldMk cId="123804113" sldId="277"/>
            <ac:spMk id="11" creationId="{971D0DB1-3E92-31DA-7DEC-F53788DE1FA6}"/>
          </ac:spMkLst>
        </pc:spChg>
      </pc:sldChg>
      <pc:sldChg chg="modSp">
        <pc:chgData name="Vicente Alfredo Garay Robertson" userId="S::vicente.garay@uc.cl::78783c43-e97e-49e6-a0de-64154ae66e65" providerId="AD" clId="Web-{98C16256-D4F0-E928-ECF7-69C518FDE42D}" dt="2025-10-12T15:57:12.841" v="77" actId="20577"/>
        <pc:sldMkLst>
          <pc:docMk/>
          <pc:sldMk cId="528606597" sldId="281"/>
        </pc:sldMkLst>
        <pc:spChg chg="mod">
          <ac:chgData name="Vicente Alfredo Garay Robertson" userId="S::vicente.garay@uc.cl::78783c43-e97e-49e6-a0de-64154ae66e65" providerId="AD" clId="Web-{98C16256-D4F0-E928-ECF7-69C518FDE42D}" dt="2025-10-12T15:57:12.841" v="77" actId="20577"/>
          <ac:spMkLst>
            <pc:docMk/>
            <pc:sldMk cId="528606597" sldId="281"/>
            <ac:spMk id="2" creationId="{FD498B54-70E6-D6ED-A310-B84A196F56E5}"/>
          </ac:spMkLst>
        </pc:spChg>
      </pc:sldChg>
      <pc:sldChg chg="modSp">
        <pc:chgData name="Vicente Alfredo Garay Robertson" userId="S::vicente.garay@uc.cl::78783c43-e97e-49e6-a0de-64154ae66e65" providerId="AD" clId="Web-{98C16256-D4F0-E928-ECF7-69C518FDE42D}" dt="2025-10-12T15:58:44.269" v="115" actId="20577"/>
        <pc:sldMkLst>
          <pc:docMk/>
          <pc:sldMk cId="2452694463" sldId="286"/>
        </pc:sldMkLst>
        <pc:spChg chg="mod">
          <ac:chgData name="Vicente Alfredo Garay Robertson" userId="S::vicente.garay@uc.cl::78783c43-e97e-49e6-a0de-64154ae66e65" providerId="AD" clId="Web-{98C16256-D4F0-E928-ECF7-69C518FDE42D}" dt="2025-10-12T15:58:44.269" v="115" actId="20577"/>
          <ac:spMkLst>
            <pc:docMk/>
            <pc:sldMk cId="2452694463" sldId="286"/>
            <ac:spMk id="2" creationId="{88C9A25B-9615-97C9-1648-32CCEAB87B68}"/>
          </ac:spMkLst>
        </pc:spChg>
      </pc:sldChg>
      <pc:sldChg chg="modSp add replId">
        <pc:chgData name="Vicente Alfredo Garay Robertson" userId="S::vicente.garay@uc.cl::78783c43-e97e-49e6-a0de-64154ae66e65" providerId="AD" clId="Web-{98C16256-D4F0-E928-ECF7-69C518FDE42D}" dt="2025-10-12T16:06:33.982" v="184" actId="20577"/>
        <pc:sldMkLst>
          <pc:docMk/>
          <pc:sldMk cId="919914607" sldId="290"/>
        </pc:sldMkLst>
        <pc:spChg chg="mod">
          <ac:chgData name="Vicente Alfredo Garay Robertson" userId="S::vicente.garay@uc.cl::78783c43-e97e-49e6-a0de-64154ae66e65" providerId="AD" clId="Web-{98C16256-D4F0-E928-ECF7-69C518FDE42D}" dt="2025-10-12T16:06:33.982" v="184" actId="20577"/>
          <ac:spMkLst>
            <pc:docMk/>
            <pc:sldMk cId="919914607" sldId="290"/>
            <ac:spMk id="2" creationId="{16BDF95D-39B2-29F0-BF9F-52BF4B22466B}"/>
          </ac:spMkLst>
        </pc:spChg>
      </pc:sldChg>
      <pc:sldChg chg="modSp add replId">
        <pc:chgData name="Vicente Alfredo Garay Robertson" userId="S::vicente.garay@uc.cl::78783c43-e97e-49e6-a0de-64154ae66e65" providerId="AD" clId="Web-{98C16256-D4F0-E928-ECF7-69C518FDE42D}" dt="2025-10-12T16:07:11.858" v="198" actId="20577"/>
        <pc:sldMkLst>
          <pc:docMk/>
          <pc:sldMk cId="3839637957" sldId="291"/>
        </pc:sldMkLst>
        <pc:spChg chg="mod">
          <ac:chgData name="Vicente Alfredo Garay Robertson" userId="S::vicente.garay@uc.cl::78783c43-e97e-49e6-a0de-64154ae66e65" providerId="AD" clId="Web-{98C16256-D4F0-E928-ECF7-69C518FDE42D}" dt="2025-10-12T16:07:11.858" v="198" actId="20577"/>
          <ac:spMkLst>
            <pc:docMk/>
            <pc:sldMk cId="3839637957" sldId="291"/>
            <ac:spMk id="2" creationId="{45DF1804-9AC9-D2CC-7F74-1620064F7BCC}"/>
          </ac:spMkLst>
        </pc:spChg>
      </pc:sldChg>
    </pc:docChg>
  </pc:docChgLst>
  <pc:docChgLst>
    <pc:chgData name="Vicente Alfredo Garay Robertson" userId="S::vicente.garay@uc.cl::78783c43-e97e-49e6-a0de-64154ae66e65" providerId="AD" clId="Web-{C2753273-ABA6-714A-BF9A-85F53559BED1}"/>
    <pc:docChg chg="modSld">
      <pc:chgData name="Vicente Alfredo Garay Robertson" userId="S::vicente.garay@uc.cl::78783c43-e97e-49e6-a0de-64154ae66e65" providerId="AD" clId="Web-{C2753273-ABA6-714A-BF9A-85F53559BED1}" dt="2025-10-13T02:52:31.236" v="448" actId="20577"/>
      <pc:docMkLst>
        <pc:docMk/>
      </pc:docMkLst>
      <pc:sldChg chg="modSp">
        <pc:chgData name="Vicente Alfredo Garay Robertson" userId="S::vicente.garay@uc.cl::78783c43-e97e-49e6-a0de-64154ae66e65" providerId="AD" clId="Web-{C2753273-ABA6-714A-BF9A-85F53559BED1}" dt="2025-10-13T02:43:15.684" v="268" actId="20577"/>
        <pc:sldMkLst>
          <pc:docMk/>
          <pc:sldMk cId="1453617272" sldId="273"/>
        </pc:sldMkLst>
        <pc:spChg chg="mod">
          <ac:chgData name="Vicente Alfredo Garay Robertson" userId="S::vicente.garay@uc.cl::78783c43-e97e-49e6-a0de-64154ae66e65" providerId="AD" clId="Web-{C2753273-ABA6-714A-BF9A-85F53559BED1}" dt="2025-10-13T02:43:15.684" v="268" actId="20577"/>
          <ac:spMkLst>
            <pc:docMk/>
            <pc:sldMk cId="1453617272" sldId="273"/>
            <ac:spMk id="2" creationId="{C6819D52-BFE9-43EA-D394-DB2B9D8CC2F6}"/>
          </ac:spMkLst>
        </pc:spChg>
        <pc:spChg chg="mod">
          <ac:chgData name="Vicente Alfredo Garay Robertson" userId="S::vicente.garay@uc.cl::78783c43-e97e-49e6-a0de-64154ae66e65" providerId="AD" clId="Web-{C2753273-ABA6-714A-BF9A-85F53559BED1}" dt="2025-10-13T02:31:42.738" v="243" actId="20577"/>
          <ac:spMkLst>
            <pc:docMk/>
            <pc:sldMk cId="1453617272" sldId="273"/>
            <ac:spMk id="3" creationId="{46C2D0EA-90D1-BC37-B26E-AF8CE5AEA162}"/>
          </ac:spMkLst>
        </pc:spChg>
      </pc:sldChg>
      <pc:sldChg chg="modSp">
        <pc:chgData name="Vicente Alfredo Garay Robertson" userId="S::vicente.garay@uc.cl::78783c43-e97e-49e6-a0de-64154ae66e65" providerId="AD" clId="Web-{C2753273-ABA6-714A-BF9A-85F53559BED1}" dt="2025-10-13T02:52:31.236" v="448" actId="20577"/>
        <pc:sldMkLst>
          <pc:docMk/>
          <pc:sldMk cId="528606597" sldId="281"/>
        </pc:sldMkLst>
        <pc:spChg chg="mod">
          <ac:chgData name="Vicente Alfredo Garay Robertson" userId="S::vicente.garay@uc.cl::78783c43-e97e-49e6-a0de-64154ae66e65" providerId="AD" clId="Web-{C2753273-ABA6-714A-BF9A-85F53559BED1}" dt="2025-10-13T02:42:57.543" v="264" actId="20577"/>
          <ac:spMkLst>
            <pc:docMk/>
            <pc:sldMk cId="528606597" sldId="281"/>
            <ac:spMk id="2" creationId="{FD498B54-70E6-D6ED-A310-B84A196F56E5}"/>
          </ac:spMkLst>
        </pc:spChg>
        <pc:spChg chg="mod">
          <ac:chgData name="Vicente Alfredo Garay Robertson" userId="S::vicente.garay@uc.cl::78783c43-e97e-49e6-a0de-64154ae66e65" providerId="AD" clId="Web-{C2753273-ABA6-714A-BF9A-85F53559BED1}" dt="2025-10-13T02:52:31.236" v="448" actId="20577"/>
          <ac:spMkLst>
            <pc:docMk/>
            <pc:sldMk cId="528606597" sldId="281"/>
            <ac:spMk id="3" creationId="{9C38D1B4-58B2-AE32-FA89-69D0601738A2}"/>
          </ac:spMkLst>
        </pc:spChg>
      </pc:sldChg>
      <pc:sldChg chg="addSp delSp modSp">
        <pc:chgData name="Vicente Alfredo Garay Robertson" userId="S::vicente.garay@uc.cl::78783c43-e97e-49e6-a0de-64154ae66e65" providerId="AD" clId="Web-{C2753273-ABA6-714A-BF9A-85F53559BED1}" dt="2025-10-13T02:43:06.777" v="266" actId="20577"/>
        <pc:sldMkLst>
          <pc:docMk/>
          <pc:sldMk cId="919914607" sldId="290"/>
        </pc:sldMkLst>
        <pc:spChg chg="mod">
          <ac:chgData name="Vicente Alfredo Garay Robertson" userId="S::vicente.garay@uc.cl::78783c43-e97e-49e6-a0de-64154ae66e65" providerId="AD" clId="Web-{C2753273-ABA6-714A-BF9A-85F53559BED1}" dt="2025-10-13T02:43:06.777" v="266" actId="20577"/>
          <ac:spMkLst>
            <pc:docMk/>
            <pc:sldMk cId="919914607" sldId="290"/>
            <ac:spMk id="2" creationId="{16BDF95D-39B2-29F0-BF9F-52BF4B22466B}"/>
          </ac:spMkLst>
        </pc:spChg>
        <pc:spChg chg="del">
          <ac:chgData name="Vicente Alfredo Garay Robertson" userId="S::vicente.garay@uc.cl::78783c43-e97e-49e6-a0de-64154ae66e65" providerId="AD" clId="Web-{C2753273-ABA6-714A-BF9A-85F53559BED1}" dt="2025-10-13T02:37:38.193" v="244"/>
          <ac:spMkLst>
            <pc:docMk/>
            <pc:sldMk cId="919914607" sldId="290"/>
            <ac:spMk id="3" creationId="{B2CBB481-2B3D-02C0-CF2B-7ABD1E0B6CAA}"/>
          </ac:spMkLst>
        </pc:spChg>
        <pc:spChg chg="add del mod">
          <ac:chgData name="Vicente Alfredo Garay Robertson" userId="S::vicente.garay@uc.cl::78783c43-e97e-49e6-a0de-64154ae66e65" providerId="AD" clId="Web-{C2753273-ABA6-714A-BF9A-85F53559BED1}" dt="2025-10-13T02:38:38.507" v="246"/>
          <ac:spMkLst>
            <pc:docMk/>
            <pc:sldMk cId="919914607" sldId="290"/>
            <ac:spMk id="7" creationId="{3CA2049D-6437-E35C-0129-A4BE5A789E45}"/>
          </ac:spMkLst>
        </pc:spChg>
        <pc:picChg chg="add del mod ord">
          <ac:chgData name="Vicente Alfredo Garay Robertson" userId="S::vicente.garay@uc.cl::78783c43-e97e-49e6-a0de-64154ae66e65" providerId="AD" clId="Web-{C2753273-ABA6-714A-BF9A-85F53559BED1}" dt="2025-10-13T02:38:30.929" v="245"/>
          <ac:picMkLst>
            <pc:docMk/>
            <pc:sldMk cId="919914607" sldId="290"/>
            <ac:picMk id="4" creationId="{EEC5091B-C4C3-DA95-AD8C-CE45B4776821}"/>
          </ac:picMkLst>
        </pc:picChg>
        <pc:picChg chg="add mod ord">
          <ac:chgData name="Vicente Alfredo Garay Robertson" userId="S::vicente.garay@uc.cl::78783c43-e97e-49e6-a0de-64154ae66e65" providerId="AD" clId="Web-{C2753273-ABA6-714A-BF9A-85F53559BED1}" dt="2025-10-13T02:38:38.507" v="246"/>
          <ac:picMkLst>
            <pc:docMk/>
            <pc:sldMk cId="919914607" sldId="290"/>
            <ac:picMk id="8" creationId="{40673162-46D7-5429-7B02-D9A4440AEC5E}"/>
          </ac:picMkLst>
        </pc:picChg>
      </pc:sldChg>
      <pc:sldChg chg="addSp delSp modSp">
        <pc:chgData name="Vicente Alfredo Garay Robertson" userId="S::vicente.garay@uc.cl::78783c43-e97e-49e6-a0de-64154ae66e65" providerId="AD" clId="Web-{C2753273-ABA6-714A-BF9A-85F53559BED1}" dt="2025-10-13T02:44:25.294" v="282" actId="20577"/>
        <pc:sldMkLst>
          <pc:docMk/>
          <pc:sldMk cId="3839637957" sldId="291"/>
        </pc:sldMkLst>
        <pc:spChg chg="mod">
          <ac:chgData name="Vicente Alfredo Garay Robertson" userId="S::vicente.garay@uc.cl::78783c43-e97e-49e6-a0de-64154ae66e65" providerId="AD" clId="Web-{C2753273-ABA6-714A-BF9A-85F53559BED1}" dt="2025-10-13T02:44:25.294" v="282" actId="20577"/>
          <ac:spMkLst>
            <pc:docMk/>
            <pc:sldMk cId="3839637957" sldId="291"/>
            <ac:spMk id="2" creationId="{45DF1804-9AC9-D2CC-7F74-1620064F7BCC}"/>
          </ac:spMkLst>
        </pc:spChg>
        <pc:spChg chg="del">
          <ac:chgData name="Vicente Alfredo Garay Robertson" userId="S::vicente.garay@uc.cl::78783c43-e97e-49e6-a0de-64154ae66e65" providerId="AD" clId="Web-{C2753273-ABA6-714A-BF9A-85F53559BED1}" dt="2025-10-13T02:42:26.152" v="247"/>
          <ac:spMkLst>
            <pc:docMk/>
            <pc:sldMk cId="3839637957" sldId="291"/>
            <ac:spMk id="3" creationId="{96EC7CBE-8352-2516-A298-8AAF370E7382}"/>
          </ac:spMkLst>
        </pc:spChg>
        <pc:picChg chg="add mod ord">
          <ac:chgData name="Vicente Alfredo Garay Robertson" userId="S::vicente.garay@uc.cl::78783c43-e97e-49e6-a0de-64154ae66e65" providerId="AD" clId="Web-{C2753273-ABA6-714A-BF9A-85F53559BED1}" dt="2025-10-13T02:42:26.152" v="247"/>
          <ac:picMkLst>
            <pc:docMk/>
            <pc:sldMk cId="3839637957" sldId="291"/>
            <ac:picMk id="4" creationId="{3694BC21-9FB2-3CFF-877A-5F7A32AD5531}"/>
          </ac:picMkLst>
        </pc:picChg>
      </pc:sldChg>
    </pc:docChg>
  </pc:docChgLst>
  <pc:docChgLst>
    <pc:chgData name="Franco Andrés Chiappe Donoso" userId="952ef6fb-7da9-433b-9cb5-ab1c1c91cce3" providerId="ADAL" clId="{D482683E-DF45-4BA1-B60E-919AB3CEA91E}"/>
    <pc:docChg chg="undo redo custSel addSld delSld modSld sldOrd modMainMaster delSection modSection">
      <pc:chgData name="Franco Andrés Chiappe Donoso" userId="952ef6fb-7da9-433b-9cb5-ab1c1c91cce3" providerId="ADAL" clId="{D482683E-DF45-4BA1-B60E-919AB3CEA91E}" dt="2025-10-13T15:24:53.004" v="3089"/>
      <pc:docMkLst>
        <pc:docMk/>
      </pc:docMkLst>
      <pc:sldChg chg="addSp delSp modSp mod setBg delDesignElem">
        <pc:chgData name="Franco Andrés Chiappe Donoso" userId="952ef6fb-7da9-433b-9cb5-ab1c1c91cce3" providerId="ADAL" clId="{D482683E-DF45-4BA1-B60E-919AB3CEA91E}" dt="2025-10-12T16:09:36.467" v="3026" actId="790"/>
        <pc:sldMkLst>
          <pc:docMk/>
          <pc:sldMk cId="136866810" sldId="256"/>
        </pc:sldMkLst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136866810" sldId="256"/>
            <ac:spMk id="3" creationId="{ED68DBEB-4CD1-4F24-099A-3D08E620D425}"/>
          </ac:spMkLst>
        </pc:spChg>
        <pc:spChg chg="mod or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136866810" sldId="256"/>
            <ac:spMk id="6" creationId="{6AB9308F-E6AC-E3E8-530D-CA609207C534}"/>
          </ac:spMkLst>
        </pc:spChg>
        <pc:spChg chg="add del">
          <ac:chgData name="Franco Andrés Chiappe Donoso" userId="952ef6fb-7da9-433b-9cb5-ab1c1c91cce3" providerId="ADAL" clId="{D482683E-DF45-4BA1-B60E-919AB3CEA91E}" dt="2025-10-12T00:09:37.927" v="2303" actId="26606"/>
          <ac:spMkLst>
            <pc:docMk/>
            <pc:sldMk cId="136866810" sldId="256"/>
            <ac:spMk id="8" creationId="{B1A515B1-A9B3-49B0-AE0D-D038D42C21A9}"/>
          </ac:spMkLst>
        </pc:spChg>
        <pc:spChg chg="add del">
          <ac:chgData name="Franco Andrés Chiappe Donoso" userId="952ef6fb-7da9-433b-9cb5-ab1c1c91cce3" providerId="ADAL" clId="{D482683E-DF45-4BA1-B60E-919AB3CEA91E}" dt="2025-10-12T00:13:43.042" v="2328"/>
          <ac:spMkLst>
            <pc:docMk/>
            <pc:sldMk cId="136866810" sldId="256"/>
            <ac:spMk id="10" creationId="{EF3E1F0C-BCD9-491F-A435-D4A48FB439B9}"/>
          </ac:spMkLst>
        </pc:spChg>
        <pc:spChg chg="add del">
          <ac:chgData name="Franco Andrés Chiappe Donoso" userId="952ef6fb-7da9-433b-9cb5-ab1c1c91cce3" providerId="ADAL" clId="{D482683E-DF45-4BA1-B60E-919AB3CEA91E}" dt="2025-10-12T00:09:38.113" v="2308" actId="26606"/>
          <ac:spMkLst>
            <pc:docMk/>
            <pc:sldMk cId="136866810" sldId="256"/>
            <ac:spMk id="11" creationId="{D0712110-0BC1-4B31-B3BB-63B44222E87F}"/>
          </ac:spMkLst>
        </pc:spChg>
        <pc:spChg chg="add del">
          <ac:chgData name="Franco Andrés Chiappe Donoso" userId="952ef6fb-7da9-433b-9cb5-ab1c1c91cce3" providerId="ADAL" clId="{D482683E-DF45-4BA1-B60E-919AB3CEA91E}" dt="2025-10-12T00:09:38.113" v="2308" actId="26606"/>
          <ac:spMkLst>
            <pc:docMk/>
            <pc:sldMk cId="136866810" sldId="256"/>
            <ac:spMk id="13" creationId="{4466B5F3-C053-4580-B04A-1EF949888280}"/>
          </ac:spMkLst>
        </pc:spChg>
        <pc:spChg chg="add del">
          <ac:chgData name="Franco Andrés Chiappe Donoso" userId="952ef6fb-7da9-433b-9cb5-ab1c1c91cce3" providerId="ADAL" clId="{D482683E-DF45-4BA1-B60E-919AB3CEA91E}" dt="2025-10-12T00:09:37.702" v="2293" actId="26606"/>
          <ac:spMkLst>
            <pc:docMk/>
            <pc:sldMk cId="136866810" sldId="256"/>
            <ac:spMk id="16" creationId="{8BC298DB-2D5C-40A1-9A78-6B4A12198A9B}"/>
          </ac:spMkLst>
        </pc:spChg>
        <pc:spChg chg="add del">
          <ac:chgData name="Franco Andrés Chiappe Donoso" userId="952ef6fb-7da9-433b-9cb5-ab1c1c91cce3" providerId="ADAL" clId="{D482683E-DF45-4BA1-B60E-919AB3CEA91E}" dt="2025-10-12T00:09:37.702" v="2293" actId="26606"/>
          <ac:spMkLst>
            <pc:docMk/>
            <pc:sldMk cId="136866810" sldId="256"/>
            <ac:spMk id="18" creationId="{35C2355B-7CE9-4192-9142-A41CA0A0C08B}"/>
          </ac:spMkLst>
        </pc:spChg>
        <pc:grpChg chg="add del">
          <ac:chgData name="Franco Andrés Chiappe Donoso" userId="952ef6fb-7da9-433b-9cb5-ab1c1c91cce3" providerId="ADAL" clId="{D482683E-DF45-4BA1-B60E-919AB3CEA91E}" dt="2025-10-12T00:09:37.843" v="2300" actId="26606"/>
          <ac:grpSpMkLst>
            <pc:docMk/>
            <pc:sldMk cId="136866810" sldId="256"/>
            <ac:grpSpMk id="9" creationId="{25A657F0-42F3-40D3-BC75-7DA1F5C6A225}"/>
          </ac:grpSpMkLst>
        </pc:grpChg>
        <pc:picChg chg="mod">
          <ac:chgData name="Franco Andrés Chiappe Donoso" userId="952ef6fb-7da9-433b-9cb5-ab1c1c91cce3" providerId="ADAL" clId="{D482683E-DF45-4BA1-B60E-919AB3CEA91E}" dt="2025-10-12T00:10:48.895" v="2326" actId="26606"/>
          <ac:picMkLst>
            <pc:docMk/>
            <pc:sldMk cId="136866810" sldId="256"/>
            <ac:picMk id="4" creationId="{277B4CB5-0416-580B-69C6-5B751D347027}"/>
          </ac:picMkLst>
        </pc:picChg>
        <pc:picChg chg="add del">
          <ac:chgData name="Franco Andrés Chiappe Donoso" userId="952ef6fb-7da9-433b-9cb5-ab1c1c91cce3" providerId="ADAL" clId="{D482683E-DF45-4BA1-B60E-919AB3CEA91E}" dt="2025-10-12T00:09:38.113" v="2308" actId="26606"/>
          <ac:picMkLst>
            <pc:docMk/>
            <pc:sldMk cId="136866810" sldId="256"/>
            <ac:picMk id="17" creationId="{25CED634-E2D0-4AB7-96DD-816C9B52C5CF}"/>
          </ac:picMkLst>
        </pc:picChg>
        <pc:picChg chg="add del">
          <ac:chgData name="Franco Andrés Chiappe Donoso" userId="952ef6fb-7da9-433b-9cb5-ab1c1c91cce3" providerId="ADAL" clId="{D482683E-DF45-4BA1-B60E-919AB3CEA91E}" dt="2025-10-12T00:09:37.702" v="2293" actId="26606"/>
          <ac:picMkLst>
            <pc:docMk/>
            <pc:sldMk cId="136866810" sldId="256"/>
            <ac:picMk id="21" creationId="{45CE2E7C-6AA3-4710-825D-4CDDF788C7BC}"/>
          </ac:picMkLst>
        </pc:picChg>
        <pc:cxnChg chg="add del">
          <ac:chgData name="Franco Andrés Chiappe Donoso" userId="952ef6fb-7da9-433b-9cb5-ab1c1c91cce3" providerId="ADAL" clId="{D482683E-DF45-4BA1-B60E-919AB3CEA91E}" dt="2025-10-12T00:09:38.113" v="2308" actId="26606"/>
          <ac:cxnSpMkLst>
            <pc:docMk/>
            <pc:sldMk cId="136866810" sldId="256"/>
            <ac:cxnSpMk id="15" creationId="{FA6123F2-4B61-414F-A7E5-5B7828EACAE2}"/>
          </ac:cxnSpMkLst>
        </pc:cxnChg>
        <pc:cxnChg chg="add del">
          <ac:chgData name="Franco Andrés Chiappe Donoso" userId="952ef6fb-7da9-433b-9cb5-ab1c1c91cce3" providerId="ADAL" clId="{D482683E-DF45-4BA1-B60E-919AB3CEA91E}" dt="2025-10-12T00:09:38.113" v="2308" actId="26606"/>
          <ac:cxnSpMkLst>
            <pc:docMk/>
            <pc:sldMk cId="136866810" sldId="256"/>
            <ac:cxnSpMk id="19" creationId="{FCDDCDFB-696D-4FDF-9B58-24F71B7C37BC}"/>
          </ac:cxnSpMkLst>
        </pc:cxnChg>
        <pc:cxnChg chg="add del">
          <ac:chgData name="Franco Andrés Chiappe Donoso" userId="952ef6fb-7da9-433b-9cb5-ab1c1c91cce3" providerId="ADAL" clId="{D482683E-DF45-4BA1-B60E-919AB3CEA91E}" dt="2025-10-12T00:09:37.702" v="2293" actId="26606"/>
          <ac:cxnSpMkLst>
            <pc:docMk/>
            <pc:sldMk cId="136866810" sldId="256"/>
            <ac:cxnSpMk id="20" creationId="{06D05ED8-39E4-42F8-92CB-704C2BD0D215}"/>
          </ac:cxnSpMkLst>
        </pc:cxnChg>
        <pc:cxnChg chg="add del">
          <ac:chgData name="Franco Andrés Chiappe Donoso" userId="952ef6fb-7da9-433b-9cb5-ab1c1c91cce3" providerId="ADAL" clId="{D482683E-DF45-4BA1-B60E-919AB3CEA91E}" dt="2025-10-12T00:09:37.702" v="2293" actId="26606"/>
          <ac:cxnSpMkLst>
            <pc:docMk/>
            <pc:sldMk cId="136866810" sldId="256"/>
            <ac:cxnSpMk id="22" creationId="{3256C6C3-0EDC-4651-AB37-9F26CFAA6C86}"/>
          </ac:cxnSpMkLst>
        </pc:cxnChg>
      </pc:sldChg>
      <pc:sldChg chg="addSp delSp modSp mod setBg setClrOvrMap chgLayout">
        <pc:chgData name="Franco Andrés Chiappe Donoso" userId="952ef6fb-7da9-433b-9cb5-ab1c1c91cce3" providerId="ADAL" clId="{D482683E-DF45-4BA1-B60E-919AB3CEA91E}" dt="2025-10-12T16:11:58.935" v="3028" actId="2710"/>
        <pc:sldMkLst>
          <pc:docMk/>
          <pc:sldMk cId="887952031" sldId="260"/>
        </pc:sldMkLst>
        <pc:spChg chg="mod or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887952031" sldId="260"/>
            <ac:spMk id="11" creationId="{B522A834-ECB2-BD60-C49C-44E46128834D}"/>
          </ac:spMkLst>
        </pc:spChg>
        <pc:spChg chg="mod ord">
          <ac:chgData name="Franco Andrés Chiappe Donoso" userId="952ef6fb-7da9-433b-9cb5-ab1c1c91cce3" providerId="ADAL" clId="{D482683E-DF45-4BA1-B60E-919AB3CEA91E}" dt="2025-10-12T16:11:58.935" v="3028" actId="2710"/>
          <ac:spMkLst>
            <pc:docMk/>
            <pc:sldMk cId="887952031" sldId="260"/>
            <ac:spMk id="17" creationId="{8100EFF4-0BA6-3FEB-DDB1-E5F3B917B82E}"/>
          </ac:spMkLst>
        </pc:spChg>
        <pc:spChg chg="add del">
          <ac:chgData name="Franco Andrés Chiappe Donoso" userId="952ef6fb-7da9-433b-9cb5-ab1c1c91cce3" providerId="ADAL" clId="{D482683E-DF45-4BA1-B60E-919AB3CEA91E}" dt="2025-10-12T00:07:08.778" v="2239" actId="26606"/>
          <ac:spMkLst>
            <pc:docMk/>
            <pc:sldMk cId="887952031" sldId="260"/>
            <ac:spMk id="22" creationId="{89EA2611-DCBA-4E97-A2B2-9A466E76BDA4}"/>
          </ac:spMkLst>
        </pc:spChg>
        <pc:spChg chg="add del">
          <ac:chgData name="Franco Andrés Chiappe Donoso" userId="952ef6fb-7da9-433b-9cb5-ab1c1c91cce3" providerId="ADAL" clId="{D482683E-DF45-4BA1-B60E-919AB3CEA91E}" dt="2025-10-12T00:07:08.778" v="2239" actId="26606"/>
          <ac:spMkLst>
            <pc:docMk/>
            <pc:sldMk cId="887952031" sldId="260"/>
            <ac:spMk id="24" creationId="{BBC615D1-6E12-40EF-915B-316CFDB550D5}"/>
          </ac:spMkLst>
        </pc:spChg>
        <pc:spChg chg="add del">
          <ac:chgData name="Franco Andrés Chiappe Donoso" userId="952ef6fb-7da9-433b-9cb5-ab1c1c91cce3" providerId="ADAL" clId="{D482683E-DF45-4BA1-B60E-919AB3CEA91E}" dt="2025-10-12T00:07:08.778" v="2239" actId="26606"/>
          <ac:spMkLst>
            <pc:docMk/>
            <pc:sldMk cId="887952031" sldId="260"/>
            <ac:spMk id="26" creationId="{B9797D36-DE1E-47CD-881A-6C1F5828261B}"/>
          </ac:spMkLst>
        </pc:spChg>
        <pc:spChg chg="add del">
          <ac:chgData name="Franco Andrés Chiappe Donoso" userId="952ef6fb-7da9-433b-9cb5-ab1c1c91cce3" providerId="ADAL" clId="{D482683E-DF45-4BA1-B60E-919AB3CEA91E}" dt="2025-10-12T00:07:08.778" v="2239" actId="26606"/>
          <ac:spMkLst>
            <pc:docMk/>
            <pc:sldMk cId="887952031" sldId="260"/>
            <ac:spMk id="28" creationId="{4A2FAF1F-F462-46AF-A9E6-CC93C4E2C359}"/>
          </ac:spMkLst>
        </pc:spChg>
        <pc:spChg chg="add del">
          <ac:chgData name="Franco Andrés Chiappe Donoso" userId="952ef6fb-7da9-433b-9cb5-ab1c1c91cce3" providerId="ADAL" clId="{D482683E-DF45-4BA1-B60E-919AB3CEA91E}" dt="2025-10-12T00:07:08.778" v="2239" actId="26606"/>
          <ac:spMkLst>
            <pc:docMk/>
            <pc:sldMk cId="887952031" sldId="260"/>
            <ac:spMk id="30" creationId="{7146BED8-BAE9-42C5-A3DD-7B946445DB8C}"/>
          </ac:spMkLst>
        </pc:spChg>
        <pc:spChg chg="add del">
          <ac:chgData name="Franco Andrés Chiappe Donoso" userId="952ef6fb-7da9-433b-9cb5-ab1c1c91cce3" providerId="ADAL" clId="{D482683E-DF45-4BA1-B60E-919AB3CEA91E}" dt="2025-10-12T00:07:08.778" v="2239" actId="26606"/>
          <ac:spMkLst>
            <pc:docMk/>
            <pc:sldMk cId="887952031" sldId="260"/>
            <ac:spMk id="32" creationId="{15765FE8-B62F-41E4-A73C-74C91A8FD945}"/>
          </ac:spMkLst>
        </pc:spChg>
        <pc:picChg chg="add del mod">
          <ac:chgData name="Franco Andrés Chiappe Donoso" userId="952ef6fb-7da9-433b-9cb5-ab1c1c91cce3" providerId="ADAL" clId="{D482683E-DF45-4BA1-B60E-919AB3CEA91E}" dt="2025-10-12T16:07:04.348" v="2942" actId="1076"/>
          <ac:picMkLst>
            <pc:docMk/>
            <pc:sldMk cId="887952031" sldId="260"/>
            <ac:picMk id="3" creationId="{07851D1A-A6EB-09D9-47F6-603AA00AF1AE}"/>
          </ac:picMkLst>
        </pc:picChg>
        <pc:picChg chg="add del mod">
          <ac:chgData name="Franco Andrés Chiappe Donoso" userId="952ef6fb-7da9-433b-9cb5-ab1c1c91cce3" providerId="ADAL" clId="{D482683E-DF45-4BA1-B60E-919AB3CEA91E}" dt="2025-10-12T15:41:58.200" v="2393" actId="478"/>
          <ac:picMkLst>
            <pc:docMk/>
            <pc:sldMk cId="887952031" sldId="260"/>
            <ac:picMk id="7" creationId="{EE41062D-7E23-83BF-9641-3D67F723FEB5}"/>
          </ac:picMkLst>
        </pc:picChg>
      </pc:sldChg>
      <pc:sldChg chg="addSp delSp modSp mod setBg modClrScheme chgLayout">
        <pc:chgData name="Franco Andrés Chiappe Donoso" userId="952ef6fb-7da9-433b-9cb5-ab1c1c91cce3" providerId="ADAL" clId="{D482683E-DF45-4BA1-B60E-919AB3CEA91E}" dt="2025-10-12T16:09:36.467" v="3026" actId="790"/>
        <pc:sldMkLst>
          <pc:docMk/>
          <pc:sldMk cId="2208754760" sldId="272"/>
        </pc:sldMkLst>
        <pc:spChg chg="mod or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2208754760" sldId="272"/>
            <ac:spMk id="2" creationId="{74F82A4A-8CAF-9DE4-3B6F-2AD1DC69B116}"/>
          </ac:spMkLst>
        </pc:spChg>
        <pc:spChg chg="mod or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2208754760" sldId="272"/>
            <ac:spMk id="3" creationId="{34A3DB8F-F650-2650-3478-AD025A8F607A}"/>
          </ac:spMkLst>
        </pc:spChg>
        <pc:spChg chg="add mod or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2208754760" sldId="272"/>
            <ac:spMk id="4" creationId="{915E78E5-E5CA-A8CE-C45D-E3A8F19A4CFC}"/>
          </ac:spMkLst>
        </pc:spChg>
        <pc:spChg chg="add mod or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2208754760" sldId="272"/>
            <ac:spMk id="5" creationId="{EB44E6FE-D977-CC29-535A-54C8EAD963BB}"/>
          </ac:spMkLst>
        </pc:spChg>
        <pc:spChg chg="add mod or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2208754760" sldId="272"/>
            <ac:spMk id="6" creationId="{78E40D8F-D9AE-E1DD-E68C-9D364BF7FD5F}"/>
          </ac:spMkLst>
        </pc:spChg>
        <pc:picChg chg="add del mod">
          <ac:chgData name="Franco Andrés Chiappe Donoso" userId="952ef6fb-7da9-433b-9cb5-ab1c1c91cce3" providerId="ADAL" clId="{D482683E-DF45-4BA1-B60E-919AB3CEA91E}" dt="2025-10-12T16:07:15.508" v="2946" actId="478"/>
          <ac:picMkLst>
            <pc:docMk/>
            <pc:sldMk cId="2208754760" sldId="272"/>
            <ac:picMk id="7" creationId="{16C22946-B492-CD82-B74E-0CE38B300156}"/>
          </ac:picMkLst>
        </pc:picChg>
        <pc:picChg chg="add mod">
          <ac:chgData name="Franco Andrés Chiappe Donoso" userId="952ef6fb-7da9-433b-9cb5-ab1c1c91cce3" providerId="ADAL" clId="{D482683E-DF45-4BA1-B60E-919AB3CEA91E}" dt="2025-10-12T16:07:44.298" v="2960"/>
          <ac:picMkLst>
            <pc:docMk/>
            <pc:sldMk cId="2208754760" sldId="272"/>
            <ac:picMk id="8" creationId="{404B4585-61B7-4526-C35A-7B1DDBBB04E3}"/>
          </ac:picMkLst>
        </pc:picChg>
      </pc:sldChg>
      <pc:sldChg chg="addSp delSp modSp mod setBg">
        <pc:chgData name="Franco Andrés Chiappe Donoso" userId="952ef6fb-7da9-433b-9cb5-ab1c1c91cce3" providerId="ADAL" clId="{D482683E-DF45-4BA1-B60E-919AB3CEA91E}" dt="2025-10-12T16:09:36.467" v="3026" actId="790"/>
        <pc:sldMkLst>
          <pc:docMk/>
          <pc:sldMk cId="1453617272" sldId="273"/>
        </pc:sldMkLst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1453617272" sldId="273"/>
            <ac:spMk id="2" creationId="{C6819D52-BFE9-43EA-D394-DB2B9D8CC2F6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1453617272" sldId="273"/>
            <ac:spMk id="3" creationId="{46C2D0EA-90D1-BC37-B26E-AF8CE5AEA162}"/>
          </ac:spMkLst>
        </pc:spChg>
        <pc:picChg chg="add del mod">
          <ac:chgData name="Franco Andrés Chiappe Donoso" userId="952ef6fb-7da9-433b-9cb5-ab1c1c91cce3" providerId="ADAL" clId="{D482683E-DF45-4BA1-B60E-919AB3CEA91E}" dt="2025-10-12T16:07:20.017" v="2948" actId="478"/>
          <ac:picMkLst>
            <pc:docMk/>
            <pc:sldMk cId="1453617272" sldId="273"/>
            <ac:picMk id="4" creationId="{D6C6AC5D-DF6F-F839-452C-2E46F90824FF}"/>
          </ac:picMkLst>
        </pc:picChg>
        <pc:picChg chg="add mod">
          <ac:chgData name="Franco Andrés Chiappe Donoso" userId="952ef6fb-7da9-433b-9cb5-ab1c1c91cce3" providerId="ADAL" clId="{D482683E-DF45-4BA1-B60E-919AB3CEA91E}" dt="2025-10-12T16:07:45.449" v="2961"/>
          <ac:picMkLst>
            <pc:docMk/>
            <pc:sldMk cId="1453617272" sldId="273"/>
            <ac:picMk id="5" creationId="{749BB01E-5C43-6F27-74C3-6A2BF4243EDB}"/>
          </ac:picMkLst>
        </pc:picChg>
      </pc:sldChg>
      <pc:sldChg chg="addSp delSp modSp del mod">
        <pc:chgData name="Franco Andrés Chiappe Donoso" userId="952ef6fb-7da9-433b-9cb5-ab1c1c91cce3" providerId="ADAL" clId="{D482683E-DF45-4BA1-B60E-919AB3CEA91E}" dt="2025-10-12T18:07:47.002" v="3063" actId="47"/>
        <pc:sldMkLst>
          <pc:docMk/>
          <pc:sldMk cId="659496486" sldId="274"/>
        </pc:sldMkLst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659496486" sldId="274"/>
            <ac:spMk id="2" creationId="{75D9DA9E-0EC0-DC9A-CDDF-144FC8FFB348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659496486" sldId="274"/>
            <ac:spMk id="3" creationId="{910F9B12-7529-133A-A569-2A79E3412FC8}"/>
          </ac:spMkLst>
        </pc:spChg>
        <pc:picChg chg="add del mod">
          <ac:chgData name="Franco Andrés Chiappe Donoso" userId="952ef6fb-7da9-433b-9cb5-ab1c1c91cce3" providerId="ADAL" clId="{D482683E-DF45-4BA1-B60E-919AB3CEA91E}" dt="2025-10-12T16:07:30.944" v="2953" actId="478"/>
          <ac:picMkLst>
            <pc:docMk/>
            <pc:sldMk cId="659496486" sldId="274"/>
            <ac:picMk id="4" creationId="{DF979820-10F1-949A-FB1E-7C2ECA6BA90E}"/>
          </ac:picMkLst>
        </pc:picChg>
        <pc:picChg chg="add mod">
          <ac:chgData name="Franco Andrés Chiappe Donoso" userId="952ef6fb-7da9-433b-9cb5-ab1c1c91cce3" providerId="ADAL" clId="{D482683E-DF45-4BA1-B60E-919AB3CEA91E}" dt="2025-10-12T16:07:57.247" v="2967"/>
          <ac:picMkLst>
            <pc:docMk/>
            <pc:sldMk cId="659496486" sldId="274"/>
            <ac:picMk id="5" creationId="{5D16CD87-E6FC-0668-6AEF-E3839341A662}"/>
          </ac:picMkLst>
        </pc:picChg>
      </pc:sldChg>
      <pc:sldChg chg="addSp delSp modSp mod setBg chgLayout">
        <pc:chgData name="Franco Andrés Chiappe Donoso" userId="952ef6fb-7da9-433b-9cb5-ab1c1c91cce3" providerId="ADAL" clId="{D482683E-DF45-4BA1-B60E-919AB3CEA91E}" dt="2025-10-12T16:12:04.550" v="3029" actId="2710"/>
        <pc:sldMkLst>
          <pc:docMk/>
          <pc:sldMk cId="123804113" sldId="277"/>
        </pc:sldMkLst>
        <pc:spChg chg="mod or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123804113" sldId="277"/>
            <ac:spMk id="11" creationId="{971D0DB1-3E92-31DA-7DEC-F53788DE1FA6}"/>
          </ac:spMkLst>
        </pc:spChg>
        <pc:spChg chg="mod ord">
          <ac:chgData name="Franco Andrés Chiappe Donoso" userId="952ef6fb-7da9-433b-9cb5-ab1c1c91cce3" providerId="ADAL" clId="{D482683E-DF45-4BA1-B60E-919AB3CEA91E}" dt="2025-10-12T16:12:04.550" v="3029" actId="2710"/>
          <ac:spMkLst>
            <pc:docMk/>
            <pc:sldMk cId="123804113" sldId="277"/>
            <ac:spMk id="17" creationId="{F6946009-0888-2DE7-C020-8811B68DF914}"/>
          </ac:spMkLst>
        </pc:spChg>
        <pc:picChg chg="add del mod">
          <ac:chgData name="Franco Andrés Chiappe Donoso" userId="952ef6fb-7da9-433b-9cb5-ab1c1c91cce3" providerId="ADAL" clId="{D482683E-DF45-4BA1-B60E-919AB3CEA91E}" dt="2025-10-12T16:07:09.889" v="2943" actId="478"/>
          <ac:picMkLst>
            <pc:docMk/>
            <pc:sldMk cId="123804113" sldId="277"/>
            <ac:picMk id="2" creationId="{24DED7A6-6DE8-DE1B-CE9F-EE32E70A120A}"/>
          </ac:picMkLst>
        </pc:picChg>
        <pc:picChg chg="add mod">
          <ac:chgData name="Franco Andrés Chiappe Donoso" userId="952ef6fb-7da9-433b-9cb5-ab1c1c91cce3" providerId="ADAL" clId="{D482683E-DF45-4BA1-B60E-919AB3CEA91E}" dt="2025-10-12T16:07:41.324" v="2956"/>
          <ac:picMkLst>
            <pc:docMk/>
            <pc:sldMk cId="123804113" sldId="277"/>
            <ac:picMk id="3" creationId="{1A82B515-421C-519B-9C05-7E2F8C1B2E1F}"/>
          </ac:picMkLst>
        </pc:picChg>
        <pc:picChg chg="add del mod">
          <ac:chgData name="Franco Andrés Chiappe Donoso" userId="952ef6fb-7da9-433b-9cb5-ab1c1c91cce3" providerId="ADAL" clId="{D482683E-DF45-4BA1-B60E-919AB3CEA91E}" dt="2025-10-12T15:42:00.510" v="2395" actId="478"/>
          <ac:picMkLst>
            <pc:docMk/>
            <pc:sldMk cId="123804113" sldId="277"/>
            <ac:picMk id="7" creationId="{AD48CBCB-C1B5-B578-2AA4-7A5AE3D18C4E}"/>
          </ac:picMkLst>
        </pc:picChg>
      </pc:sldChg>
      <pc:sldChg chg="addSp delSp modSp mod">
        <pc:chgData name="Franco Andrés Chiappe Donoso" userId="952ef6fb-7da9-433b-9cb5-ab1c1c91cce3" providerId="ADAL" clId="{D482683E-DF45-4BA1-B60E-919AB3CEA91E}" dt="2025-10-12T16:09:36.467" v="3026" actId="790"/>
        <pc:sldMkLst>
          <pc:docMk/>
          <pc:sldMk cId="528606597" sldId="281"/>
        </pc:sldMkLst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528606597" sldId="281"/>
            <ac:spMk id="2" creationId="{FD498B54-70E6-D6ED-A310-B84A196F56E5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528606597" sldId="281"/>
            <ac:spMk id="3" creationId="{9C38D1B4-58B2-AE32-FA89-69D0601738A2}"/>
          </ac:spMkLst>
        </pc:spChg>
        <pc:picChg chg="add del mod">
          <ac:chgData name="Franco Andrés Chiappe Donoso" userId="952ef6fb-7da9-433b-9cb5-ab1c1c91cce3" providerId="ADAL" clId="{D482683E-DF45-4BA1-B60E-919AB3CEA91E}" dt="2025-10-12T16:07:24.238" v="2950" actId="478"/>
          <ac:picMkLst>
            <pc:docMk/>
            <pc:sldMk cId="528606597" sldId="281"/>
            <ac:picMk id="4" creationId="{9A92AA80-250D-DFA9-0D15-AECFF66DF62B}"/>
          </ac:picMkLst>
        </pc:picChg>
        <pc:picChg chg="add mod">
          <ac:chgData name="Franco Andrés Chiappe Donoso" userId="952ef6fb-7da9-433b-9cb5-ab1c1c91cce3" providerId="ADAL" clId="{D482683E-DF45-4BA1-B60E-919AB3CEA91E}" dt="2025-10-12T16:07:47.320" v="2963"/>
          <ac:picMkLst>
            <pc:docMk/>
            <pc:sldMk cId="528606597" sldId="281"/>
            <ac:picMk id="5" creationId="{B73C63E6-0E63-69DE-9040-AFEA0A1B5138}"/>
          </ac:picMkLst>
        </pc:picChg>
      </pc:sldChg>
      <pc:sldChg chg="addSp delSp modSp mod">
        <pc:chgData name="Franco Andrés Chiappe Donoso" userId="952ef6fb-7da9-433b-9cb5-ab1c1c91cce3" providerId="ADAL" clId="{D482683E-DF45-4BA1-B60E-919AB3CEA91E}" dt="2025-10-12T16:13:01.126" v="3061" actId="27636"/>
        <pc:sldMkLst>
          <pc:docMk/>
          <pc:sldMk cId="2786550934" sldId="282"/>
        </pc:sldMkLst>
        <pc:spChg chg="mod">
          <ac:chgData name="Franco Andrés Chiappe Donoso" userId="952ef6fb-7da9-433b-9cb5-ab1c1c91cce3" providerId="ADAL" clId="{D482683E-DF45-4BA1-B60E-919AB3CEA91E}" dt="2025-10-12T16:13:01.126" v="3061" actId="27636"/>
          <ac:spMkLst>
            <pc:docMk/>
            <pc:sldMk cId="2786550934" sldId="282"/>
            <ac:spMk id="2" creationId="{4BE6693E-3652-830A-674E-06A7A8079613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2786550934" sldId="282"/>
            <ac:spMk id="3" creationId="{2109A11F-DB13-9122-9939-9329E05CE2FA}"/>
          </ac:spMkLst>
        </pc:spChg>
        <pc:picChg chg="add del mod">
          <ac:chgData name="Franco Andrés Chiappe Donoso" userId="952ef6fb-7da9-433b-9cb5-ab1c1c91cce3" providerId="ADAL" clId="{D482683E-DF45-4BA1-B60E-919AB3CEA91E}" dt="2025-10-12T16:07:50.724" v="2965" actId="478"/>
          <ac:picMkLst>
            <pc:docMk/>
            <pc:sldMk cId="2786550934" sldId="282"/>
            <ac:picMk id="4" creationId="{3FC03F00-4553-4A87-34A9-CA909CC564FD}"/>
          </ac:picMkLst>
        </pc:picChg>
        <pc:picChg chg="add mod">
          <ac:chgData name="Franco Andrés Chiappe Donoso" userId="952ef6fb-7da9-433b-9cb5-ab1c1c91cce3" providerId="ADAL" clId="{D482683E-DF45-4BA1-B60E-919AB3CEA91E}" dt="2025-10-12T16:07:51.151" v="2966"/>
          <ac:picMkLst>
            <pc:docMk/>
            <pc:sldMk cId="2786550934" sldId="282"/>
            <ac:picMk id="5" creationId="{EDFB39DD-A1F6-29CE-F514-D418C20904CF}"/>
          </ac:picMkLst>
        </pc:picChg>
      </pc:sldChg>
      <pc:sldChg chg="addSp delSp modSp mod">
        <pc:chgData name="Franco Andrés Chiappe Donoso" userId="952ef6fb-7da9-433b-9cb5-ab1c1c91cce3" providerId="ADAL" clId="{D482683E-DF45-4BA1-B60E-919AB3CEA91E}" dt="2025-10-13T15:24:53.004" v="3089"/>
        <pc:sldMkLst>
          <pc:docMk/>
          <pc:sldMk cId="1048840110" sldId="283"/>
        </pc:sldMkLst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1048840110" sldId="283"/>
            <ac:spMk id="2" creationId="{45C52258-5DCB-74B3-AC8D-644FFEDC4360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1048840110" sldId="283"/>
            <ac:spMk id="3" creationId="{26A3D6DD-510D-6A14-3402-4F48DAA77B5B}"/>
          </ac:spMkLst>
        </pc:spChg>
        <pc:spChg chg="add mod">
          <ac:chgData name="Franco Andrés Chiappe Donoso" userId="952ef6fb-7da9-433b-9cb5-ab1c1c91cce3" providerId="ADAL" clId="{D482683E-DF45-4BA1-B60E-919AB3CEA91E}" dt="2025-10-13T15:24:53.004" v="3089"/>
          <ac:spMkLst>
            <pc:docMk/>
            <pc:sldMk cId="1048840110" sldId="283"/>
            <ac:spMk id="7" creationId="{BC957E6E-15AB-3CD3-304F-A11CFE928C7C}"/>
          </ac:spMkLst>
        </pc:spChg>
        <pc:picChg chg="add del mod">
          <ac:chgData name="Franco Andrés Chiappe Donoso" userId="952ef6fb-7da9-433b-9cb5-ab1c1c91cce3" providerId="ADAL" clId="{D482683E-DF45-4BA1-B60E-919AB3CEA91E}" dt="2025-10-12T16:07:34.560" v="2955" actId="478"/>
          <ac:picMkLst>
            <pc:docMk/>
            <pc:sldMk cId="1048840110" sldId="283"/>
            <ac:picMk id="4" creationId="{EC661F7B-5C7F-C0C7-83F5-65FC71744A71}"/>
          </ac:picMkLst>
        </pc:picChg>
        <pc:picChg chg="add mod">
          <ac:chgData name="Franco Andrés Chiappe Donoso" userId="952ef6fb-7da9-433b-9cb5-ab1c1c91cce3" providerId="ADAL" clId="{D482683E-DF45-4BA1-B60E-919AB3CEA91E}" dt="2025-10-12T16:07:59.208" v="2969"/>
          <ac:picMkLst>
            <pc:docMk/>
            <pc:sldMk cId="1048840110" sldId="283"/>
            <ac:picMk id="5" creationId="{34AB0E8F-76A6-18D9-0AEA-AA072D502083}"/>
          </ac:picMkLst>
        </pc:picChg>
      </pc:sldChg>
      <pc:sldChg chg="addSp delSp modSp del mod setBg">
        <pc:chgData name="Franco Andrés Chiappe Donoso" userId="952ef6fb-7da9-433b-9cb5-ab1c1c91cce3" providerId="ADAL" clId="{D482683E-DF45-4BA1-B60E-919AB3CEA91E}" dt="2025-10-12T18:07:48.459" v="3064" actId="47"/>
        <pc:sldMkLst>
          <pc:docMk/>
          <pc:sldMk cId="967026063" sldId="284"/>
        </pc:sldMkLst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967026063" sldId="284"/>
            <ac:spMk id="2" creationId="{6DEEB356-0715-8D44-539F-1C0691FA6583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967026063" sldId="284"/>
            <ac:spMk id="3" creationId="{DA3E4CA0-1C2E-6A9B-5BFE-2F12D600A1DA}"/>
          </ac:spMkLst>
        </pc:spChg>
        <pc:picChg chg="add del mod">
          <ac:chgData name="Franco Andrés Chiappe Donoso" userId="952ef6fb-7da9-433b-9cb5-ab1c1c91cce3" providerId="ADAL" clId="{D482683E-DF45-4BA1-B60E-919AB3CEA91E}" dt="2025-10-12T16:07:32.222" v="2954" actId="478"/>
          <ac:picMkLst>
            <pc:docMk/>
            <pc:sldMk cId="967026063" sldId="284"/>
            <ac:picMk id="4" creationId="{AB639F7C-54EC-0EF4-3BE3-E62D40E24DA1}"/>
          </ac:picMkLst>
        </pc:picChg>
        <pc:picChg chg="add mod">
          <ac:chgData name="Franco Andrés Chiappe Donoso" userId="952ef6fb-7da9-433b-9cb5-ab1c1c91cce3" providerId="ADAL" clId="{D482683E-DF45-4BA1-B60E-919AB3CEA91E}" dt="2025-10-12T16:07:58.348" v="2968"/>
          <ac:picMkLst>
            <pc:docMk/>
            <pc:sldMk cId="967026063" sldId="284"/>
            <ac:picMk id="5" creationId="{6315C391-9712-1B0E-DF27-72B2B3BBE252}"/>
          </ac:picMkLst>
        </pc:picChg>
      </pc:sldChg>
      <pc:sldChg chg="addSp delSp modSp mod setBg modClrScheme chgLayout">
        <pc:chgData name="Franco Andrés Chiappe Donoso" userId="952ef6fb-7da9-433b-9cb5-ab1c1c91cce3" providerId="ADAL" clId="{D482683E-DF45-4BA1-B60E-919AB3CEA91E}" dt="2025-10-12T16:12:10.132" v="3030" actId="2710"/>
        <pc:sldMkLst>
          <pc:docMk/>
          <pc:sldMk cId="2452694463" sldId="286"/>
        </pc:sldMkLst>
        <pc:spChg chg="mod or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2452694463" sldId="286"/>
            <ac:spMk id="2" creationId="{88C9A25B-9615-97C9-1648-32CCEAB87B68}"/>
          </ac:spMkLst>
        </pc:spChg>
        <pc:spChg chg="add mod ord">
          <ac:chgData name="Franco Andrés Chiappe Donoso" userId="952ef6fb-7da9-433b-9cb5-ab1c1c91cce3" providerId="ADAL" clId="{D482683E-DF45-4BA1-B60E-919AB3CEA91E}" dt="2025-10-12T16:12:10.132" v="3030" actId="2710"/>
          <ac:spMkLst>
            <pc:docMk/>
            <pc:sldMk cId="2452694463" sldId="286"/>
            <ac:spMk id="17" creationId="{9E502E99-9827-971C-6B52-D22AF8DC923B}"/>
          </ac:spMkLst>
        </pc:spChg>
        <pc:picChg chg="add del mod">
          <ac:chgData name="Franco Andrés Chiappe Donoso" userId="952ef6fb-7da9-433b-9cb5-ab1c1c91cce3" providerId="ADAL" clId="{D482683E-DF45-4BA1-B60E-919AB3CEA91E}" dt="2025-10-12T16:07:17.621" v="2947" actId="478"/>
          <ac:picMkLst>
            <pc:docMk/>
            <pc:sldMk cId="2452694463" sldId="286"/>
            <ac:picMk id="3" creationId="{200340EF-C0BC-00B8-50C8-EE8EF5977F20}"/>
          </ac:picMkLst>
        </pc:picChg>
        <pc:picChg chg="add mod">
          <ac:chgData name="Franco Andrés Chiappe Donoso" userId="952ef6fb-7da9-433b-9cb5-ab1c1c91cce3" providerId="ADAL" clId="{D482683E-DF45-4BA1-B60E-919AB3CEA91E}" dt="2025-10-12T16:07:43.833" v="2959"/>
          <ac:picMkLst>
            <pc:docMk/>
            <pc:sldMk cId="2452694463" sldId="286"/>
            <ac:picMk id="4" creationId="{08F59696-D670-066B-8C8B-61D6C2570A1B}"/>
          </ac:picMkLst>
        </pc:picChg>
      </pc:sldChg>
      <pc:sldChg chg="addSp delSp modSp new add del mod">
        <pc:chgData name="Franco Andrés Chiappe Donoso" userId="952ef6fb-7da9-433b-9cb5-ab1c1c91cce3" providerId="ADAL" clId="{D482683E-DF45-4BA1-B60E-919AB3CEA91E}" dt="2025-10-13T15:24:50.696" v="3088" actId="21"/>
        <pc:sldMkLst>
          <pc:docMk/>
          <pc:sldMk cId="3135985680" sldId="287"/>
        </pc:sldMkLst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3135985680" sldId="287"/>
            <ac:spMk id="2" creationId="{61BAD4E0-E1C3-8BC6-3748-1F4762C7B1BD}"/>
          </ac:spMkLst>
        </pc:spChg>
        <pc:spChg chg="del mod">
          <ac:chgData name="Franco Andrés Chiappe Donoso" userId="952ef6fb-7da9-433b-9cb5-ab1c1c91cce3" providerId="ADAL" clId="{D482683E-DF45-4BA1-B60E-919AB3CEA91E}" dt="2025-10-12T15:48:12.294" v="2614" actId="478"/>
          <ac:spMkLst>
            <pc:docMk/>
            <pc:sldMk cId="3135985680" sldId="287"/>
            <ac:spMk id="3" creationId="{A2EFCAA2-C1B5-8CC7-B0C8-9E816CE8682E}"/>
          </ac:spMkLst>
        </pc:spChg>
        <pc:spChg chg="add mod">
          <ac:chgData name="Franco Andrés Chiappe Donoso" userId="952ef6fb-7da9-433b-9cb5-ab1c1c91cce3" providerId="ADAL" clId="{D482683E-DF45-4BA1-B60E-919AB3CEA91E}" dt="2025-10-12T20:51:55.208" v="3071" actId="1076"/>
          <ac:spMkLst>
            <pc:docMk/>
            <pc:sldMk cId="3135985680" sldId="287"/>
            <ac:spMk id="4" creationId="{74B5ABAC-DFF0-6381-3751-A374EE5DA1FA}"/>
          </ac:spMkLst>
        </pc:spChg>
        <pc:spChg chg="add mod">
          <ac:chgData name="Franco Andrés Chiappe Donoso" userId="952ef6fb-7da9-433b-9cb5-ab1c1c91cce3" providerId="ADAL" clId="{D482683E-DF45-4BA1-B60E-919AB3CEA91E}" dt="2025-10-12T20:51:55.208" v="3071" actId="1076"/>
          <ac:spMkLst>
            <pc:docMk/>
            <pc:sldMk cId="3135985680" sldId="287"/>
            <ac:spMk id="5" creationId="{8D6EE923-20CF-7E60-3DD5-90080BD703E7}"/>
          </ac:spMkLst>
        </pc:spChg>
        <pc:spChg chg="add mod">
          <ac:chgData name="Franco Andrés Chiappe Donoso" userId="952ef6fb-7da9-433b-9cb5-ab1c1c91cce3" providerId="ADAL" clId="{D482683E-DF45-4BA1-B60E-919AB3CEA91E}" dt="2025-10-12T20:51:55.208" v="3071" actId="1076"/>
          <ac:spMkLst>
            <pc:docMk/>
            <pc:sldMk cId="3135985680" sldId="287"/>
            <ac:spMk id="6" creationId="{C04D218A-CE24-A116-BEF1-56A2F6D09711}"/>
          </ac:spMkLst>
        </pc:spChg>
        <pc:spChg chg="add del mod">
          <ac:chgData name="Franco Andrés Chiappe Donoso" userId="952ef6fb-7da9-433b-9cb5-ab1c1c91cce3" providerId="ADAL" clId="{D482683E-DF45-4BA1-B60E-919AB3CEA91E}" dt="2025-10-13T15:24:50.696" v="3088" actId="21"/>
          <ac:spMkLst>
            <pc:docMk/>
            <pc:sldMk cId="3135985680" sldId="287"/>
            <ac:spMk id="7" creationId="{BC957E6E-15AB-3CD3-304F-A11CFE928C7C}"/>
          </ac:spMkLst>
        </pc:spChg>
        <pc:spChg chg="add 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3135985680" sldId="287"/>
            <ac:spMk id="8" creationId="{1C1537AF-8889-E133-EFA8-5FADCA98DF20}"/>
          </ac:spMkLst>
        </pc:spChg>
        <pc:spChg chg="add del mod">
          <ac:chgData name="Franco Andrés Chiappe Donoso" userId="952ef6fb-7da9-433b-9cb5-ab1c1c91cce3" providerId="ADAL" clId="{D482683E-DF45-4BA1-B60E-919AB3CEA91E}" dt="2025-10-12T20:51:08.863" v="3068" actId="11529"/>
          <ac:spMkLst>
            <pc:docMk/>
            <pc:sldMk cId="3135985680" sldId="287"/>
            <ac:spMk id="11" creationId="{105C1CFF-117E-085B-AB38-EF997C7CAA84}"/>
          </ac:spMkLst>
        </pc:spChg>
        <pc:spChg chg="add del">
          <ac:chgData name="Franco Andrés Chiappe Donoso" userId="952ef6fb-7da9-433b-9cb5-ab1c1c91cce3" providerId="ADAL" clId="{D482683E-DF45-4BA1-B60E-919AB3CEA91E}" dt="2025-10-12T20:52:49.572" v="3079" actId="478"/>
          <ac:spMkLst>
            <pc:docMk/>
            <pc:sldMk cId="3135985680" sldId="287"/>
            <ac:spMk id="12" creationId="{BCE58BCC-79EB-59BB-430B-6B041A7ABF5B}"/>
          </ac:spMkLst>
        </pc:spChg>
        <pc:spChg chg="add mod">
          <ac:chgData name="Franco Andrés Chiappe Donoso" userId="952ef6fb-7da9-433b-9cb5-ab1c1c91cce3" providerId="ADAL" clId="{D482683E-DF45-4BA1-B60E-919AB3CEA91E}" dt="2025-10-12T20:52:54.289" v="3081" actId="1076"/>
          <ac:spMkLst>
            <pc:docMk/>
            <pc:sldMk cId="3135985680" sldId="287"/>
            <ac:spMk id="13" creationId="{FA1ADFD6-E1E3-C7E4-9073-E61FCE17C105}"/>
          </ac:spMkLst>
        </pc:spChg>
        <pc:spChg chg="add del">
          <ac:chgData name="Franco Andrés Chiappe Donoso" userId="952ef6fb-7da9-433b-9cb5-ab1c1c91cce3" providerId="ADAL" clId="{D482683E-DF45-4BA1-B60E-919AB3CEA91E}" dt="2025-10-12T20:52:50.365" v="3080" actId="478"/>
          <ac:spMkLst>
            <pc:docMk/>
            <pc:sldMk cId="3135985680" sldId="287"/>
            <ac:spMk id="14" creationId="{7246CEB7-EC0C-4FC9-3571-2EFA3DA210A1}"/>
          </ac:spMkLst>
        </pc:spChg>
        <pc:picChg chg="add del mod">
          <ac:chgData name="Franco Andrés Chiappe Donoso" userId="952ef6fb-7da9-433b-9cb5-ab1c1c91cce3" providerId="ADAL" clId="{D482683E-DF45-4BA1-B60E-919AB3CEA91E}" dt="2025-10-12T16:07:13.987" v="2945" actId="478"/>
          <ac:picMkLst>
            <pc:docMk/>
            <pc:sldMk cId="3135985680" sldId="287"/>
            <ac:picMk id="9" creationId="{F0905A80-A281-7171-2186-5C917B0AB802}"/>
          </ac:picMkLst>
        </pc:picChg>
        <pc:picChg chg="add mod">
          <ac:chgData name="Franco Andrés Chiappe Donoso" userId="952ef6fb-7da9-433b-9cb5-ab1c1c91cce3" providerId="ADAL" clId="{D482683E-DF45-4BA1-B60E-919AB3CEA91E}" dt="2025-10-12T16:07:42.820" v="2958"/>
          <ac:picMkLst>
            <pc:docMk/>
            <pc:sldMk cId="3135985680" sldId="287"/>
            <ac:picMk id="10" creationId="{FB278A8B-E369-6461-D9B6-11E820F50470}"/>
          </ac:picMkLst>
        </pc:picChg>
      </pc:sldChg>
      <pc:sldChg chg="addSp delSp modSp add del mod ord">
        <pc:chgData name="Franco Andrés Chiappe Donoso" userId="952ef6fb-7da9-433b-9cb5-ab1c1c91cce3" providerId="ADAL" clId="{D482683E-DF45-4BA1-B60E-919AB3CEA91E}" dt="2025-10-12T15:49:26.720" v="2632" actId="47"/>
        <pc:sldMkLst>
          <pc:docMk/>
          <pc:sldMk cId="0" sldId="288"/>
        </pc:sldMkLst>
        <pc:spChg chg="del">
          <ac:chgData name="Franco Andrés Chiappe Donoso" userId="952ef6fb-7da9-433b-9cb5-ab1c1c91cce3" providerId="ADAL" clId="{D482683E-DF45-4BA1-B60E-919AB3CEA91E}" dt="2025-10-12T15:49:11.047" v="2625" actId="478"/>
          <ac:spMkLst>
            <pc:docMk/>
            <pc:sldMk cId="0" sldId="288"/>
            <ac:spMk id="6" creationId="{00000000-0000-0000-0000-000000000000}"/>
          </ac:spMkLst>
        </pc:spChg>
        <pc:spChg chg="del">
          <ac:chgData name="Franco Andrés Chiappe Donoso" userId="952ef6fb-7da9-433b-9cb5-ab1c1c91cce3" providerId="ADAL" clId="{D482683E-DF45-4BA1-B60E-919AB3CEA91E}" dt="2025-10-12T15:49:11.840" v="2626" actId="478"/>
          <ac:spMkLst>
            <pc:docMk/>
            <pc:sldMk cId="0" sldId="288"/>
            <ac:spMk id="7" creationId="{00000000-0000-0000-0000-000000000000}"/>
          </ac:spMkLst>
        </pc:spChg>
      </pc:sldChg>
      <pc:sldChg chg="addSp delSp modSp add del mod chgLayout">
        <pc:chgData name="Franco Andrés Chiappe Donoso" userId="952ef6fb-7da9-433b-9cb5-ab1c1c91cce3" providerId="ADAL" clId="{D482683E-DF45-4BA1-B60E-919AB3CEA91E}" dt="2025-10-12T20:53:08.255" v="3083" actId="47"/>
        <pc:sldMkLst>
          <pc:docMk/>
          <pc:sldMk cId="2308592106" sldId="289"/>
        </pc:sldMkLst>
        <pc:spChg chg="mod or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2308592106" sldId="289"/>
            <ac:spMk id="2" creationId="{A91001C7-EBCF-E2CD-B5DC-355D6130D26A}"/>
          </ac:spMkLst>
        </pc:spChg>
        <pc:spChg chg="add mod or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2308592106" sldId="289"/>
            <ac:spMk id="3" creationId="{B0872DA6-C286-06AE-5690-7ECD36FD9C6C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2308592106" sldId="289"/>
            <ac:spMk id="4" creationId="{56C8520A-09DA-C5C5-C0D9-F8DB6A9E3ED2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2308592106" sldId="289"/>
            <ac:spMk id="5" creationId="{92810DA2-536D-B72B-544C-DEEF279C4E0D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2308592106" sldId="289"/>
            <ac:spMk id="6" creationId="{0B82233C-4E81-D8F0-04E0-8BB91DD4CBD3}"/>
          </ac:spMkLst>
        </pc:spChg>
        <pc:spChg chg="del">
          <ac:chgData name="Franco Andrés Chiappe Donoso" userId="952ef6fb-7da9-433b-9cb5-ab1c1c91cce3" providerId="ADAL" clId="{D482683E-DF45-4BA1-B60E-919AB3CEA91E}" dt="2025-10-12T15:49:24.615" v="2630" actId="478"/>
          <ac:spMkLst>
            <pc:docMk/>
            <pc:sldMk cId="2308592106" sldId="289"/>
            <ac:spMk id="7" creationId="{A427B94F-D49E-458E-A4D2-4A2A4AFA4B6D}"/>
          </ac:spMkLst>
        </pc:spChg>
        <pc:spChg chg="del">
          <ac:chgData name="Franco Andrés Chiappe Donoso" userId="952ef6fb-7da9-433b-9cb5-ab1c1c91cce3" providerId="ADAL" clId="{D482683E-DF45-4BA1-B60E-919AB3CEA91E}" dt="2025-10-12T15:49:25.149" v="2631" actId="478"/>
          <ac:spMkLst>
            <pc:docMk/>
            <pc:sldMk cId="2308592106" sldId="289"/>
            <ac:spMk id="8" creationId="{BA4604C7-AAA6-2959-030C-D58C4D506EFA}"/>
          </ac:spMkLst>
        </pc:spChg>
        <pc:picChg chg="add del mod">
          <ac:chgData name="Franco Andrés Chiappe Donoso" userId="952ef6fb-7da9-433b-9cb5-ab1c1c91cce3" providerId="ADAL" clId="{D482683E-DF45-4BA1-B60E-919AB3CEA91E}" dt="2025-10-12T16:07:11.975" v="2944" actId="478"/>
          <ac:picMkLst>
            <pc:docMk/>
            <pc:sldMk cId="2308592106" sldId="289"/>
            <ac:picMk id="9" creationId="{ECF56BE7-C4FC-A471-C4BE-27C75AF92840}"/>
          </ac:picMkLst>
        </pc:picChg>
        <pc:picChg chg="add mod">
          <ac:chgData name="Franco Andrés Chiappe Donoso" userId="952ef6fb-7da9-433b-9cb5-ab1c1c91cce3" providerId="ADAL" clId="{D482683E-DF45-4BA1-B60E-919AB3CEA91E}" dt="2025-10-12T16:07:42.016" v="2957"/>
          <ac:picMkLst>
            <pc:docMk/>
            <pc:sldMk cId="2308592106" sldId="289"/>
            <ac:picMk id="10" creationId="{119B3FE5-F61B-65BA-86E6-7BBEC9F1B11C}"/>
          </ac:picMkLst>
        </pc:picChg>
      </pc:sldChg>
      <pc:sldChg chg="addSp delSp modSp mod">
        <pc:chgData name="Franco Andrés Chiappe Donoso" userId="952ef6fb-7da9-433b-9cb5-ab1c1c91cce3" providerId="ADAL" clId="{D482683E-DF45-4BA1-B60E-919AB3CEA91E}" dt="2025-10-12T16:09:36.467" v="3026" actId="790"/>
        <pc:sldMkLst>
          <pc:docMk/>
          <pc:sldMk cId="919914607" sldId="290"/>
        </pc:sldMkLst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919914607" sldId="290"/>
            <ac:spMk id="2" creationId="{16BDF95D-39B2-29F0-BF9F-52BF4B22466B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919914607" sldId="290"/>
            <ac:spMk id="3" creationId="{B2CBB481-2B3D-02C0-CF2B-7ABD1E0B6CAA}"/>
          </ac:spMkLst>
        </pc:spChg>
        <pc:picChg chg="add del mod">
          <ac:chgData name="Franco Andrés Chiappe Donoso" userId="952ef6fb-7da9-433b-9cb5-ab1c1c91cce3" providerId="ADAL" clId="{D482683E-DF45-4BA1-B60E-919AB3CEA91E}" dt="2025-10-12T16:07:22.043" v="2949" actId="478"/>
          <ac:picMkLst>
            <pc:docMk/>
            <pc:sldMk cId="919914607" sldId="290"/>
            <ac:picMk id="4" creationId="{6847387D-7096-AE39-5E0E-C2E64DA7252F}"/>
          </ac:picMkLst>
        </pc:picChg>
        <pc:picChg chg="add mod">
          <ac:chgData name="Franco Andrés Chiappe Donoso" userId="952ef6fb-7da9-433b-9cb5-ab1c1c91cce3" providerId="ADAL" clId="{D482683E-DF45-4BA1-B60E-919AB3CEA91E}" dt="2025-10-12T16:07:46.004" v="2962"/>
          <ac:picMkLst>
            <pc:docMk/>
            <pc:sldMk cId="919914607" sldId="290"/>
            <ac:picMk id="5" creationId="{258B030A-128A-4B4E-827C-91FA3DAF3BEC}"/>
          </ac:picMkLst>
        </pc:picChg>
      </pc:sldChg>
      <pc:sldChg chg="addSp delSp modSp mod">
        <pc:chgData name="Franco Andrés Chiappe Donoso" userId="952ef6fb-7da9-433b-9cb5-ab1c1c91cce3" providerId="ADAL" clId="{D482683E-DF45-4BA1-B60E-919AB3CEA91E}" dt="2025-10-12T16:09:36.467" v="3026" actId="790"/>
        <pc:sldMkLst>
          <pc:docMk/>
          <pc:sldMk cId="3839637957" sldId="291"/>
        </pc:sldMkLst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3839637957" sldId="291"/>
            <ac:spMk id="2" creationId="{45DF1804-9AC9-D2CC-7F74-1620064F7BCC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3839637957" sldId="291"/>
            <ac:spMk id="3" creationId="{96EC7CBE-8352-2516-A298-8AAF370E7382}"/>
          </ac:spMkLst>
        </pc:spChg>
        <pc:picChg chg="del">
          <ac:chgData name="Franco Andrés Chiappe Donoso" userId="952ef6fb-7da9-433b-9cb5-ab1c1c91cce3" providerId="ADAL" clId="{D482683E-DF45-4BA1-B60E-919AB3CEA91E}" dt="2025-10-12T16:07:26.310" v="2951" actId="478"/>
          <ac:picMkLst>
            <pc:docMk/>
            <pc:sldMk cId="3839637957" sldId="291"/>
            <ac:picMk id="4" creationId="{56F60FBB-2AB7-253F-5F75-3DB2E5399AC1}"/>
          </ac:picMkLst>
        </pc:picChg>
        <pc:picChg chg="add mod">
          <ac:chgData name="Franco Andrés Chiappe Donoso" userId="952ef6fb-7da9-433b-9cb5-ab1c1c91cce3" providerId="ADAL" clId="{D482683E-DF45-4BA1-B60E-919AB3CEA91E}" dt="2025-10-12T16:07:48.701" v="2964"/>
          <ac:picMkLst>
            <pc:docMk/>
            <pc:sldMk cId="3839637957" sldId="291"/>
            <ac:picMk id="5" creationId="{4B7803F9-2F88-49CB-268A-6AA81DD4E3BC}"/>
          </ac:picMkLst>
        </pc:picChg>
      </pc:sldChg>
      <pc:sldChg chg="modSp new mod">
        <pc:chgData name="Franco Andrés Chiappe Donoso" userId="952ef6fb-7da9-433b-9cb5-ab1c1c91cce3" providerId="ADAL" clId="{D482683E-DF45-4BA1-B60E-919AB3CEA91E}" dt="2025-10-12T16:09:41.930" v="3027" actId="313"/>
        <pc:sldMkLst>
          <pc:docMk/>
          <pc:sldMk cId="3400648697" sldId="292"/>
        </pc:sldMkLst>
        <pc:spChg chg="mod">
          <ac:chgData name="Franco Andrés Chiappe Donoso" userId="952ef6fb-7da9-433b-9cb5-ab1c1c91cce3" providerId="ADAL" clId="{D482683E-DF45-4BA1-B60E-919AB3CEA91E}" dt="2025-10-12T16:09:41.930" v="3027" actId="313"/>
          <ac:spMkLst>
            <pc:docMk/>
            <pc:sldMk cId="3400648697" sldId="292"/>
            <ac:spMk id="2" creationId="{B8C61010-2839-EC35-2C3C-FB32C285FD00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3400648697" sldId="292"/>
            <ac:spMk id="3" creationId="{4C47B790-2358-1BAD-D772-5B510B56FE64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3400648697" sldId="292"/>
            <ac:spMk id="4" creationId="{C79F8611-E31F-A766-5B40-440095DC5DEB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3400648697" sldId="292"/>
            <ac:spMk id="5" creationId="{C3D79F0A-A928-A10C-90DE-8BB693956AE8}"/>
          </ac:spMkLst>
        </pc:spChg>
        <pc:spChg chg="mod">
          <ac:chgData name="Franco Andrés Chiappe Donoso" userId="952ef6fb-7da9-433b-9cb5-ab1c1c91cce3" providerId="ADAL" clId="{D482683E-DF45-4BA1-B60E-919AB3CEA91E}" dt="2025-10-12T16:09:36.467" v="3026" actId="790"/>
          <ac:spMkLst>
            <pc:docMk/>
            <pc:sldMk cId="3400648697" sldId="292"/>
            <ac:spMk id="6" creationId="{9502CE75-D3EE-0A10-A406-E7162FEA2A00}"/>
          </ac:spMkLst>
        </pc:spChg>
      </pc:sldChg>
      <pc:sldChg chg="addSp delSp modSp add del mod">
        <pc:chgData name="Franco Andrés Chiappe Donoso" userId="952ef6fb-7da9-433b-9cb5-ab1c1c91cce3" providerId="ADAL" clId="{D482683E-DF45-4BA1-B60E-919AB3CEA91E}" dt="2025-10-12T00:14:05.789" v="2335" actId="47"/>
        <pc:sldMkLst>
          <pc:docMk/>
          <pc:sldMk cId="4101950547" sldId="292"/>
        </pc:sldMkLst>
      </pc:sldChg>
      <pc:sldChg chg="delSp add mod">
        <pc:chgData name="Franco Andrés Chiappe Donoso" userId="952ef6fb-7da9-433b-9cb5-ab1c1c91cce3" providerId="ADAL" clId="{D482683E-DF45-4BA1-B60E-919AB3CEA91E}" dt="2025-10-12T20:53:13.486" v="3086" actId="478"/>
        <pc:sldMkLst>
          <pc:docMk/>
          <pc:sldMk cId="1167339915" sldId="293"/>
        </pc:sldMkLst>
        <pc:spChg chg="del">
          <ac:chgData name="Franco Andrés Chiappe Donoso" userId="952ef6fb-7da9-433b-9cb5-ab1c1c91cce3" providerId="ADAL" clId="{D482683E-DF45-4BA1-B60E-919AB3CEA91E}" dt="2025-10-12T20:53:13.486" v="3086" actId="478"/>
          <ac:spMkLst>
            <pc:docMk/>
            <pc:sldMk cId="1167339915" sldId="293"/>
            <ac:spMk id="7" creationId="{F5F8A2CD-1148-7EA5-99F4-F04A4F4967B2}"/>
          </ac:spMkLst>
        </pc:spChg>
        <pc:spChg chg="del">
          <ac:chgData name="Franco Andrés Chiappe Donoso" userId="952ef6fb-7da9-433b-9cb5-ab1c1c91cce3" providerId="ADAL" clId="{D482683E-DF45-4BA1-B60E-919AB3CEA91E}" dt="2025-10-12T20:53:12.652" v="3085" actId="478"/>
          <ac:spMkLst>
            <pc:docMk/>
            <pc:sldMk cId="1167339915" sldId="293"/>
            <ac:spMk id="8" creationId="{DE9ECA9C-E792-86E9-3CC1-298851314206}"/>
          </ac:spMkLst>
        </pc:spChg>
        <pc:spChg chg="del">
          <ac:chgData name="Franco Andrés Chiappe Donoso" userId="952ef6fb-7da9-433b-9cb5-ab1c1c91cce3" providerId="ADAL" clId="{D482683E-DF45-4BA1-B60E-919AB3CEA91E}" dt="2025-10-12T20:53:11.969" v="3084" actId="478"/>
          <ac:spMkLst>
            <pc:docMk/>
            <pc:sldMk cId="1167339915" sldId="293"/>
            <ac:spMk id="13" creationId="{1EE5F8E0-68CB-8691-0DB0-DD5EF324A038}"/>
          </ac:spMkLst>
        </pc:spChg>
      </pc:sldChg>
      <pc:sldChg chg="delSp modSp add del mod">
        <pc:chgData name="Franco Andrés Chiappe Donoso" userId="952ef6fb-7da9-433b-9cb5-ab1c1c91cce3" providerId="ADAL" clId="{D482683E-DF45-4BA1-B60E-919AB3CEA91E}" dt="2025-10-12T00:14:04.481" v="2334" actId="47"/>
        <pc:sldMkLst>
          <pc:docMk/>
          <pc:sldMk cId="3370687623" sldId="294"/>
        </pc:sldMkLst>
      </pc:sldChg>
      <pc:sldChg chg="new del ord">
        <pc:chgData name="Franco Andrés Chiappe Donoso" userId="952ef6fb-7da9-433b-9cb5-ab1c1c91cce3" providerId="ADAL" clId="{D482683E-DF45-4BA1-B60E-919AB3CEA91E}" dt="2025-10-12T00:08:59.455" v="2271" actId="680"/>
        <pc:sldMkLst>
          <pc:docMk/>
          <pc:sldMk cId="4148961683" sldId="295"/>
        </pc:sldMkLst>
      </pc:sldChg>
      <pc:sldMasterChg chg="modSldLayout">
        <pc:chgData name="Franco Andrés Chiappe Donoso" userId="952ef6fb-7da9-433b-9cb5-ab1c1c91cce3" providerId="ADAL" clId="{D482683E-DF45-4BA1-B60E-919AB3CEA91E}" dt="2025-10-12T00:04:34.061" v="2201"/>
        <pc:sldMasterMkLst>
          <pc:docMk/>
          <pc:sldMasterMk cId="3049549520" sldId="2147483899"/>
        </pc:sldMasterMkLst>
        <pc:sldLayoutChg chg="addSp">
          <pc:chgData name="Franco Andrés Chiappe Donoso" userId="952ef6fb-7da9-433b-9cb5-ab1c1c91cce3" providerId="ADAL" clId="{D482683E-DF45-4BA1-B60E-919AB3CEA91E}" dt="2025-10-12T00:04:34.061" v="2201"/>
          <pc:sldLayoutMkLst>
            <pc:docMk/>
            <pc:sldMasterMk cId="3049549520" sldId="2147483899"/>
            <pc:sldLayoutMk cId="4221902368" sldId="2147483900"/>
          </pc:sldLayoutMkLst>
          <pc:spChg chg="add">
            <ac:chgData name="Franco Andrés Chiappe Donoso" userId="952ef6fb-7da9-433b-9cb5-ab1c1c91cce3" providerId="ADAL" clId="{D482683E-DF45-4BA1-B60E-919AB3CEA91E}" dt="2025-10-12T00:04:34.061" v="2201"/>
            <ac:spMkLst>
              <pc:docMk/>
              <pc:sldMasterMk cId="3049549520" sldId="2147483899"/>
              <pc:sldLayoutMk cId="4221902368" sldId="2147483900"/>
              <ac:spMk id="7" creationId="{CCBB1EDA-1ABB-65E2-4E0B-697CCED6AA29}"/>
            </ac:spMkLst>
          </pc:spChg>
          <pc:spChg chg="add">
            <ac:chgData name="Franco Andrés Chiappe Donoso" userId="952ef6fb-7da9-433b-9cb5-ab1c1c91cce3" providerId="ADAL" clId="{D482683E-DF45-4BA1-B60E-919AB3CEA91E}" dt="2025-10-12T00:04:34.061" v="2201"/>
            <ac:spMkLst>
              <pc:docMk/>
              <pc:sldMasterMk cId="3049549520" sldId="2147483899"/>
              <pc:sldLayoutMk cId="4221902368" sldId="2147483900"/>
              <ac:spMk id="8" creationId="{CF9174B4-97A9-1775-EEF0-1DE4DECD77B6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04:49.294" v="2203"/>
        <pc:sldMasterMkLst>
          <pc:docMk/>
          <pc:sldMasterMk cId="3310082413" sldId="2147483911"/>
        </pc:sldMasterMkLst>
        <pc:sldLayoutChg chg="addSp">
          <pc:chgData name="Franco Andrés Chiappe Donoso" userId="952ef6fb-7da9-433b-9cb5-ab1c1c91cce3" providerId="ADAL" clId="{D482683E-DF45-4BA1-B60E-919AB3CEA91E}" dt="2025-10-12T00:04:49.294" v="2203"/>
          <pc:sldLayoutMkLst>
            <pc:docMk/>
            <pc:sldMasterMk cId="3310082413" sldId="2147483911"/>
            <pc:sldLayoutMk cId="1333800880" sldId="2147483912"/>
          </pc:sldLayoutMkLst>
          <pc:spChg chg="add">
            <ac:chgData name="Franco Andrés Chiappe Donoso" userId="952ef6fb-7da9-433b-9cb5-ab1c1c91cce3" providerId="ADAL" clId="{D482683E-DF45-4BA1-B60E-919AB3CEA91E}" dt="2025-10-12T00:04:49.294" v="2203"/>
            <ac:spMkLst>
              <pc:docMk/>
              <pc:sldMasterMk cId="3310082413" sldId="2147483911"/>
              <pc:sldLayoutMk cId="1333800880" sldId="2147483912"/>
              <ac:spMk id="7" creationId="{DF515389-0BC9-F829-9639-5D1B401FACE9}"/>
            </ac:spMkLst>
          </pc:spChg>
          <pc:spChg chg="add">
            <ac:chgData name="Franco Andrés Chiappe Donoso" userId="952ef6fb-7da9-433b-9cb5-ab1c1c91cce3" providerId="ADAL" clId="{D482683E-DF45-4BA1-B60E-919AB3CEA91E}" dt="2025-10-12T00:04:49.294" v="2203"/>
            <ac:spMkLst>
              <pc:docMk/>
              <pc:sldMasterMk cId="3310082413" sldId="2147483911"/>
              <pc:sldLayoutMk cId="1333800880" sldId="2147483912"/>
              <ac:spMk id="8" creationId="{4858D720-2D3B-1C5F-AA4D-B3027CE10910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05:13.268" v="2210"/>
        <pc:sldMasterMkLst>
          <pc:docMk/>
          <pc:sldMasterMk cId="3124709455" sldId="2147483923"/>
        </pc:sldMasterMkLst>
        <pc:sldLayoutChg chg="addSp">
          <pc:chgData name="Franco Andrés Chiappe Donoso" userId="952ef6fb-7da9-433b-9cb5-ab1c1c91cce3" providerId="ADAL" clId="{D482683E-DF45-4BA1-B60E-919AB3CEA91E}" dt="2025-10-12T00:05:13.268" v="2210"/>
          <pc:sldLayoutMkLst>
            <pc:docMk/>
            <pc:sldMasterMk cId="3124709455" sldId="2147483923"/>
            <pc:sldLayoutMk cId="488748026" sldId="2147483924"/>
          </pc:sldLayoutMkLst>
          <pc:spChg chg="add">
            <ac:chgData name="Franco Andrés Chiappe Donoso" userId="952ef6fb-7da9-433b-9cb5-ab1c1c91cce3" providerId="ADAL" clId="{D482683E-DF45-4BA1-B60E-919AB3CEA91E}" dt="2025-10-12T00:05:13.268" v="2210"/>
            <ac:spMkLst>
              <pc:docMk/>
              <pc:sldMasterMk cId="3124709455" sldId="2147483923"/>
              <pc:sldLayoutMk cId="488748026" sldId="2147483924"/>
              <ac:spMk id="7" creationId="{35BDD4DF-0D30-6DA9-A2DA-F03C15D50A20}"/>
            </ac:spMkLst>
          </pc:spChg>
          <pc:spChg chg="add">
            <ac:chgData name="Franco Andrés Chiappe Donoso" userId="952ef6fb-7da9-433b-9cb5-ab1c1c91cce3" providerId="ADAL" clId="{D482683E-DF45-4BA1-B60E-919AB3CEA91E}" dt="2025-10-12T00:05:13.268" v="2210"/>
            <ac:spMkLst>
              <pc:docMk/>
              <pc:sldMasterMk cId="3124709455" sldId="2147483923"/>
              <pc:sldLayoutMk cId="488748026" sldId="2147483924"/>
              <ac:spMk id="8" creationId="{12B239EC-FA7C-2B5B-7534-21CBF4CADFDB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09:43.666" v="2309"/>
        <pc:sldMasterMkLst>
          <pc:docMk/>
          <pc:sldMasterMk cId="3350687769" sldId="2147483923"/>
        </pc:sldMasterMkLst>
        <pc:sldLayoutChg chg="addSp">
          <pc:chgData name="Franco Andrés Chiappe Donoso" userId="952ef6fb-7da9-433b-9cb5-ab1c1c91cce3" providerId="ADAL" clId="{D482683E-DF45-4BA1-B60E-919AB3CEA91E}" dt="2025-10-12T00:09:43.666" v="2309"/>
          <pc:sldLayoutMkLst>
            <pc:docMk/>
            <pc:sldMasterMk cId="3350687769" sldId="2147483923"/>
            <pc:sldLayoutMk cId="1536446277" sldId="2147483924"/>
          </pc:sldLayoutMkLst>
          <pc:spChg chg="add">
            <ac:chgData name="Franco Andrés Chiappe Donoso" userId="952ef6fb-7da9-433b-9cb5-ab1c1c91cce3" providerId="ADAL" clId="{D482683E-DF45-4BA1-B60E-919AB3CEA91E}" dt="2025-10-12T00:09:43.666" v="2309"/>
            <ac:spMkLst>
              <pc:docMk/>
              <pc:sldMasterMk cId="3350687769" sldId="2147483923"/>
              <pc:sldLayoutMk cId="1536446277" sldId="2147483924"/>
              <ac:spMk id="8" creationId="{00B7FE88-76B1-90BE-97C2-413AED0FA5B8}"/>
            </ac:spMkLst>
          </pc:spChg>
          <pc:spChg chg="add">
            <ac:chgData name="Franco Andrés Chiappe Donoso" userId="952ef6fb-7da9-433b-9cb5-ab1c1c91cce3" providerId="ADAL" clId="{D482683E-DF45-4BA1-B60E-919AB3CEA91E}" dt="2025-10-12T00:09:43.666" v="2309"/>
            <ac:spMkLst>
              <pc:docMk/>
              <pc:sldMasterMk cId="3350687769" sldId="2147483923"/>
              <pc:sldLayoutMk cId="1536446277" sldId="2147483924"/>
              <ac:spMk id="9" creationId="{A5F7F335-70F7-654F-F1AB-74C52E125299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05:13.707" v="2211"/>
        <pc:sldMasterMkLst>
          <pc:docMk/>
          <pc:sldMasterMk cId="2277932277" sldId="2147483935"/>
        </pc:sldMasterMkLst>
        <pc:sldLayoutChg chg="addSp">
          <pc:chgData name="Franco Andrés Chiappe Donoso" userId="952ef6fb-7da9-433b-9cb5-ab1c1c91cce3" providerId="ADAL" clId="{D482683E-DF45-4BA1-B60E-919AB3CEA91E}" dt="2025-10-12T00:05:13.707" v="2211"/>
          <pc:sldLayoutMkLst>
            <pc:docMk/>
            <pc:sldMasterMk cId="2277932277" sldId="2147483935"/>
            <pc:sldLayoutMk cId="1581962073" sldId="2147483936"/>
          </pc:sldLayoutMkLst>
          <pc:spChg chg="add">
            <ac:chgData name="Franco Andrés Chiappe Donoso" userId="952ef6fb-7da9-433b-9cb5-ab1c1c91cce3" providerId="ADAL" clId="{D482683E-DF45-4BA1-B60E-919AB3CEA91E}" dt="2025-10-12T00:05:13.707" v="2211"/>
            <ac:spMkLst>
              <pc:docMk/>
              <pc:sldMasterMk cId="2277932277" sldId="2147483935"/>
              <pc:sldLayoutMk cId="1581962073" sldId="2147483936"/>
              <ac:spMk id="7" creationId="{18E66FE0-3E04-F512-BBEB-BD3CC7C397E7}"/>
            </ac:spMkLst>
          </pc:spChg>
          <pc:spChg chg="add">
            <ac:chgData name="Franco Andrés Chiappe Donoso" userId="952ef6fb-7da9-433b-9cb5-ab1c1c91cce3" providerId="ADAL" clId="{D482683E-DF45-4BA1-B60E-919AB3CEA91E}" dt="2025-10-12T00:05:13.707" v="2211"/>
            <ac:spMkLst>
              <pc:docMk/>
              <pc:sldMasterMk cId="2277932277" sldId="2147483935"/>
              <pc:sldLayoutMk cId="1581962073" sldId="2147483936"/>
              <ac:spMk id="9" creationId="{D3329AAF-7D3C-89E3-A96A-0071E9D3AB9A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10:31.953" v="2312"/>
        <pc:sldMasterMkLst>
          <pc:docMk/>
          <pc:sldMasterMk cId="208415597" sldId="2147483940"/>
        </pc:sldMasterMkLst>
        <pc:sldLayoutChg chg="addSp">
          <pc:chgData name="Franco Andrés Chiappe Donoso" userId="952ef6fb-7da9-433b-9cb5-ab1c1c91cce3" providerId="ADAL" clId="{D482683E-DF45-4BA1-B60E-919AB3CEA91E}" dt="2025-10-12T00:10:31.953" v="2312"/>
          <pc:sldLayoutMkLst>
            <pc:docMk/>
            <pc:sldMasterMk cId="208415597" sldId="2147483940"/>
            <pc:sldLayoutMk cId="3981410137" sldId="2147483941"/>
          </pc:sldLayoutMkLst>
          <pc:spChg chg="add">
            <ac:chgData name="Franco Andrés Chiappe Donoso" userId="952ef6fb-7da9-433b-9cb5-ab1c1c91cce3" providerId="ADAL" clId="{D482683E-DF45-4BA1-B60E-919AB3CEA91E}" dt="2025-10-12T00:10:31.953" v="2312"/>
            <ac:spMkLst>
              <pc:docMk/>
              <pc:sldMasterMk cId="208415597" sldId="2147483940"/>
              <pc:sldLayoutMk cId="3981410137" sldId="2147483941"/>
              <ac:spMk id="13" creationId="{9FADF528-EC70-E57E-B179-6CECD4D45E99}"/>
            </ac:spMkLst>
          </pc:spChg>
          <pc:spChg chg="add">
            <ac:chgData name="Franco Andrés Chiappe Donoso" userId="952ef6fb-7da9-433b-9cb5-ab1c1c91cce3" providerId="ADAL" clId="{D482683E-DF45-4BA1-B60E-919AB3CEA91E}" dt="2025-10-12T00:10:31.953" v="2312"/>
            <ac:spMkLst>
              <pc:docMk/>
              <pc:sldMasterMk cId="208415597" sldId="2147483940"/>
              <pc:sldLayoutMk cId="3981410137" sldId="2147483941"/>
              <ac:spMk id="14" creationId="{44756FC1-7B71-DBC2-C702-2BBC0F28B1E8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05:31.973" v="2218"/>
        <pc:sldMasterMkLst>
          <pc:docMk/>
          <pc:sldMasterMk cId="3235219101" sldId="2147483947"/>
        </pc:sldMasterMkLst>
        <pc:sldLayoutChg chg="addSp">
          <pc:chgData name="Franco Andrés Chiappe Donoso" userId="952ef6fb-7da9-433b-9cb5-ab1c1c91cce3" providerId="ADAL" clId="{D482683E-DF45-4BA1-B60E-919AB3CEA91E}" dt="2025-10-12T00:05:31.973" v="2218"/>
          <pc:sldLayoutMkLst>
            <pc:docMk/>
            <pc:sldMasterMk cId="3235219101" sldId="2147483947"/>
            <pc:sldLayoutMk cId="3963509152" sldId="2147483948"/>
          </pc:sldLayoutMkLst>
          <pc:spChg chg="add">
            <ac:chgData name="Franco Andrés Chiappe Donoso" userId="952ef6fb-7da9-433b-9cb5-ab1c1c91cce3" providerId="ADAL" clId="{D482683E-DF45-4BA1-B60E-919AB3CEA91E}" dt="2025-10-12T00:05:31.973" v="2218"/>
            <ac:spMkLst>
              <pc:docMk/>
              <pc:sldMasterMk cId="3235219101" sldId="2147483947"/>
              <pc:sldLayoutMk cId="3963509152" sldId="2147483948"/>
              <ac:spMk id="8" creationId="{904DBF0A-8B46-A9D1-D899-A208E8688376}"/>
            </ac:spMkLst>
          </pc:spChg>
          <pc:spChg chg="add">
            <ac:chgData name="Franco Andrés Chiappe Donoso" userId="952ef6fb-7da9-433b-9cb5-ab1c1c91cce3" providerId="ADAL" clId="{D482683E-DF45-4BA1-B60E-919AB3CEA91E}" dt="2025-10-12T00:05:31.973" v="2218"/>
            <ac:spMkLst>
              <pc:docMk/>
              <pc:sldMasterMk cId="3235219101" sldId="2147483947"/>
              <pc:sldLayoutMk cId="3963509152" sldId="2147483948"/>
              <ac:spMk id="9" creationId="{2AF0828E-0C25-588D-9EA6-ECC7CE258F0C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05:15.149" v="2212"/>
        <pc:sldMasterMkLst>
          <pc:docMk/>
          <pc:sldMasterMk cId="3781042952" sldId="2147483947"/>
        </pc:sldMasterMkLst>
        <pc:sldLayoutChg chg="addSp">
          <pc:chgData name="Franco Andrés Chiappe Donoso" userId="952ef6fb-7da9-433b-9cb5-ab1c1c91cce3" providerId="ADAL" clId="{D482683E-DF45-4BA1-B60E-919AB3CEA91E}" dt="2025-10-12T00:05:15.149" v="2212"/>
          <pc:sldLayoutMkLst>
            <pc:docMk/>
            <pc:sldMasterMk cId="3781042952" sldId="2147483947"/>
            <pc:sldLayoutMk cId="1745297531" sldId="2147483948"/>
          </pc:sldLayoutMkLst>
          <pc:spChg chg="add">
            <ac:chgData name="Franco Andrés Chiappe Donoso" userId="952ef6fb-7da9-433b-9cb5-ab1c1c91cce3" providerId="ADAL" clId="{D482683E-DF45-4BA1-B60E-919AB3CEA91E}" dt="2025-10-12T00:05:15.149" v="2212"/>
            <ac:spMkLst>
              <pc:docMk/>
              <pc:sldMasterMk cId="3781042952" sldId="2147483947"/>
              <pc:sldLayoutMk cId="1745297531" sldId="2147483948"/>
              <ac:spMk id="7" creationId="{55079A12-031B-04E5-9B0C-F33FD2DC565E}"/>
            </ac:spMkLst>
          </pc:spChg>
          <pc:spChg chg="add">
            <ac:chgData name="Franco Andrés Chiappe Donoso" userId="952ef6fb-7da9-433b-9cb5-ab1c1c91cce3" providerId="ADAL" clId="{D482683E-DF45-4BA1-B60E-919AB3CEA91E}" dt="2025-10-12T00:05:15.149" v="2212"/>
            <ac:spMkLst>
              <pc:docMk/>
              <pc:sldMasterMk cId="3781042952" sldId="2147483947"/>
              <pc:sldLayoutMk cId="1745297531" sldId="2147483948"/>
              <ac:spMk id="8" creationId="{983405D7-83B2-9431-9880-7238123FA900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10:35.745" v="2314"/>
        <pc:sldMasterMkLst>
          <pc:docMk/>
          <pc:sldMasterMk cId="481585689" sldId="2147483952"/>
        </pc:sldMasterMkLst>
        <pc:sldLayoutChg chg="addSp">
          <pc:chgData name="Franco Andrés Chiappe Donoso" userId="952ef6fb-7da9-433b-9cb5-ab1c1c91cce3" providerId="ADAL" clId="{D482683E-DF45-4BA1-B60E-919AB3CEA91E}" dt="2025-10-12T00:10:35.745" v="2314"/>
          <pc:sldLayoutMkLst>
            <pc:docMk/>
            <pc:sldMasterMk cId="481585689" sldId="2147483952"/>
            <pc:sldLayoutMk cId="3463177375" sldId="2147483953"/>
          </pc:sldLayoutMkLst>
          <pc:spChg chg="add">
            <ac:chgData name="Franco Andrés Chiappe Donoso" userId="952ef6fb-7da9-433b-9cb5-ab1c1c91cce3" providerId="ADAL" clId="{D482683E-DF45-4BA1-B60E-919AB3CEA91E}" dt="2025-10-12T00:10:35.745" v="2314"/>
            <ac:spMkLst>
              <pc:docMk/>
              <pc:sldMasterMk cId="481585689" sldId="2147483952"/>
              <pc:sldLayoutMk cId="3463177375" sldId="2147483953"/>
              <ac:spMk id="7" creationId="{78B2E505-09CA-7A29-871C-7560C89A82D7}"/>
            </ac:spMkLst>
          </pc:spChg>
          <pc:spChg chg="add">
            <ac:chgData name="Franco Andrés Chiappe Donoso" userId="952ef6fb-7da9-433b-9cb5-ab1c1c91cce3" providerId="ADAL" clId="{D482683E-DF45-4BA1-B60E-919AB3CEA91E}" dt="2025-10-12T00:10:35.745" v="2314"/>
            <ac:spMkLst>
              <pc:docMk/>
              <pc:sldMasterMk cId="481585689" sldId="2147483952"/>
              <pc:sldLayoutMk cId="3463177375" sldId="2147483953"/>
              <ac:spMk id="8" creationId="{D330CA41-0216-2089-50EE-4AE70145A34C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06:32.671" v="2224"/>
        <pc:sldMasterMkLst>
          <pc:docMk/>
          <pc:sldMasterMk cId="3570859374" sldId="2147483959"/>
        </pc:sldMasterMkLst>
        <pc:sldLayoutChg chg="addSp">
          <pc:chgData name="Franco Andrés Chiappe Donoso" userId="952ef6fb-7da9-433b-9cb5-ab1c1c91cce3" providerId="ADAL" clId="{D482683E-DF45-4BA1-B60E-919AB3CEA91E}" dt="2025-10-12T00:06:32.671" v="2224"/>
          <pc:sldLayoutMkLst>
            <pc:docMk/>
            <pc:sldMasterMk cId="3570859374" sldId="2147483959"/>
            <pc:sldLayoutMk cId="1224296020" sldId="2147483960"/>
          </pc:sldLayoutMkLst>
          <pc:spChg chg="add">
            <ac:chgData name="Franco Andrés Chiappe Donoso" userId="952ef6fb-7da9-433b-9cb5-ab1c1c91cce3" providerId="ADAL" clId="{D482683E-DF45-4BA1-B60E-919AB3CEA91E}" dt="2025-10-12T00:06:32.671" v="2224"/>
            <ac:spMkLst>
              <pc:docMk/>
              <pc:sldMasterMk cId="3570859374" sldId="2147483959"/>
              <pc:sldLayoutMk cId="1224296020" sldId="2147483960"/>
              <ac:spMk id="6" creationId="{39EB1294-7148-BB94-9A59-C870FB48A70E}"/>
            </ac:spMkLst>
          </pc:spChg>
          <pc:spChg chg="add">
            <ac:chgData name="Franco Andrés Chiappe Donoso" userId="952ef6fb-7da9-433b-9cb5-ab1c1c91cce3" providerId="ADAL" clId="{D482683E-DF45-4BA1-B60E-919AB3CEA91E}" dt="2025-10-12T00:06:32.671" v="2224"/>
            <ac:spMkLst>
              <pc:docMk/>
              <pc:sldMasterMk cId="3570859374" sldId="2147483959"/>
              <pc:sldLayoutMk cId="1224296020" sldId="2147483960"/>
              <ac:spMk id="8" creationId="{7DB79BD7-F0B8-98F2-7DA6-0DE8513B349A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06:03.331" v="2221"/>
        <pc:sldMasterMkLst>
          <pc:docMk/>
          <pc:sldMasterMk cId="3689477197" sldId="2147483959"/>
        </pc:sldMasterMkLst>
        <pc:sldLayoutChg chg="addSp">
          <pc:chgData name="Franco Andrés Chiappe Donoso" userId="952ef6fb-7da9-433b-9cb5-ab1c1c91cce3" providerId="ADAL" clId="{D482683E-DF45-4BA1-B60E-919AB3CEA91E}" dt="2025-10-12T00:06:03.331" v="2221"/>
          <pc:sldLayoutMkLst>
            <pc:docMk/>
            <pc:sldMasterMk cId="3689477197" sldId="2147483959"/>
            <pc:sldLayoutMk cId="38802956" sldId="2147483960"/>
          </pc:sldLayoutMkLst>
          <pc:spChg chg="add">
            <ac:chgData name="Franco Andrés Chiappe Donoso" userId="952ef6fb-7da9-433b-9cb5-ab1c1c91cce3" providerId="ADAL" clId="{D482683E-DF45-4BA1-B60E-919AB3CEA91E}" dt="2025-10-12T00:06:03.331" v="2221"/>
            <ac:spMkLst>
              <pc:docMk/>
              <pc:sldMasterMk cId="3689477197" sldId="2147483959"/>
              <pc:sldLayoutMk cId="38802956" sldId="2147483960"/>
              <ac:spMk id="7" creationId="{27793A41-9005-9BC4-7B6A-168DC9D16468}"/>
            </ac:spMkLst>
          </pc:spChg>
          <pc:spChg chg="add">
            <ac:chgData name="Franco Andrés Chiappe Donoso" userId="952ef6fb-7da9-433b-9cb5-ab1c1c91cce3" providerId="ADAL" clId="{D482683E-DF45-4BA1-B60E-919AB3CEA91E}" dt="2025-10-12T00:06:03.331" v="2221"/>
            <ac:spMkLst>
              <pc:docMk/>
              <pc:sldMasterMk cId="3689477197" sldId="2147483959"/>
              <pc:sldLayoutMk cId="38802956" sldId="2147483960"/>
              <ac:spMk id="8" creationId="{470DC1BE-7D7B-E75D-6B1E-58A3B8473C8D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10:38.299" v="2315"/>
        <pc:sldMasterMkLst>
          <pc:docMk/>
          <pc:sldMasterMk cId="3037206447" sldId="2147483964"/>
        </pc:sldMasterMkLst>
        <pc:sldLayoutChg chg="addSp">
          <pc:chgData name="Franco Andrés Chiappe Donoso" userId="952ef6fb-7da9-433b-9cb5-ab1c1c91cce3" providerId="ADAL" clId="{D482683E-DF45-4BA1-B60E-919AB3CEA91E}" dt="2025-10-12T00:10:38.299" v="2315"/>
          <pc:sldLayoutMkLst>
            <pc:docMk/>
            <pc:sldMasterMk cId="3037206447" sldId="2147483964"/>
            <pc:sldLayoutMk cId="3683493657" sldId="2147483965"/>
          </pc:sldLayoutMkLst>
          <pc:spChg chg="add">
            <ac:chgData name="Franco Andrés Chiappe Donoso" userId="952ef6fb-7da9-433b-9cb5-ab1c1c91cce3" providerId="ADAL" clId="{D482683E-DF45-4BA1-B60E-919AB3CEA91E}" dt="2025-10-12T00:10:38.299" v="2315"/>
            <ac:spMkLst>
              <pc:docMk/>
              <pc:sldMasterMk cId="3037206447" sldId="2147483964"/>
              <pc:sldLayoutMk cId="3683493657" sldId="2147483965"/>
              <ac:spMk id="8" creationId="{DA2A42DB-E0ED-7279-2878-2F64A181E8EC}"/>
            </ac:spMkLst>
          </pc:spChg>
          <pc:spChg chg="add">
            <ac:chgData name="Franco Andrés Chiappe Donoso" userId="952ef6fb-7da9-433b-9cb5-ab1c1c91cce3" providerId="ADAL" clId="{D482683E-DF45-4BA1-B60E-919AB3CEA91E}" dt="2025-10-12T00:10:38.299" v="2315"/>
            <ac:spMkLst>
              <pc:docMk/>
              <pc:sldMasterMk cId="3037206447" sldId="2147483964"/>
              <pc:sldLayoutMk cId="3683493657" sldId="2147483965"/>
              <ac:spMk id="9" creationId="{6A8CC5BC-144A-E6DC-8018-40D9E6BC8B2B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08:03.492" v="2247"/>
        <pc:sldMasterMkLst>
          <pc:docMk/>
          <pc:sldMasterMk cId="3321655255" sldId="2147483977"/>
        </pc:sldMasterMkLst>
        <pc:sldLayoutChg chg="addSp">
          <pc:chgData name="Franco Andrés Chiappe Donoso" userId="952ef6fb-7da9-433b-9cb5-ab1c1c91cce3" providerId="ADAL" clId="{D482683E-DF45-4BA1-B60E-919AB3CEA91E}" dt="2025-10-12T00:08:03.492" v="2247"/>
          <pc:sldLayoutMkLst>
            <pc:docMk/>
            <pc:sldMasterMk cId="3321655255" sldId="2147483977"/>
            <pc:sldLayoutMk cId="2128724396" sldId="2147483978"/>
          </pc:sldLayoutMkLst>
          <pc:spChg chg="add">
            <ac:chgData name="Franco Andrés Chiappe Donoso" userId="952ef6fb-7da9-433b-9cb5-ab1c1c91cce3" providerId="ADAL" clId="{D482683E-DF45-4BA1-B60E-919AB3CEA91E}" dt="2025-10-12T00:08:03.492" v="2247"/>
            <ac:spMkLst>
              <pc:docMk/>
              <pc:sldMasterMk cId="3321655255" sldId="2147483977"/>
              <pc:sldLayoutMk cId="2128724396" sldId="2147483978"/>
              <ac:spMk id="7" creationId="{0F2E5FE9-04B6-E675-256C-7A160F51F59C}"/>
            </ac:spMkLst>
          </pc:spChg>
          <pc:spChg chg="add">
            <ac:chgData name="Franco Andrés Chiappe Donoso" userId="952ef6fb-7da9-433b-9cb5-ab1c1c91cce3" providerId="ADAL" clId="{D482683E-DF45-4BA1-B60E-919AB3CEA91E}" dt="2025-10-12T00:08:03.492" v="2247"/>
            <ac:spMkLst>
              <pc:docMk/>
              <pc:sldMasterMk cId="3321655255" sldId="2147483977"/>
              <pc:sldLayoutMk cId="2128724396" sldId="2147483978"/>
              <ac:spMk id="8" creationId="{185CFB42-371D-1AD8-AF9F-FFB3FA926E32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08:15.535" v="2259"/>
        <pc:sldMasterMkLst>
          <pc:docMk/>
          <pc:sldMasterMk cId="3750030080" sldId="2147483977"/>
        </pc:sldMasterMkLst>
        <pc:sldLayoutChg chg="addSp">
          <pc:chgData name="Franco Andrés Chiappe Donoso" userId="952ef6fb-7da9-433b-9cb5-ab1c1c91cce3" providerId="ADAL" clId="{D482683E-DF45-4BA1-B60E-919AB3CEA91E}" dt="2025-10-12T00:08:15.535" v="2259"/>
          <pc:sldLayoutMkLst>
            <pc:docMk/>
            <pc:sldMasterMk cId="3750030080" sldId="2147483977"/>
            <pc:sldLayoutMk cId="3576897890" sldId="2147483978"/>
          </pc:sldLayoutMkLst>
          <pc:spChg chg="add">
            <ac:chgData name="Franco Andrés Chiappe Donoso" userId="952ef6fb-7da9-433b-9cb5-ab1c1c91cce3" providerId="ADAL" clId="{D482683E-DF45-4BA1-B60E-919AB3CEA91E}" dt="2025-10-12T00:08:15.535" v="2259"/>
            <ac:spMkLst>
              <pc:docMk/>
              <pc:sldMasterMk cId="3750030080" sldId="2147483977"/>
              <pc:sldLayoutMk cId="3576897890" sldId="2147483978"/>
              <ac:spMk id="7" creationId="{25679E72-3B4A-240C-8864-1229475B3462}"/>
            </ac:spMkLst>
          </pc:spChg>
          <pc:spChg chg="add">
            <ac:chgData name="Franco Andrés Chiappe Donoso" userId="952ef6fb-7da9-433b-9cb5-ab1c1c91cce3" providerId="ADAL" clId="{D482683E-DF45-4BA1-B60E-919AB3CEA91E}" dt="2025-10-12T00:08:15.535" v="2259"/>
            <ac:spMkLst>
              <pc:docMk/>
              <pc:sldMasterMk cId="3750030080" sldId="2147483977"/>
              <pc:sldLayoutMk cId="3576897890" sldId="2147483978"/>
              <ac:spMk id="8" creationId="{D85E367E-710D-50D6-F89A-1396CB20EA4D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10:38.702" v="2316"/>
        <pc:sldMasterMkLst>
          <pc:docMk/>
          <pc:sldMasterMk cId="583067385" sldId="2147483981"/>
        </pc:sldMasterMkLst>
        <pc:sldLayoutChg chg="addSp">
          <pc:chgData name="Franco Andrés Chiappe Donoso" userId="952ef6fb-7da9-433b-9cb5-ab1c1c91cce3" providerId="ADAL" clId="{D482683E-DF45-4BA1-B60E-919AB3CEA91E}" dt="2025-10-12T00:10:38.702" v="2316"/>
          <pc:sldLayoutMkLst>
            <pc:docMk/>
            <pc:sldMasterMk cId="583067385" sldId="2147483981"/>
            <pc:sldLayoutMk cId="3266487935" sldId="2147483982"/>
          </pc:sldLayoutMkLst>
          <pc:spChg chg="add">
            <ac:chgData name="Franco Andrés Chiappe Donoso" userId="952ef6fb-7da9-433b-9cb5-ab1c1c91cce3" providerId="ADAL" clId="{D482683E-DF45-4BA1-B60E-919AB3CEA91E}" dt="2025-10-12T00:10:38.702" v="2316"/>
            <ac:spMkLst>
              <pc:docMk/>
              <pc:sldMasterMk cId="583067385" sldId="2147483981"/>
              <pc:sldLayoutMk cId="3266487935" sldId="2147483982"/>
              <ac:spMk id="7" creationId="{055AE4C4-69A5-452E-7EAA-C2397423D2A1}"/>
            </ac:spMkLst>
          </pc:spChg>
          <pc:spChg chg="add">
            <ac:chgData name="Franco Andrés Chiappe Donoso" userId="952ef6fb-7da9-433b-9cb5-ab1c1c91cce3" providerId="ADAL" clId="{D482683E-DF45-4BA1-B60E-919AB3CEA91E}" dt="2025-10-12T00:10:38.702" v="2316"/>
            <ac:spMkLst>
              <pc:docMk/>
              <pc:sldMasterMk cId="583067385" sldId="2147483981"/>
              <pc:sldLayoutMk cId="3266487935" sldId="2147483982"/>
              <ac:spMk id="8" creationId="{4132678C-BAC2-A77F-002D-50BBE0FFF683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09:28.099" v="2273"/>
        <pc:sldMasterMkLst>
          <pc:docMk/>
          <pc:sldMasterMk cId="1041151766" sldId="2147483989"/>
        </pc:sldMasterMkLst>
        <pc:sldLayoutChg chg="addSp">
          <pc:chgData name="Franco Andrés Chiappe Donoso" userId="952ef6fb-7da9-433b-9cb5-ab1c1c91cce3" providerId="ADAL" clId="{D482683E-DF45-4BA1-B60E-919AB3CEA91E}" dt="2025-10-12T00:09:28.099" v="2273"/>
          <pc:sldLayoutMkLst>
            <pc:docMk/>
            <pc:sldMasterMk cId="1041151766" sldId="2147483989"/>
            <pc:sldLayoutMk cId="1556536249" sldId="2147483990"/>
          </pc:sldLayoutMkLst>
          <pc:spChg chg="add">
            <ac:chgData name="Franco Andrés Chiappe Donoso" userId="952ef6fb-7da9-433b-9cb5-ab1c1c91cce3" providerId="ADAL" clId="{D482683E-DF45-4BA1-B60E-919AB3CEA91E}" dt="2025-10-12T00:09:28.099" v="2273"/>
            <ac:spMkLst>
              <pc:docMk/>
              <pc:sldMasterMk cId="1041151766" sldId="2147483989"/>
              <pc:sldLayoutMk cId="1556536249" sldId="2147483990"/>
              <ac:spMk id="7" creationId="{FF15B947-52E3-46B1-0E1E-31AE214DAFC0}"/>
            </ac:spMkLst>
          </pc:spChg>
          <pc:spChg chg="add">
            <ac:chgData name="Franco Andrés Chiappe Donoso" userId="952ef6fb-7da9-433b-9cb5-ab1c1c91cce3" providerId="ADAL" clId="{D482683E-DF45-4BA1-B60E-919AB3CEA91E}" dt="2025-10-12T00:09:28.099" v="2273"/>
            <ac:spMkLst>
              <pc:docMk/>
              <pc:sldMasterMk cId="1041151766" sldId="2147483989"/>
              <pc:sldLayoutMk cId="1556536249" sldId="2147483990"/>
              <ac:spMk id="9" creationId="{6A25BF58-7906-A0B0-21AF-6435BAA61A40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10:40.579" v="2320"/>
        <pc:sldMasterMkLst>
          <pc:docMk/>
          <pc:sldMasterMk cId="3544572704" sldId="2147483993"/>
        </pc:sldMasterMkLst>
        <pc:sldLayoutChg chg="addSp">
          <pc:chgData name="Franco Andrés Chiappe Donoso" userId="952ef6fb-7da9-433b-9cb5-ab1c1c91cce3" providerId="ADAL" clId="{D482683E-DF45-4BA1-B60E-919AB3CEA91E}" dt="2025-10-12T00:10:40.579" v="2320"/>
          <pc:sldLayoutMkLst>
            <pc:docMk/>
            <pc:sldMasterMk cId="3544572704" sldId="2147483993"/>
            <pc:sldLayoutMk cId="117153569" sldId="2147483994"/>
          </pc:sldLayoutMkLst>
          <pc:spChg chg="add">
            <ac:chgData name="Franco Andrés Chiappe Donoso" userId="952ef6fb-7da9-433b-9cb5-ab1c1c91cce3" providerId="ADAL" clId="{D482683E-DF45-4BA1-B60E-919AB3CEA91E}" dt="2025-10-12T00:10:40.579" v="2320"/>
            <ac:spMkLst>
              <pc:docMk/>
              <pc:sldMasterMk cId="3544572704" sldId="2147483993"/>
              <pc:sldLayoutMk cId="117153569" sldId="2147483994"/>
              <ac:spMk id="7" creationId="{80A25A98-FB53-62DE-F619-E6479EEF9F23}"/>
            </ac:spMkLst>
          </pc:spChg>
          <pc:spChg chg="add">
            <ac:chgData name="Franco Andrés Chiappe Donoso" userId="952ef6fb-7da9-433b-9cb5-ab1c1c91cce3" providerId="ADAL" clId="{D482683E-DF45-4BA1-B60E-919AB3CEA91E}" dt="2025-10-12T00:10:40.579" v="2320"/>
            <ac:spMkLst>
              <pc:docMk/>
              <pc:sldMasterMk cId="3544572704" sldId="2147483993"/>
              <pc:sldLayoutMk cId="117153569" sldId="2147483994"/>
              <ac:spMk id="8" creationId="{5550B7C0-AB68-C1D3-86F3-D7BC83B24311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09:29.451" v="2278"/>
        <pc:sldMasterMkLst>
          <pc:docMk/>
          <pc:sldMasterMk cId="713153976" sldId="2147484001"/>
        </pc:sldMasterMkLst>
        <pc:sldLayoutChg chg="addSp">
          <pc:chgData name="Franco Andrés Chiappe Donoso" userId="952ef6fb-7da9-433b-9cb5-ab1c1c91cce3" providerId="ADAL" clId="{D482683E-DF45-4BA1-B60E-919AB3CEA91E}" dt="2025-10-12T00:09:29.451" v="2278"/>
          <pc:sldLayoutMkLst>
            <pc:docMk/>
            <pc:sldMasterMk cId="713153976" sldId="2147484001"/>
            <pc:sldLayoutMk cId="3917244012" sldId="2147484002"/>
          </pc:sldLayoutMkLst>
          <pc:spChg chg="add">
            <ac:chgData name="Franco Andrés Chiappe Donoso" userId="952ef6fb-7da9-433b-9cb5-ab1c1c91cce3" providerId="ADAL" clId="{D482683E-DF45-4BA1-B60E-919AB3CEA91E}" dt="2025-10-12T00:09:29.451" v="2278"/>
            <ac:spMkLst>
              <pc:docMk/>
              <pc:sldMasterMk cId="713153976" sldId="2147484001"/>
              <pc:sldLayoutMk cId="3917244012" sldId="2147484002"/>
              <ac:spMk id="7" creationId="{AE82B7A8-7D26-BF3E-4ECA-B85EA273C6F1}"/>
            </ac:spMkLst>
          </pc:spChg>
          <pc:spChg chg="add">
            <ac:chgData name="Franco Andrés Chiappe Donoso" userId="952ef6fb-7da9-433b-9cb5-ab1c1c91cce3" providerId="ADAL" clId="{D482683E-DF45-4BA1-B60E-919AB3CEA91E}" dt="2025-10-12T00:09:29.451" v="2278"/>
            <ac:spMkLst>
              <pc:docMk/>
              <pc:sldMasterMk cId="713153976" sldId="2147484001"/>
              <pc:sldLayoutMk cId="3917244012" sldId="2147484002"/>
              <ac:spMk id="8" creationId="{4B1B4DDB-53E7-5DBB-F0A1-C1646D471197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10:44.440" v="2324"/>
        <pc:sldMasterMkLst>
          <pc:docMk/>
          <pc:sldMasterMk cId="1454282523" sldId="2147484011"/>
        </pc:sldMasterMkLst>
        <pc:sldLayoutChg chg="addSp">
          <pc:chgData name="Franco Andrés Chiappe Donoso" userId="952ef6fb-7da9-433b-9cb5-ab1c1c91cce3" providerId="ADAL" clId="{D482683E-DF45-4BA1-B60E-919AB3CEA91E}" dt="2025-10-12T00:10:44.440" v="2324"/>
          <pc:sldLayoutMkLst>
            <pc:docMk/>
            <pc:sldMasterMk cId="1454282523" sldId="2147484011"/>
            <pc:sldLayoutMk cId="1978405747" sldId="2147484012"/>
          </pc:sldLayoutMkLst>
          <pc:spChg chg="add">
            <ac:chgData name="Franco Andrés Chiappe Donoso" userId="952ef6fb-7da9-433b-9cb5-ab1c1c91cce3" providerId="ADAL" clId="{D482683E-DF45-4BA1-B60E-919AB3CEA91E}" dt="2025-10-12T00:10:44.440" v="2324"/>
            <ac:spMkLst>
              <pc:docMk/>
              <pc:sldMasterMk cId="1454282523" sldId="2147484011"/>
              <pc:sldLayoutMk cId="1978405747" sldId="2147484012"/>
              <ac:spMk id="7" creationId="{F6A22396-7D68-373C-C1D4-8531D88389F4}"/>
            </ac:spMkLst>
          </pc:spChg>
          <pc:spChg chg="add">
            <ac:chgData name="Franco Andrés Chiappe Donoso" userId="952ef6fb-7da9-433b-9cb5-ab1c1c91cce3" providerId="ADAL" clId="{D482683E-DF45-4BA1-B60E-919AB3CEA91E}" dt="2025-10-12T00:10:44.440" v="2324"/>
            <ac:spMkLst>
              <pc:docMk/>
              <pc:sldMasterMk cId="1454282523" sldId="2147484011"/>
              <pc:sldLayoutMk cId="1978405747" sldId="2147484012"/>
              <ac:spMk id="8" creationId="{F823AF71-B279-4749-836F-F39F982FED27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09:33.472" v="2280"/>
        <pc:sldMasterMkLst>
          <pc:docMk/>
          <pc:sldMasterMk cId="1715219107" sldId="2147484013"/>
        </pc:sldMasterMkLst>
        <pc:sldLayoutChg chg="addSp">
          <pc:chgData name="Franco Andrés Chiappe Donoso" userId="952ef6fb-7da9-433b-9cb5-ab1c1c91cce3" providerId="ADAL" clId="{D482683E-DF45-4BA1-B60E-919AB3CEA91E}" dt="2025-10-12T00:09:33.472" v="2280"/>
          <pc:sldLayoutMkLst>
            <pc:docMk/>
            <pc:sldMasterMk cId="1715219107" sldId="2147484013"/>
            <pc:sldLayoutMk cId="181551251" sldId="2147484014"/>
          </pc:sldLayoutMkLst>
          <pc:spChg chg="add">
            <ac:chgData name="Franco Andrés Chiappe Donoso" userId="952ef6fb-7da9-433b-9cb5-ab1c1c91cce3" providerId="ADAL" clId="{D482683E-DF45-4BA1-B60E-919AB3CEA91E}" dt="2025-10-12T00:09:33.472" v="2280"/>
            <ac:spMkLst>
              <pc:docMk/>
              <pc:sldMasterMk cId="1715219107" sldId="2147484013"/>
              <pc:sldLayoutMk cId="181551251" sldId="2147484014"/>
              <ac:spMk id="7" creationId="{B682848C-E255-DD99-1BF4-BC9D4AD4C5E8}"/>
            </ac:spMkLst>
          </pc:spChg>
          <pc:spChg chg="add">
            <ac:chgData name="Franco Andrés Chiappe Donoso" userId="952ef6fb-7da9-433b-9cb5-ab1c1c91cce3" providerId="ADAL" clId="{D482683E-DF45-4BA1-B60E-919AB3CEA91E}" dt="2025-10-12T00:09:33.472" v="2280"/>
            <ac:spMkLst>
              <pc:docMk/>
              <pc:sldMasterMk cId="1715219107" sldId="2147484013"/>
              <pc:sldLayoutMk cId="181551251" sldId="2147484014"/>
              <ac:spMk id="8" creationId="{01BA76B6-1BE3-0B44-9BFA-E8F7EA053B9C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00:13:43.042" v="2328"/>
        <pc:sldMasterMkLst>
          <pc:docMk/>
          <pc:sldMasterMk cId="2931670548" sldId="2147484041"/>
        </pc:sldMasterMkLst>
        <pc:sldLayoutChg chg="addSp">
          <pc:chgData name="Franco Andrés Chiappe Donoso" userId="952ef6fb-7da9-433b-9cb5-ab1c1c91cce3" providerId="ADAL" clId="{D482683E-DF45-4BA1-B60E-919AB3CEA91E}" dt="2025-10-12T00:13:43.042" v="2328"/>
          <pc:sldLayoutMkLst>
            <pc:docMk/>
            <pc:sldMasterMk cId="2931670548" sldId="2147484029"/>
            <pc:sldLayoutMk cId="1470697120" sldId="2147484030"/>
          </pc:sldLayoutMkLst>
          <pc:spChg chg="add">
            <ac:chgData name="Franco Andrés Chiappe Donoso" userId="952ef6fb-7da9-433b-9cb5-ab1c1c91cce3" providerId="ADAL" clId="{D482683E-DF45-4BA1-B60E-919AB3CEA91E}" dt="2025-10-12T00:13:43.042" v="2328"/>
            <ac:spMkLst>
              <pc:docMk/>
              <pc:sldMasterMk cId="2931670548" sldId="2147484029"/>
              <pc:sldLayoutMk cId="1470697120" sldId="2147484030"/>
              <ac:spMk id="7" creationId="{17A33AB4-2512-9F3C-20BD-270C9717C3D9}"/>
            </ac:spMkLst>
          </pc:spChg>
          <pc:spChg chg="add">
            <ac:chgData name="Franco Andrés Chiappe Donoso" userId="952ef6fb-7da9-433b-9cb5-ab1c1c91cce3" providerId="ADAL" clId="{D482683E-DF45-4BA1-B60E-919AB3CEA91E}" dt="2025-10-12T00:13:43.042" v="2328"/>
            <ac:spMkLst>
              <pc:docMk/>
              <pc:sldMasterMk cId="2931670548" sldId="2147484029"/>
              <pc:sldLayoutMk cId="1470697120" sldId="2147484030"/>
              <ac:spMk id="8" creationId="{155C6DB6-2962-369E-4BE1-5E0B7E435F95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15:37:55.866" v="2338"/>
        <pc:sldMasterMkLst>
          <pc:docMk/>
          <pc:sldMasterMk cId="3421318239" sldId="2147484041"/>
        </pc:sldMasterMkLst>
        <pc:sldLayoutChg chg="addSp">
          <pc:chgData name="Franco Andrés Chiappe Donoso" userId="952ef6fb-7da9-433b-9cb5-ab1c1c91cce3" providerId="ADAL" clId="{D482683E-DF45-4BA1-B60E-919AB3CEA91E}" dt="2025-10-12T15:37:55.866" v="2338"/>
          <pc:sldLayoutMkLst>
            <pc:docMk/>
            <pc:sldMasterMk cId="3421318239" sldId="2147484041"/>
            <pc:sldLayoutMk cId="1721184556" sldId="2147484042"/>
          </pc:sldLayoutMkLst>
          <pc:spChg chg="add">
            <ac:chgData name="Franco Andrés Chiappe Donoso" userId="952ef6fb-7da9-433b-9cb5-ab1c1c91cce3" providerId="ADAL" clId="{D482683E-DF45-4BA1-B60E-919AB3CEA91E}" dt="2025-10-12T15:37:55.866" v="2338"/>
            <ac:spMkLst>
              <pc:docMk/>
              <pc:sldMasterMk cId="3421318239" sldId="2147484041"/>
              <pc:sldLayoutMk cId="1721184556" sldId="2147484042"/>
              <ac:spMk id="7" creationId="{09009DF5-2747-7E57-2637-6E313AB07EF1}"/>
            </ac:spMkLst>
          </pc:spChg>
          <pc:spChg chg="add">
            <ac:chgData name="Franco Andrés Chiappe Donoso" userId="952ef6fb-7da9-433b-9cb5-ab1c1c91cce3" providerId="ADAL" clId="{D482683E-DF45-4BA1-B60E-919AB3CEA91E}" dt="2025-10-12T15:37:55.866" v="2338"/>
            <ac:spMkLst>
              <pc:docMk/>
              <pc:sldMasterMk cId="3421318239" sldId="2147484041"/>
              <pc:sldLayoutMk cId="1721184556" sldId="2147484042"/>
              <ac:spMk id="8" creationId="{BEE8AF3E-A9C0-9B30-9158-8ABF6EB62030}"/>
            </ac:spMkLst>
          </pc:spChg>
        </pc:sldLayoutChg>
      </pc:sldMasterChg>
      <pc:sldMasterChg chg="modSldLayout">
        <pc:chgData name="Franco Andrés Chiappe Donoso" userId="952ef6fb-7da9-433b-9cb5-ab1c1c91cce3" providerId="ADAL" clId="{D482683E-DF45-4BA1-B60E-919AB3CEA91E}" dt="2025-10-12T15:55:58.820" v="2641" actId="242"/>
        <pc:sldMasterMkLst>
          <pc:docMk/>
          <pc:sldMasterMk cId="3358774027" sldId="2147484053"/>
        </pc:sldMasterMkLst>
        <pc:sldLayoutChg chg="addSp modSp mod">
          <pc:chgData name="Franco Andrés Chiappe Donoso" userId="952ef6fb-7da9-433b-9cb5-ab1c1c91cce3" providerId="ADAL" clId="{D482683E-DF45-4BA1-B60E-919AB3CEA91E}" dt="2025-10-12T15:41:40.407" v="2391" actId="207"/>
          <pc:sldLayoutMkLst>
            <pc:docMk/>
            <pc:sldMasterMk cId="3358774027" sldId="2147484053"/>
            <pc:sldLayoutMk cId="1614635666" sldId="2147484054"/>
          </pc:sldLayoutMkLst>
          <pc:spChg chg="mod">
            <ac:chgData name="Franco Andrés Chiappe Donoso" userId="952ef6fb-7da9-433b-9cb5-ab1c1c91cce3" providerId="ADAL" clId="{D482683E-DF45-4BA1-B60E-919AB3CEA91E}" dt="2025-10-12T15:41:40.407" v="2391" actId="207"/>
            <ac:spMkLst>
              <pc:docMk/>
              <pc:sldMasterMk cId="3358774027" sldId="2147484053"/>
              <pc:sldLayoutMk cId="1614635666" sldId="2147484054"/>
              <ac:spMk id="4" creationId="{00000000-0000-0000-0000-000000000000}"/>
            </ac:spMkLst>
          </pc:spChg>
          <pc:spChg chg="mod">
            <ac:chgData name="Franco Andrés Chiappe Donoso" userId="952ef6fb-7da9-433b-9cb5-ab1c1c91cce3" providerId="ADAL" clId="{D482683E-DF45-4BA1-B60E-919AB3CEA91E}" dt="2025-10-12T15:41:19.168" v="2389" actId="113"/>
            <ac:spMkLst>
              <pc:docMk/>
              <pc:sldMasterMk cId="3358774027" sldId="2147484053"/>
              <pc:sldLayoutMk cId="1614635666" sldId="2147484054"/>
              <ac:spMk id="5" creationId="{00000000-0000-0000-0000-000000000000}"/>
            </ac:spMkLst>
          </pc:spChg>
          <pc:spChg chg="add">
            <ac:chgData name="Franco Andrés Chiappe Donoso" userId="952ef6fb-7da9-433b-9cb5-ab1c1c91cce3" providerId="ADAL" clId="{D482683E-DF45-4BA1-B60E-919AB3CEA91E}" dt="2025-10-12T15:38:04.158" v="2339"/>
            <ac:spMkLst>
              <pc:docMk/>
              <pc:sldMasterMk cId="3358774027" sldId="2147484053"/>
              <pc:sldLayoutMk cId="1614635666" sldId="2147484054"/>
              <ac:spMk id="8" creationId="{80B06A26-47F9-7C23-7B36-61DBD1B388CA}"/>
            </ac:spMkLst>
          </pc:spChg>
          <pc:spChg chg="add">
            <ac:chgData name="Franco Andrés Chiappe Donoso" userId="952ef6fb-7da9-433b-9cb5-ab1c1c91cce3" providerId="ADAL" clId="{D482683E-DF45-4BA1-B60E-919AB3CEA91E}" dt="2025-10-12T15:38:04.158" v="2339"/>
            <ac:spMkLst>
              <pc:docMk/>
              <pc:sldMasterMk cId="3358774027" sldId="2147484053"/>
              <pc:sldLayoutMk cId="1614635666" sldId="2147484054"/>
              <ac:spMk id="9" creationId="{200375C9-C882-9CC3-043E-7830244FCE32}"/>
            </ac:spMkLst>
          </pc:spChg>
        </pc:sldLayoutChg>
        <pc:sldLayoutChg chg="modSp mod">
          <pc:chgData name="Franco Andrés Chiappe Donoso" userId="952ef6fb-7da9-433b-9cb5-ab1c1c91cce3" providerId="ADAL" clId="{D482683E-DF45-4BA1-B60E-919AB3CEA91E}" dt="2025-10-12T15:55:58.820" v="2641" actId="242"/>
          <pc:sldLayoutMkLst>
            <pc:docMk/>
            <pc:sldMasterMk cId="3358774027" sldId="2147484053"/>
            <pc:sldLayoutMk cId="4040329306" sldId="2147484055"/>
          </pc:sldLayoutMkLst>
          <pc:spChg chg="mod">
            <ac:chgData name="Franco Andrés Chiappe Donoso" userId="952ef6fb-7da9-433b-9cb5-ab1c1c91cce3" providerId="ADAL" clId="{D482683E-DF45-4BA1-B60E-919AB3CEA91E}" dt="2025-10-12T15:55:58.820" v="2641" actId="242"/>
            <ac:spMkLst>
              <pc:docMk/>
              <pc:sldMasterMk cId="3358774027" sldId="2147484053"/>
              <pc:sldLayoutMk cId="4040329306" sldId="2147484055"/>
              <ac:spMk id="2" creationId="{00000000-0000-0000-0000-000000000000}"/>
            </ac:spMkLst>
          </pc:spChg>
          <pc:spChg chg="mod">
            <ac:chgData name="Franco Andrés Chiappe Donoso" userId="952ef6fb-7da9-433b-9cb5-ab1c1c91cce3" providerId="ADAL" clId="{D482683E-DF45-4BA1-B60E-919AB3CEA91E}" dt="2025-10-12T15:54:29.100" v="2640" actId="242"/>
            <ac:spMkLst>
              <pc:docMk/>
              <pc:sldMasterMk cId="3358774027" sldId="2147484053"/>
              <pc:sldLayoutMk cId="4040329306" sldId="2147484055"/>
              <ac:spMk id="3" creationId="{00000000-0000-0000-0000-000000000000}"/>
            </ac:spMkLst>
          </pc:spChg>
          <pc:spChg chg="mod">
            <ac:chgData name="Franco Andrés Chiappe Donoso" userId="952ef6fb-7da9-433b-9cb5-ab1c1c91cce3" providerId="ADAL" clId="{D482683E-DF45-4BA1-B60E-919AB3CEA91E}" dt="2025-10-12T15:40:27.841" v="2385" actId="20577"/>
            <ac:spMkLst>
              <pc:docMk/>
              <pc:sldMasterMk cId="3358774027" sldId="2147484053"/>
              <pc:sldLayoutMk cId="4040329306" sldId="2147484055"/>
              <ac:spMk id="5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E0C773-1EBF-4445-96D5-9CDB7DE9012C}" type="datetimeFigureOut">
              <a:rPr lang="es-CL" smtClean="0"/>
              <a:t>13-10-2025</a:t>
            </a:fld>
            <a:endParaRPr lang="es-C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452814-0D18-4CD3-91F9-34B0161C6244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51734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1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102044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2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110517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EAF55-20B0-1645-0EAA-5FD2DC7EF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3F08B2-F97D-4698-CBD8-30EF72D665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B0312F-9C56-4AA3-5FD4-0D5D7A26DC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6AC743-2BF6-0B33-6FBA-1FE53CAEBB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0452814-0D18-4CD3-91F9-34B0161C6244}" type="slidenum">
              <a:rPr lang="es-CL" smtClean="0"/>
              <a:t>3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526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85C868CF-7313-433E-B140-7E0A6D05BA41}" type="datetimeFigureOut">
              <a:rPr lang="es-CL" smtClean="0"/>
              <a:pPr/>
              <a:t>13-10-2025</a:t>
            </a:fld>
            <a:endParaRPr lang="es-CL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r>
              <a:rPr lang="en-US" dirty="0" err="1">
                <a:ln w="3175" cmpd="sng">
                  <a:noFill/>
                </a:ln>
              </a:rPr>
              <a:t>Herramienta</a:t>
            </a:r>
            <a:r>
              <a:rPr lang="en-US" dirty="0">
                <a:ln w="3175" cmpd="sng">
                  <a:noFill/>
                </a:ln>
              </a:rPr>
              <a:t> para </a:t>
            </a:r>
            <a:r>
              <a:rPr lang="en-US" dirty="0" err="1">
                <a:ln w="3175" cmpd="sng">
                  <a:noFill/>
                </a:ln>
              </a:rPr>
              <a:t>Monitorear</a:t>
            </a:r>
            <a:r>
              <a:rPr lang="en-US" dirty="0">
                <a:ln w="3175" cmpd="sng">
                  <a:noFill/>
                </a:ln>
              </a:rPr>
              <a:t> la Calidad de Datos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0B06A26-47F9-7C23-7B36-61DBD1B388CA}"/>
              </a:ext>
            </a:extLst>
          </p:cNvPr>
          <p:cNvSpPr txBox="1">
            <a:spLocks/>
          </p:cNvSpPr>
          <p:nvPr userDrawn="1"/>
        </p:nvSpPr>
        <p:spPr>
          <a:xfrm>
            <a:off x="1219724" y="3429000"/>
            <a:ext cx="9440034" cy="10170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s-CL" sz="4600" b="1">
              <a:solidFill>
                <a:srgbClr val="303E48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200375C9-C882-9CC3-043E-7830244FCE32}"/>
              </a:ext>
            </a:extLst>
          </p:cNvPr>
          <p:cNvSpPr txBox="1">
            <a:spLocks/>
          </p:cNvSpPr>
          <p:nvPr userDrawn="1"/>
        </p:nvSpPr>
        <p:spPr>
          <a:xfrm>
            <a:off x="1375983" y="4906292"/>
            <a:ext cx="9440034" cy="65243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s-CL" sz="1800">
              <a:solidFill>
                <a:srgbClr val="00AFE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4635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anchor="ctr">
            <a:normAutofit/>
          </a:bodyPr>
          <a:lstStyle>
            <a:lvl1pPr>
              <a:defRPr sz="32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13-10-2025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03293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99E09-CC47-95E7-EBA9-7ECFF67E86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29613C-8E9E-F29A-BD9F-15FE9E9529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13-10-2025</a:t>
            </a:fld>
            <a:endParaRPr lang="es-C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748450-3203-6216-5F2A-D2F5D4FD9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891DFA-A6B7-F3BA-F3CB-FB96EC0D3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78945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5C868CF-7313-433E-B140-7E0A6D05BA41}" type="datetimeFigureOut">
              <a:rPr lang="es-CL" smtClean="0"/>
              <a:t>13-10-2025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59454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13-10-2025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823744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13-10-2025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93074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13-10-2025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97060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13-10-2025</a:t>
            </a:fld>
            <a:endParaRPr lang="es-C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9414073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5C868CF-7313-433E-B140-7E0A6D05BA41}" type="datetimeFigureOut">
              <a:rPr lang="es-CL" smtClean="0"/>
              <a:t>13-10-2025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25761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13-10-2025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91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868CF-7313-433E-B140-7E0A6D05BA41}" type="datetimeFigureOut">
              <a:rPr lang="es-CL" smtClean="0"/>
              <a:t>13-10-2025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913629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85C868CF-7313-433E-B140-7E0A6D05BA41}" type="datetimeFigureOut">
              <a:rPr lang="es-CL" smtClean="0"/>
              <a:t>13-10-2025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888463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85C868CF-7313-433E-B140-7E0A6D05BA41}" type="datetimeFigureOut">
              <a:rPr lang="es-CL" smtClean="0"/>
              <a:t>13-10-2025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E69AC8A-234F-4CDA-B6BA-EF227A7B1551}" type="slidenum">
              <a:rPr lang="es-CL" smtClean="0"/>
              <a:t>‹#›</a:t>
            </a:fld>
            <a:endParaRPr lang="es-CL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8774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4" r:id="rId1"/>
    <p:sldLayoutId id="2147484055" r:id="rId2"/>
    <p:sldLayoutId id="2147484065" r:id="rId3"/>
    <p:sldLayoutId id="2147484056" r:id="rId4"/>
    <p:sldLayoutId id="2147484057" r:id="rId5"/>
    <p:sldLayoutId id="2147484058" r:id="rId6"/>
    <p:sldLayoutId id="2147484059" r:id="rId7"/>
    <p:sldLayoutId id="2147484060" r:id="rId8"/>
    <p:sldLayoutId id="2147484061" r:id="rId9"/>
    <p:sldLayoutId id="2147484062" r:id="rId10"/>
    <p:sldLayoutId id="2147484063" r:id="rId11"/>
    <p:sldLayoutId id="2147484064" r:id="rId12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76000"/>
                <a:satMod val="180000"/>
              </a:schemeClr>
              <a:schemeClr val="bg2">
                <a:tint val="80000"/>
                <a:satMod val="120000"/>
                <a:lumMod val="18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AB9308F-E6AC-E3E8-530D-CA609207C534}"/>
              </a:ext>
            </a:extLst>
          </p:cNvPr>
          <p:cNvSpPr txBox="1"/>
          <p:nvPr/>
        </p:nvSpPr>
        <p:spPr>
          <a:xfrm>
            <a:off x="4089399" y="4078424"/>
            <a:ext cx="7413623" cy="115542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pPr algn="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CL" sz="4000" b="1" noProof="0" dirty="0">
                <a:ln w="3175" cmpd="sng">
                  <a:noFill/>
                </a:ln>
                <a:latin typeface="+mj-lt"/>
                <a:ea typeface="+mj-ea"/>
                <a:cs typeface="+mj-cs"/>
              </a:rPr>
              <a:t>Herramienta para Monitorear la Calidad de Datos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68DBEB-4CD1-4F24-099A-3D08E620D4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15377" y="5233851"/>
            <a:ext cx="6987645" cy="650482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s-CL" sz="800" noProof="0" dirty="0">
                <a:solidFill>
                  <a:schemeClr val="bg1"/>
                </a:solidFill>
              </a:rPr>
              <a:t>Franco Chiappe</a:t>
            </a:r>
            <a:endParaRPr lang="es-CL" sz="800" noProof="0" dirty="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s-CL" sz="800" noProof="0" dirty="0">
                <a:solidFill>
                  <a:schemeClr val="bg1"/>
                </a:solidFill>
              </a:rPr>
              <a:t>Vicente Garay</a:t>
            </a:r>
            <a:endParaRPr lang="es-CL" sz="800" noProof="0" dirty="0">
              <a:ln>
                <a:solidFill>
                  <a:prstClr val="black">
                    <a:lumMod val="75000"/>
                    <a:lumOff val="25000"/>
                    <a:alpha val="10000"/>
                  </a:prstClr>
                </a:solidFill>
              </a:ln>
              <a:solidFill>
                <a:schemeClr val="bg1"/>
              </a:solidFill>
            </a:endParaRPr>
          </a:p>
          <a:p>
            <a:pPr>
              <a:lnSpc>
                <a:spcPct val="90000"/>
              </a:lnSpc>
            </a:pPr>
            <a:r>
              <a:rPr lang="es-CL" sz="800" noProof="0" dirty="0" err="1">
                <a:solidFill>
                  <a:schemeClr val="bg1"/>
                </a:solidFill>
              </a:rPr>
              <a:t>Ziyu</a:t>
            </a:r>
            <a:r>
              <a:rPr lang="es-CL" sz="800" noProof="0" dirty="0">
                <a:solidFill>
                  <a:schemeClr val="bg1"/>
                </a:solidFill>
              </a:rPr>
              <a:t> </a:t>
            </a:r>
            <a:r>
              <a:rPr lang="es-CL" sz="800" noProof="0" dirty="0" err="1">
                <a:solidFill>
                  <a:schemeClr val="bg1"/>
                </a:solidFill>
              </a:rPr>
              <a:t>Guo</a:t>
            </a:r>
            <a:endParaRPr lang="es-CL" sz="800" noProof="0" dirty="0">
              <a:solidFill>
                <a:schemeClr val="bg1"/>
              </a:solidFill>
            </a:endParaRPr>
          </a:p>
        </p:txBody>
      </p:sp>
      <p:pic>
        <p:nvPicPr>
          <p:cNvPr id="4" name="图片 2" descr="Ainwater - BlueTech Research">
            <a:extLst>
              <a:ext uri="{FF2B5EF4-FFF2-40B4-BE49-F238E27FC236}">
                <a16:creationId xmlns:a16="http://schemas.microsoft.com/office/drawing/2014/main" id="{277B4CB5-0416-580B-69C6-5B751D3470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7309" y="1120880"/>
            <a:ext cx="7175863" cy="2116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668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B522A834-ECB2-BD60-C49C-44E4612883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Autofit/>
          </a:bodyPr>
          <a:lstStyle/>
          <a:p>
            <a:r>
              <a:rPr lang="es-CL" b="1" noProof="0" dirty="0" err="1"/>
              <a:t>Ainwater</a:t>
            </a:r>
            <a:r>
              <a:rPr lang="es-CL" b="1" noProof="0" dirty="0"/>
              <a:t> – Inteligencia artificial para el monitoreo de datos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100EFF4-0BA6-3FEB-DDB1-E5F3B917B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322580" indent="-285750">
              <a:lnSpc>
                <a:spcPct val="150000"/>
              </a:lnSpc>
              <a:buClr>
                <a:srgbClr val="00AFE3"/>
              </a:buClr>
            </a:pPr>
            <a:r>
              <a:rPr lang="es-CL" noProof="0" dirty="0">
                <a:solidFill>
                  <a:srgbClr val="3F4B55"/>
                </a:solidFill>
              </a:rPr>
              <a:t>Startup chilena de tecnología e inteligencia artificial aplicada al agua</a:t>
            </a:r>
          </a:p>
          <a:p>
            <a:pPr marL="322580" indent="-285750">
              <a:lnSpc>
                <a:spcPct val="150000"/>
              </a:lnSpc>
              <a:buClr>
                <a:srgbClr val="00AFE3"/>
              </a:buClr>
            </a:pPr>
            <a:r>
              <a:rPr lang="es-CL" noProof="0" dirty="0">
                <a:solidFill>
                  <a:srgbClr val="3F4B55"/>
                </a:solidFill>
              </a:rPr>
              <a:t>Fundada con foco en monitoreo y eficiencia hídrica a través de datos</a:t>
            </a:r>
          </a:p>
          <a:p>
            <a:pPr marL="322580" indent="-285750">
              <a:lnSpc>
                <a:spcPct val="150000"/>
              </a:lnSpc>
              <a:buClr>
                <a:srgbClr val="00AFE3"/>
              </a:buClr>
            </a:pPr>
            <a:r>
              <a:rPr lang="es-CL" noProof="0" dirty="0">
                <a:solidFill>
                  <a:srgbClr val="3F4B55"/>
                </a:solidFill>
              </a:rPr>
              <a:t>Presencia en Chile, México y Brasil, con expansión a Colombia y España</a:t>
            </a:r>
          </a:p>
        </p:txBody>
      </p:sp>
      <p:pic>
        <p:nvPicPr>
          <p:cNvPr id="3" name="Picture 2" descr="A blue text on a black background">
            <a:extLst>
              <a:ext uri="{FF2B5EF4-FFF2-40B4-BE49-F238E27FC236}">
                <a16:creationId xmlns:a16="http://schemas.microsoft.com/office/drawing/2014/main" id="{07851D1A-A6EB-09D9-47F6-603AA00AF1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6446" y="5739788"/>
            <a:ext cx="2704361" cy="83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952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89D6AD-B808-B109-9EB1-FA0B0E662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71D0DB1-3E92-31DA-7DEC-F53788DE1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Autofit/>
          </a:bodyPr>
          <a:lstStyle/>
          <a:p>
            <a:r>
              <a:rPr lang="es-CL" b="1" noProof="0" dirty="0"/>
              <a:t>Optimización en tiempo real para plantas de agua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6946009-0888-2DE7-C020-8811B68DF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Autofit/>
          </a:bodyPr>
          <a:lstStyle/>
          <a:p>
            <a:pPr marL="322580" indent="-285750">
              <a:lnSpc>
                <a:spcPct val="150000"/>
              </a:lnSpc>
              <a:buClr>
                <a:srgbClr val="00AFE3"/>
              </a:buClr>
            </a:pPr>
            <a:r>
              <a:rPr lang="es-CL" noProof="0" dirty="0">
                <a:solidFill>
                  <a:srgbClr val="3F4B55"/>
                </a:solidFill>
              </a:rPr>
              <a:t>Desarrolla software como servicio (SaaS) para optimización de plantas de tratamiento de aguas</a:t>
            </a:r>
          </a:p>
          <a:p>
            <a:pPr marL="322580" indent="-285750">
              <a:lnSpc>
                <a:spcPct val="150000"/>
              </a:lnSpc>
              <a:buClr>
                <a:srgbClr val="00AFE3"/>
              </a:buClr>
            </a:pPr>
            <a:r>
              <a:rPr lang="es-CL" noProof="0" dirty="0">
                <a:solidFill>
                  <a:srgbClr val="3F4B55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Ayuda a empresas Municipales e Industriales a mejorar la eficiencia y confiabilidad en sus procesos hídricos</a:t>
            </a:r>
          </a:p>
          <a:p>
            <a:pPr marL="322580" indent="-285750">
              <a:lnSpc>
                <a:spcPct val="150000"/>
              </a:lnSpc>
              <a:buClr>
                <a:srgbClr val="00AFE3"/>
              </a:buClr>
            </a:pPr>
            <a:r>
              <a:rPr lang="es-CL" noProof="0" dirty="0">
                <a:solidFill>
                  <a:srgbClr val="3F4B55"/>
                </a:solidFill>
              </a:rPr>
              <a:t>Su plataforma </a:t>
            </a:r>
            <a:r>
              <a:rPr lang="es-CL" b="1" noProof="0" dirty="0">
                <a:solidFill>
                  <a:srgbClr val="3F4B55"/>
                </a:solidFill>
              </a:rPr>
              <a:t>Poseidón </a:t>
            </a:r>
            <a:r>
              <a:rPr lang="es-CL" noProof="0" dirty="0">
                <a:solidFill>
                  <a:srgbClr val="3F4B55"/>
                </a:solidFill>
              </a:rPr>
              <a:t>permite el monitoreo en tiempo real y entrega recomendaciones predictivas para la operación</a:t>
            </a:r>
          </a:p>
          <a:p>
            <a:pPr marL="36830" indent="0">
              <a:lnSpc>
                <a:spcPct val="150000"/>
              </a:lnSpc>
              <a:buClr>
                <a:srgbClr val="00AFE3"/>
              </a:buClr>
              <a:buNone/>
            </a:pPr>
            <a:endParaRPr lang="es-CL" noProof="0" dirty="0">
              <a:solidFill>
                <a:srgbClr val="3F4B55"/>
              </a:solidFill>
              <a:effectLst/>
              <a:latin typeface="+mj-lt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 descr="A blue text on a black background">
            <a:extLst>
              <a:ext uri="{FF2B5EF4-FFF2-40B4-BE49-F238E27FC236}">
                <a16:creationId xmlns:a16="http://schemas.microsoft.com/office/drawing/2014/main" id="{1A82B515-421C-519B-9C05-7E2F8C1B2E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6446" y="5739788"/>
            <a:ext cx="2704361" cy="83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04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0BBA9-6E67-A12C-44D5-A9E4E5AB4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B925E-FB5D-AE16-DDC4-6DC0980F8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CL" b="1" noProof="0" dirty="0"/>
              <a:t>Problemáticas Actuales</a:t>
            </a:r>
            <a:endParaRPr lang="es-CL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2548740-D9A3-B41A-F105-32EF11847749}"/>
              </a:ext>
            </a:extLst>
          </p:cNvPr>
          <p:cNvSpPr/>
          <p:nvPr/>
        </p:nvSpPr>
        <p:spPr>
          <a:xfrm>
            <a:off x="581192" y="2246774"/>
            <a:ext cx="3646386" cy="591954"/>
          </a:xfrm>
          <a:prstGeom prst="rect">
            <a:avLst/>
          </a:prstGeom>
          <a:solidFill>
            <a:srgbClr val="E6F0FF"/>
          </a:solidFill>
          <a:ln>
            <a:solidFill>
              <a:srgbClr val="009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es-CL" sz="2000" noProof="0" dirty="0"/>
              <a:t>Control de calidad de datos manual y reactivo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A30493-57C0-BD77-ACCD-344C48DDC022}"/>
              </a:ext>
            </a:extLst>
          </p:cNvPr>
          <p:cNvSpPr/>
          <p:nvPr/>
        </p:nvSpPr>
        <p:spPr>
          <a:xfrm>
            <a:off x="581192" y="3344054"/>
            <a:ext cx="3646386" cy="591954"/>
          </a:xfrm>
          <a:prstGeom prst="rect">
            <a:avLst/>
          </a:prstGeom>
          <a:solidFill>
            <a:srgbClr val="E6F0FF"/>
          </a:solidFill>
          <a:ln>
            <a:solidFill>
              <a:srgbClr val="009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es-CL" sz="2000" noProof="0" dirty="0"/>
              <a:t>Retrasos en detección de fallas, </a:t>
            </a:r>
            <a:r>
              <a:rPr lang="es-CL" sz="2000" noProof="0" dirty="0" err="1"/>
              <a:t>drift</a:t>
            </a:r>
            <a:r>
              <a:rPr lang="es-CL" sz="2000" noProof="0" dirty="0"/>
              <a:t> y anomalías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9C75C28-8AA7-3B58-4CB1-362274CEBCCC}"/>
              </a:ext>
            </a:extLst>
          </p:cNvPr>
          <p:cNvSpPr/>
          <p:nvPr/>
        </p:nvSpPr>
        <p:spPr>
          <a:xfrm>
            <a:off x="581192" y="4441334"/>
            <a:ext cx="3646386" cy="591954"/>
          </a:xfrm>
          <a:prstGeom prst="rect">
            <a:avLst/>
          </a:prstGeom>
          <a:solidFill>
            <a:srgbClr val="E6F0FF"/>
          </a:solidFill>
          <a:ln>
            <a:solidFill>
              <a:srgbClr val="009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es-CL" sz="2000" noProof="0" dirty="0"/>
              <a:t>Falta de indicadores de calidad del dato</a:t>
            </a:r>
          </a:p>
        </p:txBody>
      </p:sp>
      <p:pic>
        <p:nvPicPr>
          <p:cNvPr id="10" name="Picture 9" descr="A blue text on a black background">
            <a:extLst>
              <a:ext uri="{FF2B5EF4-FFF2-40B4-BE49-F238E27FC236}">
                <a16:creationId xmlns:a16="http://schemas.microsoft.com/office/drawing/2014/main" id="{57BC7E64-1E80-CDF9-40D9-B39CCFF01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6446" y="5739788"/>
            <a:ext cx="2704361" cy="83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7339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AD4E0-E1C3-8BC6-3748-1F4762C7B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CL" b="1" noProof="0" dirty="0"/>
              <a:t>Problemáticas Actuales</a:t>
            </a:r>
            <a:endParaRPr lang="es-CL" noProof="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B5ABAC-DFF0-6381-3751-A374EE5DA1FA}"/>
              </a:ext>
            </a:extLst>
          </p:cNvPr>
          <p:cNvSpPr/>
          <p:nvPr/>
        </p:nvSpPr>
        <p:spPr>
          <a:xfrm>
            <a:off x="581192" y="2246774"/>
            <a:ext cx="3646386" cy="591954"/>
          </a:xfrm>
          <a:prstGeom prst="rect">
            <a:avLst/>
          </a:prstGeom>
          <a:solidFill>
            <a:srgbClr val="E6F0FF"/>
          </a:solidFill>
          <a:ln>
            <a:solidFill>
              <a:srgbClr val="009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es-CL" sz="2000" noProof="0" dirty="0"/>
              <a:t>Control de calidad de datos manual y reactivo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D6EE923-20CF-7E60-3DD5-90080BD703E7}"/>
              </a:ext>
            </a:extLst>
          </p:cNvPr>
          <p:cNvSpPr/>
          <p:nvPr/>
        </p:nvSpPr>
        <p:spPr>
          <a:xfrm>
            <a:off x="581192" y="3344054"/>
            <a:ext cx="3646386" cy="591954"/>
          </a:xfrm>
          <a:prstGeom prst="rect">
            <a:avLst/>
          </a:prstGeom>
          <a:solidFill>
            <a:srgbClr val="E6F0FF"/>
          </a:solidFill>
          <a:ln>
            <a:solidFill>
              <a:srgbClr val="009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es-CL" sz="2000" noProof="0" dirty="0"/>
              <a:t>Retrasos en detección de fallas, </a:t>
            </a:r>
            <a:r>
              <a:rPr lang="es-CL" sz="2000" noProof="0" dirty="0" err="1"/>
              <a:t>drift</a:t>
            </a:r>
            <a:r>
              <a:rPr lang="es-CL" sz="2000" noProof="0" dirty="0"/>
              <a:t> y anomalías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4D218A-CE24-A116-BEF1-56A2F6D09711}"/>
              </a:ext>
            </a:extLst>
          </p:cNvPr>
          <p:cNvSpPr/>
          <p:nvPr/>
        </p:nvSpPr>
        <p:spPr>
          <a:xfrm>
            <a:off x="581192" y="4441334"/>
            <a:ext cx="3646386" cy="591954"/>
          </a:xfrm>
          <a:prstGeom prst="rect">
            <a:avLst/>
          </a:prstGeom>
          <a:solidFill>
            <a:srgbClr val="E6F0FF"/>
          </a:solidFill>
          <a:ln>
            <a:solidFill>
              <a:srgbClr val="0093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000000"/>
                </a:solidFill>
              </a:defRPr>
            </a:pPr>
            <a:r>
              <a:rPr lang="es-CL" sz="2000" noProof="0" dirty="0"/>
              <a:t>Falta de indicadores de calidad del dato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C1537AF-8889-E133-EFA8-5FADCA98DF20}"/>
              </a:ext>
            </a:extLst>
          </p:cNvPr>
          <p:cNvSpPr/>
          <p:nvPr/>
        </p:nvSpPr>
        <p:spPr>
          <a:xfrm>
            <a:off x="7143532" y="2995863"/>
            <a:ext cx="4114800" cy="1371600"/>
          </a:xfrm>
          <a:prstGeom prst="rect">
            <a:avLst/>
          </a:prstGeom>
          <a:solidFill>
            <a:srgbClr val="003264"/>
          </a:solidFill>
          <a:ln>
            <a:solidFill>
              <a:srgbClr val="003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rPr lang="es-CL" sz="2200" noProof="0" dirty="0"/>
              <a:t>Menor confiabilidad de los modelos predictivos</a:t>
            </a:r>
          </a:p>
        </p:txBody>
      </p:sp>
      <p:pic>
        <p:nvPicPr>
          <p:cNvPr id="10" name="Picture 9" descr="A blue text on a black background">
            <a:extLst>
              <a:ext uri="{FF2B5EF4-FFF2-40B4-BE49-F238E27FC236}">
                <a16:creationId xmlns:a16="http://schemas.microsoft.com/office/drawing/2014/main" id="{FB278A8B-E369-6461-D9B6-11E820F50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6446" y="5739788"/>
            <a:ext cx="2704361" cy="832111"/>
          </a:xfrm>
          <a:prstGeom prst="rect">
            <a:avLst/>
          </a:prstGeom>
        </p:spPr>
      </p:pic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FA1ADFD6-E1E3-C7E4-9073-E61FCE17C105}"/>
              </a:ext>
            </a:extLst>
          </p:cNvPr>
          <p:cNvSpPr/>
          <p:nvPr/>
        </p:nvSpPr>
        <p:spPr>
          <a:xfrm>
            <a:off x="4927275" y="2871478"/>
            <a:ext cx="1341542" cy="1586039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5985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AE9B4-88A6-1658-FFE5-8D7625EA4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9A25B-9615-97C9-1648-32CCEAB87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CL" noProof="0" dirty="0"/>
              <a:t>Utilizar Automatización para reducir costos</a:t>
            </a:r>
            <a:endParaRPr lang="es-CL" b="1" noProof="0" dirty="0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9E502E99-9827-971C-6B52-D22AF8DC92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>
              <a:lnSpc>
                <a:spcPct val="150000"/>
              </a:lnSpc>
            </a:pPr>
            <a:r>
              <a:rPr lang="es-CL" noProof="0" dirty="0"/>
              <a:t>Automatización: Reducir revisión manual y tiempos de respuesta</a:t>
            </a:r>
          </a:p>
          <a:p>
            <a:pPr>
              <a:lnSpc>
                <a:spcPct val="150000"/>
              </a:lnSpc>
            </a:pPr>
            <a:r>
              <a:rPr lang="es-CL" noProof="0" dirty="0"/>
              <a:t>Detección Inteligente: Identificar </a:t>
            </a:r>
            <a:r>
              <a:rPr lang="es-CL" noProof="0" dirty="0" err="1"/>
              <a:t>Drift</a:t>
            </a:r>
            <a:r>
              <a:rPr lang="es-CL" noProof="0" dirty="0"/>
              <a:t>, </a:t>
            </a:r>
            <a:r>
              <a:rPr lang="es-CL" noProof="0" dirty="0" err="1"/>
              <a:t>Outliers</a:t>
            </a:r>
            <a:r>
              <a:rPr lang="es-CL" noProof="0" dirty="0"/>
              <a:t> y Lagunas de Datos</a:t>
            </a:r>
          </a:p>
          <a:p>
            <a:pPr>
              <a:lnSpc>
                <a:spcPct val="150000"/>
              </a:lnSpc>
            </a:pPr>
            <a:r>
              <a:rPr lang="es-CL" noProof="0" dirty="0"/>
              <a:t>Valor para </a:t>
            </a:r>
            <a:r>
              <a:rPr lang="es-CL" noProof="0" dirty="0" err="1"/>
              <a:t>Ainwater</a:t>
            </a:r>
            <a:r>
              <a:rPr lang="es-CL" noProof="0" dirty="0"/>
              <a:t>: Mejorar la confiabilidad de los modelos predictivos y fortalecer la propuesta comercial de su plataforma Poseidón</a:t>
            </a:r>
          </a:p>
        </p:txBody>
      </p:sp>
      <p:pic>
        <p:nvPicPr>
          <p:cNvPr id="4" name="Picture 3" descr="A blue text on a black background">
            <a:extLst>
              <a:ext uri="{FF2B5EF4-FFF2-40B4-BE49-F238E27FC236}">
                <a16:creationId xmlns:a16="http://schemas.microsoft.com/office/drawing/2014/main" id="{08F59696-D670-066B-8C8B-61D6C2570A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6446" y="5739788"/>
            <a:ext cx="2704361" cy="83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694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8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82A4A-8CAF-9DE4-3B6F-2AD1DC69B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CL" sz="3200" b="1" noProof="0" dirty="0"/>
              <a:t>Datos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44E6FE-D977-CC29-535A-54C8EAD96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CL" noProof="0" dirty="0"/>
              <a:t>Fuente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A3DB8F-F650-2650-3478-AD025A8F607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anchor="t"/>
          <a:lstStyle/>
          <a:p>
            <a:pPr marL="0" indent="0">
              <a:buNone/>
            </a:pPr>
            <a:r>
              <a:rPr lang="es-CL" noProof="0" dirty="0"/>
              <a:t>Datos provenientes de sensores</a:t>
            </a:r>
          </a:p>
          <a:p>
            <a:pPr marL="0" indent="0">
              <a:buNone/>
            </a:pPr>
            <a:r>
              <a:rPr lang="es-CL" noProof="0" dirty="0"/>
              <a:t>Minuto a minuto	</a:t>
            </a:r>
          </a:p>
          <a:p>
            <a:pPr marL="0" indent="0">
              <a:buNone/>
            </a:pPr>
            <a:endParaRPr lang="es-CL" noProof="0" dirty="0"/>
          </a:p>
          <a:p>
            <a:r>
              <a:rPr lang="es-CL" noProof="0" dirty="0"/>
              <a:t>Sensores de pH</a:t>
            </a:r>
          </a:p>
          <a:p>
            <a:r>
              <a:rPr lang="es-CL" noProof="0" dirty="0"/>
              <a:t>Sensores de Caudal</a:t>
            </a:r>
          </a:p>
          <a:p>
            <a:r>
              <a:rPr lang="es-CL" noProof="0" dirty="0"/>
              <a:t>Temperatura</a:t>
            </a:r>
          </a:p>
          <a:p>
            <a:r>
              <a:rPr lang="es-CL" noProof="0" dirty="0"/>
              <a:t>Conductividad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8E40D8F-D9AE-E1DD-E68C-9D364BF7FD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CL" noProof="0" dirty="0"/>
              <a:t>Dificultades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5E78E5-E5CA-A8CE-C45D-E3A8F19A4CF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s-CL" noProof="0" dirty="0"/>
              <a:t>Lagunas de Datos</a:t>
            </a:r>
          </a:p>
          <a:p>
            <a:r>
              <a:rPr lang="es-CL" noProof="0" dirty="0"/>
              <a:t>Plantas sin relación</a:t>
            </a:r>
          </a:p>
          <a:p>
            <a:endParaRPr lang="es-CL" noProof="0" dirty="0"/>
          </a:p>
        </p:txBody>
      </p:sp>
      <p:pic>
        <p:nvPicPr>
          <p:cNvPr id="8" name="Picture 7" descr="A blue text on a black background">
            <a:extLst>
              <a:ext uri="{FF2B5EF4-FFF2-40B4-BE49-F238E27FC236}">
                <a16:creationId xmlns:a16="http://schemas.microsoft.com/office/drawing/2014/main" id="{404B4585-61B7-4526-C35A-7B1DDBBB04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6446" y="5739788"/>
            <a:ext cx="2704361" cy="83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754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19D52-BFE9-43EA-D394-DB2B9D8CC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CL" noProof="0" dirty="0"/>
              <a:t>Utilizar</a:t>
            </a:r>
            <a:r>
              <a:rPr lang="es-CL" dirty="0"/>
              <a:t> diferenciación </a:t>
            </a:r>
            <a:r>
              <a:rPr lang="es-CL" noProof="0" dirty="0"/>
              <a:t>para la detección de </a:t>
            </a:r>
            <a:r>
              <a:rPr lang="es-CL" noProof="0" dirty="0" err="1"/>
              <a:t>outliers</a:t>
            </a:r>
            <a:endParaRPr lang="es-CL" b="1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C2D0EA-90D1-BC37-B26E-AF8CE5AEA1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05435" indent="-305435"/>
            <a:r>
              <a:rPr lang="es-CL" dirty="0"/>
              <a:t>Se toma la diferencia centrada, se compara con la desviación </a:t>
            </a:r>
            <a:r>
              <a:rPr lang="es-CL" dirty="0" err="1"/>
              <a:t>estandar</a:t>
            </a:r>
            <a:r>
              <a:rPr lang="es-CL" dirty="0"/>
              <a:t> pasada multiplicada por un entero, la desviación </a:t>
            </a:r>
            <a:r>
              <a:rPr lang="es-CL" dirty="0" err="1"/>
              <a:t>estandar</a:t>
            </a:r>
            <a:r>
              <a:rPr lang="es-CL" dirty="0"/>
              <a:t> puede tomarse del </a:t>
            </a:r>
            <a:r>
              <a:rPr lang="es-CL" dirty="0" err="1"/>
              <a:t>dia</a:t>
            </a:r>
            <a:r>
              <a:rPr lang="es-CL" dirty="0"/>
              <a:t> anterior, el mes anterior, x datos pasados, etc.</a:t>
            </a:r>
          </a:p>
          <a:p>
            <a:pPr marL="305435" indent="-305435"/>
            <a:r>
              <a:rPr lang="es-CL" dirty="0"/>
              <a:t>Se necesita el dato siguiente, pero al ser por minuto no hay problema.</a:t>
            </a:r>
          </a:p>
        </p:txBody>
      </p:sp>
      <p:pic>
        <p:nvPicPr>
          <p:cNvPr id="5" name="Picture 4" descr="A blue text on a black background">
            <a:extLst>
              <a:ext uri="{FF2B5EF4-FFF2-40B4-BE49-F238E27FC236}">
                <a16:creationId xmlns:a16="http://schemas.microsoft.com/office/drawing/2014/main" id="{749BB01E-5C43-6F27-74C3-6A2BF4243E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6446" y="5739788"/>
            <a:ext cx="2704361" cy="83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36172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21ADEA-4BB9-C30A-02FA-D0AC8BF8A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DF95D-39B2-29F0-BF9F-52BF4B224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CL" noProof="0" dirty="0"/>
              <a:t>Resultado de utilizar</a:t>
            </a:r>
            <a:r>
              <a:rPr lang="es-CL" dirty="0"/>
              <a:t> diferenciación </a:t>
            </a:r>
            <a:r>
              <a:rPr lang="es-CL" noProof="0" dirty="0"/>
              <a:t>para la detección de </a:t>
            </a:r>
            <a:r>
              <a:rPr lang="es-CL" noProof="0" dirty="0" err="1"/>
              <a:t>outliers</a:t>
            </a:r>
            <a:endParaRPr lang="es-CL" b="1" noProof="0" dirty="0"/>
          </a:p>
        </p:txBody>
      </p:sp>
      <p:pic>
        <p:nvPicPr>
          <p:cNvPr id="5" name="Picture 4" descr="A blue text on a black background">
            <a:extLst>
              <a:ext uri="{FF2B5EF4-FFF2-40B4-BE49-F238E27FC236}">
                <a16:creationId xmlns:a16="http://schemas.microsoft.com/office/drawing/2014/main" id="{258B030A-128A-4B4E-827C-91FA3DAF3B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6446" y="5739788"/>
            <a:ext cx="2704361" cy="832111"/>
          </a:xfrm>
          <a:prstGeom prst="rect">
            <a:avLst/>
          </a:prstGeom>
        </p:spPr>
      </p:pic>
      <p:pic>
        <p:nvPicPr>
          <p:cNvPr id="8" name="Marcador de contenido 7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40673162-46D7-5429-7B02-D9A4440AEC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238077" y="2180496"/>
            <a:ext cx="7715846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9146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98B54-70E6-D6ED-A310-B84A196F5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CL" noProof="0" dirty="0"/>
              <a:t>Utilizar </a:t>
            </a:r>
            <a:r>
              <a:rPr lang="es-CL" dirty="0"/>
              <a:t>series de tiempo para</a:t>
            </a:r>
            <a:r>
              <a:rPr lang="es-CL" noProof="0" dirty="0"/>
              <a:t> la detección de </a:t>
            </a:r>
            <a:r>
              <a:rPr lang="es-CL" noProof="0" dirty="0" err="1"/>
              <a:t>outliers</a:t>
            </a:r>
            <a:endParaRPr lang="es-CL" b="1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8D1B4-58B2-AE32-FA89-69D060173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05435" indent="-305435"/>
            <a:r>
              <a:rPr lang="es-CL" dirty="0"/>
              <a:t>Se entrena un modelo de serie de tiempo, este caso AR(2),  para detectar un patrón normal de los datos, y se marca como </a:t>
            </a:r>
            <a:r>
              <a:rPr lang="es-CL" err="1"/>
              <a:t>outlier</a:t>
            </a:r>
            <a:r>
              <a:rPr lang="es-CL"/>
              <a:t> lo que se desvía más de lo esperado</a:t>
            </a:r>
          </a:p>
          <a:p>
            <a:pPr marL="305435" indent="-305435"/>
            <a:r>
              <a:rPr lang="es-CL" dirty="0"/>
              <a:t>También detecta cambios de </a:t>
            </a:r>
            <a:r>
              <a:rPr lang="es-CL"/>
              <a:t>tendencia</a:t>
            </a:r>
          </a:p>
          <a:p>
            <a:pPr marL="305435" indent="-305435"/>
            <a:r>
              <a:rPr lang="es-CL"/>
              <a:t>Cita: </a:t>
            </a:r>
            <a:r>
              <a:rPr lang="es-CL">
                <a:solidFill>
                  <a:srgbClr val="3F4B55"/>
                </a:solidFill>
                <a:latin typeface="Gill Sans MT" panose="020B0502020104020203"/>
              </a:rPr>
              <a:t>Talagala, P. D., Hyndman, R. J., &amp; Smith-Miles, K. (2023)</a:t>
            </a:r>
            <a:endParaRPr lang="es-CL">
              <a:solidFill>
                <a:srgbClr val="3F4B55"/>
              </a:solidFill>
              <a:latin typeface="Consolas"/>
            </a:endParaRPr>
          </a:p>
        </p:txBody>
      </p:sp>
      <p:pic>
        <p:nvPicPr>
          <p:cNvPr id="5" name="Picture 4" descr="A blue text on a black background">
            <a:extLst>
              <a:ext uri="{FF2B5EF4-FFF2-40B4-BE49-F238E27FC236}">
                <a16:creationId xmlns:a16="http://schemas.microsoft.com/office/drawing/2014/main" id="{B73C63E6-0E63-69DE-9040-AFEA0A1B51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6446" y="5739788"/>
            <a:ext cx="2704361" cy="83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6065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0564F-0DD9-F1BD-63F0-2F3A8807C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F1804-9AC9-D2CC-7F74-1620064F7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s-CL" noProof="0" dirty="0"/>
              <a:t>Resultado de Utilizar </a:t>
            </a:r>
            <a:r>
              <a:rPr lang="es-CL" dirty="0"/>
              <a:t>Series</a:t>
            </a:r>
            <a:r>
              <a:rPr lang="es-CL" noProof="0" dirty="0"/>
              <a:t> </a:t>
            </a:r>
            <a:r>
              <a:rPr lang="es-CL" dirty="0"/>
              <a:t>de tiempo </a:t>
            </a:r>
            <a:r>
              <a:rPr lang="es-CL" noProof="0" dirty="0"/>
              <a:t>para la detección de </a:t>
            </a:r>
            <a:r>
              <a:rPr lang="es-CL" noProof="0" dirty="0" err="1"/>
              <a:t>outliers</a:t>
            </a:r>
            <a:endParaRPr lang="es-CL" b="1" noProof="0" dirty="0"/>
          </a:p>
        </p:txBody>
      </p:sp>
      <p:pic>
        <p:nvPicPr>
          <p:cNvPr id="4" name="Marcador de contenido 3" descr="Gráfico, Gráfico de dispersión&#10;&#10;El contenido generado por IA puede ser incorrecto.">
            <a:extLst>
              <a:ext uri="{FF2B5EF4-FFF2-40B4-BE49-F238E27FC236}">
                <a16:creationId xmlns:a16="http://schemas.microsoft.com/office/drawing/2014/main" id="{3694BC21-9FB2-3CFF-877A-5F7A32AD553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86524" y="2180496"/>
            <a:ext cx="7418950" cy="3678303"/>
          </a:xfrm>
          <a:prstGeom prst="rect">
            <a:avLst/>
          </a:prstGeom>
        </p:spPr>
      </p:pic>
      <p:pic>
        <p:nvPicPr>
          <p:cNvPr id="5" name="Picture 4" descr="A blue text on a black background">
            <a:extLst>
              <a:ext uri="{FF2B5EF4-FFF2-40B4-BE49-F238E27FC236}">
                <a16:creationId xmlns:a16="http://schemas.microsoft.com/office/drawing/2014/main" id="{4B7803F9-2F88-49CB-268A-6AA81DD4E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6446" y="5739788"/>
            <a:ext cx="2704361" cy="83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637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693E-3652-830A-674E-06A7A8079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L" b="1" noProof="0" dirty="0"/>
              <a:t>Solución Propuesta – Detección de </a:t>
            </a:r>
            <a:r>
              <a:rPr lang="es-CL" b="1" noProof="0" dirty="0" err="1"/>
              <a:t>Drift</a:t>
            </a:r>
            <a:endParaRPr lang="es-CL" b="1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9A11F-DB13-9122-9939-9329E05CE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CL" noProof="0" dirty="0"/>
          </a:p>
        </p:txBody>
      </p:sp>
      <p:pic>
        <p:nvPicPr>
          <p:cNvPr id="5" name="Picture 4" descr="A blue text on a black background">
            <a:extLst>
              <a:ext uri="{FF2B5EF4-FFF2-40B4-BE49-F238E27FC236}">
                <a16:creationId xmlns:a16="http://schemas.microsoft.com/office/drawing/2014/main" id="{EDFB39DD-A1F6-29CE-F514-D418C2090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6446" y="5739788"/>
            <a:ext cx="2704361" cy="83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5509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61010-2839-EC35-2C3C-FB32C285F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s-CL" sz="3200" b="1" noProof="0" dirty="0"/>
              <a:t>Solución Propuesta - Reporte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47B790-2358-1BAD-D772-5B510B56FE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L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9F8611-E31F-A766-5B40-440095DC5DE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s-C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D79F0A-A928-A10C-90DE-8BB693956AE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lang="es-CL" noProof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502CE75-D3EE-0A10-A406-E7162FEA2A00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s-CL" noProof="0" dirty="0"/>
          </a:p>
        </p:txBody>
      </p:sp>
    </p:spTree>
    <p:extLst>
      <p:ext uri="{BB962C8B-B14F-4D97-AF65-F5344CB8AC3E}">
        <p14:creationId xmlns:p14="http://schemas.microsoft.com/office/powerpoint/2010/main" val="34006486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52258-5DCB-74B3-AC8D-644FFEDC4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s-CL" sz="4600" b="1" noProof="0" dirty="0"/>
              <a:t>Próximos Pasos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3D6DD-510D-6A14-3402-4F48DAA77B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CL" noProof="0" dirty="0"/>
              <a:t>Trabajar con todos los modelos para generar un reporte tomando los distintos tipo de anomalías en cuenta</a:t>
            </a:r>
          </a:p>
          <a:p>
            <a:endParaRPr lang="es-CL" noProof="0" dirty="0"/>
          </a:p>
        </p:txBody>
      </p:sp>
      <p:pic>
        <p:nvPicPr>
          <p:cNvPr id="5" name="Picture 4" descr="A blue text on a black background">
            <a:extLst>
              <a:ext uri="{FF2B5EF4-FFF2-40B4-BE49-F238E27FC236}">
                <a16:creationId xmlns:a16="http://schemas.microsoft.com/office/drawing/2014/main" id="{34AB0E8F-76A6-18D9-0AEA-AA072D5020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06446" y="5739788"/>
            <a:ext cx="2704361" cy="832111"/>
          </a:xfrm>
          <a:prstGeom prst="rect">
            <a:avLst/>
          </a:prstGeom>
        </p:spPr>
      </p:pic>
      <p:sp>
        <p:nvSpPr>
          <p:cNvPr id="7" name="Right Brace 6">
            <a:extLst>
              <a:ext uri="{FF2B5EF4-FFF2-40B4-BE49-F238E27FC236}">
                <a16:creationId xmlns:a16="http://schemas.microsoft.com/office/drawing/2014/main" id="{BC957E6E-15AB-3CD3-304F-A11CFE928C7C}"/>
              </a:ext>
            </a:extLst>
          </p:cNvPr>
          <p:cNvSpPr/>
          <p:nvPr/>
        </p:nvSpPr>
        <p:spPr>
          <a:xfrm>
            <a:off x="7239487" y="4590052"/>
            <a:ext cx="1666959" cy="1981847"/>
          </a:xfrm>
          <a:prstGeom prst="rightBrace">
            <a:avLst/>
          </a:prstGeom>
          <a:solidFill>
            <a:srgbClr val="0093E9"/>
          </a:solidFill>
          <a:ln>
            <a:solidFill>
              <a:srgbClr val="0032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</p:spTree>
    <p:extLst>
      <p:ext uri="{BB962C8B-B14F-4D97-AF65-F5344CB8AC3E}">
        <p14:creationId xmlns:p14="http://schemas.microsoft.com/office/powerpoint/2010/main" val="104884011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Ainwater">
      <a:dk1>
        <a:srgbClr val="3F4B55"/>
      </a:dk1>
      <a:lt1>
        <a:sysClr val="window" lastClr="FFFFFF"/>
      </a:lt1>
      <a:dk2>
        <a:srgbClr val="3F4B55"/>
      </a:dk2>
      <a:lt2>
        <a:srgbClr val="FFFFFF"/>
      </a:lt2>
      <a:accent1>
        <a:srgbClr val="2AA6DD"/>
      </a:accent1>
      <a:accent2>
        <a:srgbClr val="0066B2"/>
      </a:accent2>
      <a:accent3>
        <a:srgbClr val="1795D4"/>
      </a:accent3>
      <a:accent4>
        <a:srgbClr val="BFDDEE"/>
      </a:accent4>
      <a:accent5>
        <a:srgbClr val="9EC6DD"/>
      </a:accent5>
      <a:accent6>
        <a:srgbClr val="D9EAF4"/>
      </a:accent6>
      <a:hlink>
        <a:srgbClr val="2AA6DD"/>
      </a:hlink>
      <a:folHlink>
        <a:srgbClr val="0066B2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9BD01260-BD54-4710-A9A3-0F94C99179AA}">
  <we:reference id="wa200005566" version="3.0.0.3" store="en-US" storeType="OMEX"/>
  <we:alternateReferences>
    <we:reference id="WA200005566" version="3.0.0.3" store="WA200005566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Dividend</Template>
  <TotalTime>51</TotalTime>
  <Words>425</Words>
  <Application>Microsoft Office PowerPoint</Application>
  <PresentationFormat>Widescreen</PresentationFormat>
  <Paragraphs>53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Calibri</vt:lpstr>
      <vt:lpstr>Consolas</vt:lpstr>
      <vt:lpstr>Gill Sans MT</vt:lpstr>
      <vt:lpstr>Wingdings 2</vt:lpstr>
      <vt:lpstr>Dividend</vt:lpstr>
      <vt:lpstr>PowerPoint Presentation</vt:lpstr>
      <vt:lpstr>Ainwater – Inteligencia artificial para el monitoreo de datos</vt:lpstr>
      <vt:lpstr>Optimización en tiempo real para plantas de agua</vt:lpstr>
      <vt:lpstr>Problemáticas Actuales</vt:lpstr>
      <vt:lpstr>Problemáticas Actuales</vt:lpstr>
      <vt:lpstr>Utilizar Automatización para reducir costos</vt:lpstr>
      <vt:lpstr>Datos</vt:lpstr>
      <vt:lpstr>Utilizar diferenciación para la detección de outliers</vt:lpstr>
      <vt:lpstr>Resultado de utilizar diferenciación para la detección de outliers</vt:lpstr>
      <vt:lpstr>Utilizar series de tiempo para la detección de outliers</vt:lpstr>
      <vt:lpstr>Resultado de Utilizar Series de tiempo para la detección de outliers</vt:lpstr>
      <vt:lpstr>Solución Propuesta – Detección de Drift</vt:lpstr>
      <vt:lpstr>Solución Propuesta - Reporte</vt:lpstr>
      <vt:lpstr>Próximos Pasos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Franco Andrés Chiappe Donoso</dc:creator>
  <cp:lastModifiedBy>Franco Andrés Chiappe Donoso</cp:lastModifiedBy>
  <cp:revision>61</cp:revision>
  <dcterms:created xsi:type="dcterms:W3CDTF">2025-08-15T20:44:23Z</dcterms:created>
  <dcterms:modified xsi:type="dcterms:W3CDTF">2025-10-13T15:25:01Z</dcterms:modified>
</cp:coreProperties>
</file>