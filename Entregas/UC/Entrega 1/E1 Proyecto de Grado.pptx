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</p:sldMasterIdLst>
  <p:notesMasterIdLst>
    <p:notesMasterId r:id="rId15"/>
  </p:notesMasterIdLst>
  <p:sldIdLst>
    <p:sldId id="256" r:id="rId2"/>
    <p:sldId id="260" r:id="rId3"/>
    <p:sldId id="268" r:id="rId4"/>
    <p:sldId id="271" r:id="rId5"/>
    <p:sldId id="269" r:id="rId6"/>
    <p:sldId id="257" r:id="rId7"/>
    <p:sldId id="265" r:id="rId8"/>
    <p:sldId id="261" r:id="rId9"/>
    <p:sldId id="259" r:id="rId10"/>
    <p:sldId id="264" r:id="rId11"/>
    <p:sldId id="263" r:id="rId12"/>
    <p:sldId id="266" r:id="rId13"/>
    <p:sldId id="27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A9A41B8-83B5-7003-3082-961487D97213}" name="Franco Andrés Chiappe Donoso" initials="FC" userId="S::fchiappe@uc.cl::952ef6fb-7da9-433b-9cb5-ab1c1c91cce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8C86FB-5134-4F55-8585-26B5B71E59AF}" v="1111" dt="2025-08-23T00:17:43.440"/>
    <p1510:client id="{8995218E-67D7-7AAC-25A9-C43D7FA17544}" v="56" dt="2025-08-22T23:40:03.7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9" d="100"/>
          <a:sy n="39" d="100"/>
        </p:scale>
        <p:origin x="3318" y="1512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iyu Guo ." userId="S::ziyuguo@uc.cl::5d0ee9bc-099e-4375-8de4-b9df224602ff" providerId="AD" clId="Web-{E6AAC3B6-5F6D-B49D-6948-99BE39457040}"/>
    <pc:docChg chg="addSld delSld modSld sldOrd">
      <pc:chgData name="Ziyu Guo ." userId="S::ziyuguo@uc.cl::5d0ee9bc-099e-4375-8de4-b9df224602ff" providerId="AD" clId="Web-{E6AAC3B6-5F6D-B49D-6948-99BE39457040}" dt="2025-08-19T19:39:52.348" v="237" actId="20577"/>
      <pc:docMkLst>
        <pc:docMk/>
      </pc:docMkLst>
      <pc:sldChg chg="modSp">
        <pc:chgData name="Ziyu Guo ." userId="S::ziyuguo@uc.cl::5d0ee9bc-099e-4375-8de4-b9df224602ff" providerId="AD" clId="Web-{E6AAC3B6-5F6D-B49D-6948-99BE39457040}" dt="2025-08-19T19:16:20.283" v="49" actId="14100"/>
        <pc:sldMkLst>
          <pc:docMk/>
          <pc:sldMk cId="1705281298" sldId="258"/>
        </pc:sldMkLst>
      </pc:sldChg>
      <pc:sldChg chg="modSp">
        <pc:chgData name="Ziyu Guo ." userId="S::ziyuguo@uc.cl::5d0ee9bc-099e-4375-8de4-b9df224602ff" providerId="AD" clId="Web-{E6AAC3B6-5F6D-B49D-6948-99BE39457040}" dt="2025-08-19T19:28:56.709" v="185" actId="20577"/>
        <pc:sldMkLst>
          <pc:docMk/>
          <pc:sldMk cId="31952459" sldId="259"/>
        </pc:sldMkLst>
        <pc:spChg chg="mod">
          <ac:chgData name="Ziyu Guo ." userId="S::ziyuguo@uc.cl::5d0ee9bc-099e-4375-8de4-b9df224602ff" providerId="AD" clId="Web-{E6AAC3B6-5F6D-B49D-6948-99BE39457040}" dt="2025-08-19T19:10:29.658" v="26" actId="20577"/>
          <ac:spMkLst>
            <pc:docMk/>
            <pc:sldMk cId="31952459" sldId="259"/>
            <ac:spMk id="2" creationId="{FDD976F6-7720-F36F-1115-93C0178C9C0D}"/>
          </ac:spMkLst>
        </pc:spChg>
      </pc:sldChg>
      <pc:sldChg chg="modSp">
        <pc:chgData name="Ziyu Guo ." userId="S::ziyuguo@uc.cl::5d0ee9bc-099e-4375-8de4-b9df224602ff" providerId="AD" clId="Web-{E6AAC3B6-5F6D-B49D-6948-99BE39457040}" dt="2025-08-19T19:37:24.950" v="198" actId="20577"/>
        <pc:sldMkLst>
          <pc:docMk/>
          <pc:sldMk cId="2369501297" sldId="261"/>
        </pc:sldMkLst>
        <pc:spChg chg="mod">
          <ac:chgData name="Ziyu Guo ." userId="S::ziyuguo@uc.cl::5d0ee9bc-099e-4375-8de4-b9df224602ff" providerId="AD" clId="Web-{E6AAC3B6-5F6D-B49D-6948-99BE39457040}" dt="2025-08-19T19:37:24.950" v="198" actId="20577"/>
          <ac:spMkLst>
            <pc:docMk/>
            <pc:sldMk cId="2369501297" sldId="261"/>
            <ac:spMk id="2" creationId="{7C11D7E3-3C97-01B2-347F-27FC38D0C419}"/>
          </ac:spMkLst>
        </pc:spChg>
      </pc:sldChg>
      <pc:sldChg chg="modSp ord">
        <pc:chgData name="Ziyu Guo ." userId="S::ziyuguo@uc.cl::5d0ee9bc-099e-4375-8de4-b9df224602ff" providerId="AD" clId="Web-{E6AAC3B6-5F6D-B49D-6948-99BE39457040}" dt="2025-08-19T19:39:14.377" v="236" actId="20577"/>
        <pc:sldMkLst>
          <pc:docMk/>
          <pc:sldMk cId="1863653565" sldId="262"/>
        </pc:sldMkLst>
      </pc:sldChg>
      <pc:sldChg chg="modSp new">
        <pc:chgData name="Ziyu Guo ." userId="S::ziyuguo@uc.cl::5d0ee9bc-099e-4375-8de4-b9df224602ff" providerId="AD" clId="Web-{E6AAC3B6-5F6D-B49D-6948-99BE39457040}" dt="2025-08-19T19:39:52.348" v="237" actId="20577"/>
        <pc:sldMkLst>
          <pc:docMk/>
          <pc:sldMk cId="1790758424" sldId="265"/>
        </pc:sldMkLst>
      </pc:sldChg>
      <pc:sldChg chg="modSp new del">
        <pc:chgData name="Ziyu Guo ." userId="S::ziyuguo@uc.cl::5d0ee9bc-099e-4375-8de4-b9df224602ff" providerId="AD" clId="Web-{E6AAC3B6-5F6D-B49D-6948-99BE39457040}" dt="2025-08-19T19:12:11.960" v="30"/>
        <pc:sldMkLst>
          <pc:docMk/>
          <pc:sldMk cId="1799219539" sldId="265"/>
        </pc:sldMkLst>
      </pc:sldChg>
      <pc:sldChg chg="new del">
        <pc:chgData name="Ziyu Guo ." userId="S::ziyuguo@uc.cl::5d0ee9bc-099e-4375-8de4-b9df224602ff" providerId="AD" clId="Web-{E6AAC3B6-5F6D-B49D-6948-99BE39457040}" dt="2025-08-19T19:37:32.060" v="199"/>
        <pc:sldMkLst>
          <pc:docMk/>
          <pc:sldMk cId="168868107" sldId="266"/>
        </pc:sldMkLst>
      </pc:sldChg>
    </pc:docChg>
  </pc:docChgLst>
  <pc:docChgLst>
    <pc:chgData name="Vicente Alfredo Garay Robertson" userId="S::vicente.garay@uc.cl::78783c43-e97e-49e6-a0de-64154ae66e65" providerId="AD" clId="Web-{69D6AFF3-C766-5B8F-A7D5-40E9E38B46AB}"/>
    <pc:docChg chg="modSld">
      <pc:chgData name="Vicente Alfredo Garay Robertson" userId="S::vicente.garay@uc.cl::78783c43-e97e-49e6-a0de-64154ae66e65" providerId="AD" clId="Web-{69D6AFF3-C766-5B8F-A7D5-40E9E38B46AB}" dt="2025-08-19T19:59:21.178" v="8" actId="20577"/>
      <pc:docMkLst>
        <pc:docMk/>
      </pc:docMkLst>
      <pc:sldChg chg="modSp">
        <pc:chgData name="Vicente Alfredo Garay Robertson" userId="S::vicente.garay@uc.cl::78783c43-e97e-49e6-a0de-64154ae66e65" providerId="AD" clId="Web-{69D6AFF3-C766-5B8F-A7D5-40E9E38B46AB}" dt="2025-08-19T19:59:21.178" v="8" actId="20577"/>
        <pc:sldMkLst>
          <pc:docMk/>
          <pc:sldMk cId="31952459" sldId="259"/>
        </pc:sldMkLst>
      </pc:sldChg>
    </pc:docChg>
  </pc:docChgLst>
  <pc:docChgLst>
    <pc:chgData name="Franco Andrés Chiappe Donoso" userId="S::fchiappe@uc.cl::952ef6fb-7da9-433b-9cb5-ab1c1c91cce3" providerId="AD" clId="Web-{B1E32448-6218-1D0A-7EE2-ECE068433B66}"/>
    <pc:docChg chg="modSld">
      <pc:chgData name="Franco Andrés Chiappe Donoso" userId="S::fchiappe@uc.cl::952ef6fb-7da9-433b-9cb5-ab1c1c91cce3" providerId="AD" clId="Web-{B1E32448-6218-1D0A-7EE2-ECE068433B66}" dt="2025-08-20T02:04:37.492" v="13"/>
      <pc:docMkLst>
        <pc:docMk/>
      </pc:docMkLst>
      <pc:sldChg chg="addSp delSp modSp">
        <pc:chgData name="Franco Andrés Chiappe Donoso" userId="S::fchiappe@uc.cl::952ef6fb-7da9-433b-9cb5-ab1c1c91cce3" providerId="AD" clId="Web-{B1E32448-6218-1D0A-7EE2-ECE068433B66}" dt="2025-08-20T02:04:37.492" v="13"/>
        <pc:sldMkLst>
          <pc:docMk/>
          <pc:sldMk cId="31952459" sldId="259"/>
        </pc:sldMkLst>
        <pc:spChg chg="mod">
          <ac:chgData name="Franco Andrés Chiappe Donoso" userId="S::fchiappe@uc.cl::952ef6fb-7da9-433b-9cb5-ab1c1c91cce3" providerId="AD" clId="Web-{B1E32448-6218-1D0A-7EE2-ECE068433B66}" dt="2025-08-20T02:04:20.272" v="9" actId="14100"/>
          <ac:spMkLst>
            <pc:docMk/>
            <pc:sldMk cId="31952459" sldId="259"/>
            <ac:spMk id="2" creationId="{FDD976F6-7720-F36F-1115-93C0178C9C0D}"/>
          </ac:spMkLst>
        </pc:spChg>
        <pc:graphicFrameChg chg="add del mod modGraphic">
          <ac:chgData name="Franco Andrés Chiappe Donoso" userId="S::fchiappe@uc.cl::952ef6fb-7da9-433b-9cb5-ab1c1c91cce3" providerId="AD" clId="Web-{B1E32448-6218-1D0A-7EE2-ECE068433B66}" dt="2025-08-20T02:04:37.492" v="13"/>
          <ac:graphicFrameMkLst>
            <pc:docMk/>
            <pc:sldMk cId="31952459" sldId="259"/>
            <ac:graphicFrameMk id="26" creationId="{B8C8851F-2F1E-41B4-E36C-72812B15D8DE}"/>
          </ac:graphicFrameMkLst>
        </pc:graphicFrameChg>
      </pc:sldChg>
    </pc:docChg>
  </pc:docChgLst>
  <pc:docChgLst>
    <pc:chgData name="Ziyu Guo ." userId="S::ziyuguo@uc.cl::5d0ee9bc-099e-4375-8de4-b9df224602ff" providerId="AD" clId="Web-{E9EF86AB-892E-91F7-9C47-86F5833414F6}"/>
    <pc:docChg chg="addSld modSld">
      <pc:chgData name="Ziyu Guo ." userId="S::ziyuguo@uc.cl::5d0ee9bc-099e-4375-8de4-b9df224602ff" providerId="AD" clId="Web-{E9EF86AB-892E-91F7-9C47-86F5833414F6}" dt="2025-08-18T20:19:47.595" v="9" actId="20577"/>
      <pc:docMkLst>
        <pc:docMk/>
      </pc:docMkLst>
      <pc:sldChg chg="modSp">
        <pc:chgData name="Ziyu Guo ." userId="S::ziyuguo@uc.cl::5d0ee9bc-099e-4375-8de4-b9df224602ff" providerId="AD" clId="Web-{E9EF86AB-892E-91F7-9C47-86F5833414F6}" dt="2025-08-18T20:19:47.595" v="9" actId="20577"/>
        <pc:sldMkLst>
          <pc:docMk/>
          <pc:sldMk cId="31952459" sldId="259"/>
        </pc:sldMkLst>
        <pc:spChg chg="mod">
          <ac:chgData name="Ziyu Guo ." userId="S::ziyuguo@uc.cl::5d0ee9bc-099e-4375-8de4-b9df224602ff" providerId="AD" clId="Web-{E9EF86AB-892E-91F7-9C47-86F5833414F6}" dt="2025-08-18T20:19:37.329" v="2" actId="20577"/>
          <ac:spMkLst>
            <pc:docMk/>
            <pc:sldMk cId="31952459" sldId="259"/>
            <ac:spMk id="2" creationId="{FDD976F6-7720-F36F-1115-93C0178C9C0D}"/>
          </ac:spMkLst>
        </pc:spChg>
      </pc:sldChg>
      <pc:sldChg chg="new">
        <pc:chgData name="Ziyu Guo ." userId="S::ziyuguo@uc.cl::5d0ee9bc-099e-4375-8de4-b9df224602ff" providerId="AD" clId="Web-{E9EF86AB-892E-91F7-9C47-86F5833414F6}" dt="2025-08-18T20:13:19.906" v="0"/>
        <pc:sldMkLst>
          <pc:docMk/>
          <pc:sldMk cId="1863653565" sldId="262"/>
        </pc:sldMkLst>
      </pc:sldChg>
    </pc:docChg>
  </pc:docChgLst>
  <pc:docChgLst>
    <pc:chgData name="Franco Andrés Chiappe Donoso" userId="952ef6fb-7da9-433b-9cb5-ab1c1c91cce3" providerId="ADAL" clId="{678C86FB-5134-4F55-8585-26B5B71E59AF}"/>
    <pc:docChg chg="undo redo custSel addSld delSld modSld sldOrd">
      <pc:chgData name="Franco Andrés Chiappe Donoso" userId="952ef6fb-7da9-433b-9cb5-ab1c1c91cce3" providerId="ADAL" clId="{678C86FB-5134-4F55-8585-26B5B71E59AF}" dt="2025-08-23T00:18:14.510" v="1413" actId="1076"/>
      <pc:docMkLst>
        <pc:docMk/>
      </pc:docMkLst>
      <pc:sldChg chg="addSp delSp modSp mod setBg addAnim modAnim delDesignElem">
        <pc:chgData name="Franco Andrés Chiappe Donoso" userId="952ef6fb-7da9-433b-9cb5-ab1c1c91cce3" providerId="ADAL" clId="{678C86FB-5134-4F55-8585-26B5B71E59AF}" dt="2025-08-23T00:14:34.563" v="1344" actId="790"/>
        <pc:sldMkLst>
          <pc:docMk/>
          <pc:sldMk cId="136866810" sldId="256"/>
        </pc:sldMkLst>
        <pc:spChg chg="mod ord">
          <ac:chgData name="Franco Andrés Chiappe Donoso" userId="952ef6fb-7da9-433b-9cb5-ab1c1c91cce3" providerId="ADAL" clId="{678C86FB-5134-4F55-8585-26B5B71E59AF}" dt="2025-08-23T00:14:34.563" v="1344" actId="790"/>
          <ac:spMkLst>
            <pc:docMk/>
            <pc:sldMk cId="136866810" sldId="256"/>
            <ac:spMk id="2" creationId="{129631FA-2665-546A-3842-C1259BB3DCAB}"/>
          </ac:spMkLst>
        </pc:spChg>
        <pc:spChg chg="mod ord">
          <ac:chgData name="Franco Andrés Chiappe Donoso" userId="952ef6fb-7da9-433b-9cb5-ab1c1c91cce3" providerId="ADAL" clId="{678C86FB-5134-4F55-8585-26B5B71E59AF}" dt="2025-08-23T00:14:34.563" v="1344" actId="790"/>
          <ac:spMkLst>
            <pc:docMk/>
            <pc:sldMk cId="136866810" sldId="256"/>
            <ac:spMk id="3" creationId="{ED68DBEB-4CD1-4F24-099A-3D08E620D425}"/>
          </ac:spMkLst>
        </pc:spChg>
        <pc:picChg chg="add mod">
          <ac:chgData name="Franco Andrés Chiappe Donoso" userId="952ef6fb-7da9-433b-9cb5-ab1c1c91cce3" providerId="ADAL" clId="{678C86FB-5134-4F55-8585-26B5B71E59AF}" dt="2025-08-21T01:34:48.995" v="1088" actId="26606"/>
          <ac:picMkLst>
            <pc:docMk/>
            <pc:sldMk cId="136866810" sldId="256"/>
            <ac:picMk id="4" creationId="{277B4CB5-0416-580B-69C6-5B751D347027}"/>
          </ac:picMkLst>
        </pc:picChg>
      </pc:sldChg>
      <pc:sldChg chg="addSp delSp modSp mod setBg delDesignElem">
        <pc:chgData name="Franco Andrés Chiappe Donoso" userId="952ef6fb-7da9-433b-9cb5-ab1c1c91cce3" providerId="ADAL" clId="{678C86FB-5134-4F55-8585-26B5B71E59AF}" dt="2025-08-23T00:14:34.563" v="1344" actId="790"/>
        <pc:sldMkLst>
          <pc:docMk/>
          <pc:sldMk cId="354214033" sldId="257"/>
        </pc:sldMkLst>
        <pc:spChg chg="mod">
          <ac:chgData name="Franco Andrés Chiappe Donoso" userId="952ef6fb-7da9-433b-9cb5-ab1c1c91cce3" providerId="ADAL" clId="{678C86FB-5134-4F55-8585-26B5B71E59AF}" dt="2025-08-23T00:14:34.563" v="1344" actId="790"/>
          <ac:spMkLst>
            <pc:docMk/>
            <pc:sldMk cId="354214033" sldId="257"/>
            <ac:spMk id="2" creationId="{BB3B3847-1F2A-F1BC-69B5-B8E19F572A64}"/>
          </ac:spMkLst>
        </pc:spChg>
        <pc:spChg chg="mod">
          <ac:chgData name="Franco Andrés Chiappe Donoso" userId="952ef6fb-7da9-433b-9cb5-ab1c1c91cce3" providerId="ADAL" clId="{678C86FB-5134-4F55-8585-26B5B71E59AF}" dt="2025-08-23T00:14:34.563" v="1344" actId="790"/>
          <ac:spMkLst>
            <pc:docMk/>
            <pc:sldMk cId="354214033" sldId="257"/>
            <ac:spMk id="3" creationId="{4941E273-4590-A512-609F-261A41281E59}"/>
          </ac:spMkLst>
        </pc:spChg>
        <pc:picChg chg="add mod">
          <ac:chgData name="Franco Andrés Chiappe Donoso" userId="952ef6fb-7da9-433b-9cb5-ab1c1c91cce3" providerId="ADAL" clId="{678C86FB-5134-4F55-8585-26B5B71E59AF}" dt="2025-08-21T01:34:28.273" v="1082" actId="26606"/>
          <ac:picMkLst>
            <pc:docMk/>
            <pc:sldMk cId="354214033" sldId="257"/>
            <ac:picMk id="4" creationId="{277B4CB5-0416-580B-69C6-5B751D347027}"/>
          </ac:picMkLst>
        </pc:picChg>
      </pc:sldChg>
      <pc:sldChg chg="addSp delSp modSp del mod modClrScheme chgLayout">
        <pc:chgData name="Franco Andrés Chiappe Donoso" userId="952ef6fb-7da9-433b-9cb5-ab1c1c91cce3" providerId="ADAL" clId="{678C86FB-5134-4F55-8585-26B5B71E59AF}" dt="2025-08-20T01:45:34.378" v="430" actId="47"/>
        <pc:sldMkLst>
          <pc:docMk/>
          <pc:sldMk cId="1705281298" sldId="258"/>
        </pc:sldMkLst>
      </pc:sldChg>
      <pc:sldChg chg="addSp delSp modSp mod setBg">
        <pc:chgData name="Franco Andrés Chiappe Donoso" userId="952ef6fb-7da9-433b-9cb5-ab1c1c91cce3" providerId="ADAL" clId="{678C86FB-5134-4F55-8585-26B5B71E59AF}" dt="2025-08-23T00:14:34.563" v="1344" actId="790"/>
        <pc:sldMkLst>
          <pc:docMk/>
          <pc:sldMk cId="31952459" sldId="259"/>
        </pc:sldMkLst>
        <pc:spChg chg="mod">
          <ac:chgData name="Franco Andrés Chiappe Donoso" userId="952ef6fb-7da9-433b-9cb5-ab1c1c91cce3" providerId="ADAL" clId="{678C86FB-5134-4F55-8585-26B5B71E59AF}" dt="2025-08-23T00:14:34.563" v="1344" actId="790"/>
          <ac:spMkLst>
            <pc:docMk/>
            <pc:sldMk cId="31952459" sldId="259"/>
            <ac:spMk id="2" creationId="{FDD976F6-7720-F36F-1115-93C0178C9C0D}"/>
          </ac:spMkLst>
        </pc:spChg>
        <pc:graphicFrameChg chg="add mod modGraphic">
          <ac:chgData name="Franco Andrés Chiappe Donoso" userId="952ef6fb-7da9-433b-9cb5-ab1c1c91cce3" providerId="ADAL" clId="{678C86FB-5134-4F55-8585-26B5B71E59AF}" dt="2025-08-23T00:14:34.563" v="1344" actId="790"/>
          <ac:graphicFrameMkLst>
            <pc:docMk/>
            <pc:sldMk cId="31952459" sldId="259"/>
            <ac:graphicFrameMk id="26" creationId="{B8C8851F-2F1E-41B4-E36C-72812B15D8DE}"/>
          </ac:graphicFrameMkLst>
        </pc:graphicFrameChg>
      </pc:sldChg>
      <pc:sldChg chg="addSp delSp modSp new mod setBg delDesignElem">
        <pc:chgData name="Franco Andrés Chiappe Donoso" userId="952ef6fb-7da9-433b-9cb5-ab1c1c91cce3" providerId="ADAL" clId="{678C86FB-5134-4F55-8585-26B5B71E59AF}" dt="2025-08-23T00:14:34.563" v="1344" actId="790"/>
        <pc:sldMkLst>
          <pc:docMk/>
          <pc:sldMk cId="887952031" sldId="260"/>
        </pc:sldMkLst>
        <pc:spChg chg="add mod ord">
          <ac:chgData name="Franco Andrés Chiappe Donoso" userId="952ef6fb-7da9-433b-9cb5-ab1c1c91cce3" providerId="ADAL" clId="{678C86FB-5134-4F55-8585-26B5B71E59AF}" dt="2025-08-23T00:14:34.563" v="1344" actId="790"/>
          <ac:spMkLst>
            <pc:docMk/>
            <pc:sldMk cId="887952031" sldId="260"/>
            <ac:spMk id="17" creationId="{8100EFF4-0BA6-3FEB-DDB1-E5F3B917B82E}"/>
          </ac:spMkLst>
        </pc:spChg>
        <pc:picChg chg="add mod">
          <ac:chgData name="Franco Andrés Chiappe Donoso" userId="952ef6fb-7da9-433b-9cb5-ab1c1c91cce3" providerId="ADAL" clId="{678C86FB-5134-4F55-8585-26B5B71E59AF}" dt="2025-08-21T01:35:02.145" v="1090"/>
          <ac:picMkLst>
            <pc:docMk/>
            <pc:sldMk cId="887952031" sldId="260"/>
            <ac:picMk id="12" creationId="{D57CC5B3-6837-5370-2777-FAE448F61C30}"/>
          </ac:picMkLst>
        </pc:picChg>
      </pc:sldChg>
      <pc:sldChg chg="addSp delSp modSp new mod ord setBg">
        <pc:chgData name="Franco Andrés Chiappe Donoso" userId="952ef6fb-7da9-433b-9cb5-ab1c1c91cce3" providerId="ADAL" clId="{678C86FB-5134-4F55-8585-26B5B71E59AF}" dt="2025-08-23T00:14:34.563" v="1344" actId="790"/>
        <pc:sldMkLst>
          <pc:docMk/>
          <pc:sldMk cId="2369501297" sldId="261"/>
        </pc:sldMkLst>
        <pc:spChg chg="mod">
          <ac:chgData name="Franco Andrés Chiappe Donoso" userId="952ef6fb-7da9-433b-9cb5-ab1c1c91cce3" providerId="ADAL" clId="{678C86FB-5134-4F55-8585-26B5B71E59AF}" dt="2025-08-23T00:14:34.563" v="1344" actId="790"/>
          <ac:spMkLst>
            <pc:docMk/>
            <pc:sldMk cId="2369501297" sldId="261"/>
            <ac:spMk id="2" creationId="{7C11D7E3-3C97-01B2-347F-27FC38D0C419}"/>
          </ac:spMkLst>
        </pc:spChg>
        <pc:graphicFrameChg chg="add mod modGraphic">
          <ac:chgData name="Franco Andrés Chiappe Donoso" userId="952ef6fb-7da9-433b-9cb5-ab1c1c91cce3" providerId="ADAL" clId="{678C86FB-5134-4F55-8585-26B5B71E59AF}" dt="2025-08-23T00:14:34.563" v="1344" actId="790"/>
          <ac:graphicFrameMkLst>
            <pc:docMk/>
            <pc:sldMk cId="2369501297" sldId="261"/>
            <ac:graphicFrameMk id="4" creationId="{B4B4002C-64F7-EB0E-5A24-E3BBA9781DF4}"/>
          </ac:graphicFrameMkLst>
        </pc:graphicFrameChg>
        <pc:picChg chg="add mod">
          <ac:chgData name="Franco Andrés Chiappe Donoso" userId="952ef6fb-7da9-433b-9cb5-ab1c1c91cce3" providerId="ADAL" clId="{678C86FB-5134-4F55-8585-26B5B71E59AF}" dt="2025-08-23T00:08:56.658" v="1185" actId="1076"/>
          <ac:picMkLst>
            <pc:docMk/>
            <pc:sldMk cId="2369501297" sldId="261"/>
            <ac:picMk id="3" creationId="{277B4CB5-0416-580B-69C6-5B751D347027}"/>
          </ac:picMkLst>
        </pc:picChg>
      </pc:sldChg>
      <pc:sldChg chg="modSp del mod">
        <pc:chgData name="Franco Andrés Chiappe Donoso" userId="952ef6fb-7da9-433b-9cb5-ab1c1c91cce3" providerId="ADAL" clId="{678C86FB-5134-4F55-8585-26B5B71E59AF}" dt="2025-08-20T01:56:26.209" v="617" actId="47"/>
        <pc:sldMkLst>
          <pc:docMk/>
          <pc:sldMk cId="1863653565" sldId="262"/>
        </pc:sldMkLst>
      </pc:sldChg>
      <pc:sldChg chg="addSp delSp modSp mod modClrScheme chgLayout">
        <pc:chgData name="Franco Andrés Chiappe Donoso" userId="952ef6fb-7da9-433b-9cb5-ab1c1c91cce3" providerId="ADAL" clId="{678C86FB-5134-4F55-8585-26B5B71E59AF}" dt="2025-08-23T00:14:34.563" v="1344" actId="790"/>
        <pc:sldMkLst>
          <pc:docMk/>
          <pc:sldMk cId="3407133662" sldId="263"/>
        </pc:sldMkLst>
        <pc:spChg chg="mod ord">
          <ac:chgData name="Franco Andrés Chiappe Donoso" userId="952ef6fb-7da9-433b-9cb5-ab1c1c91cce3" providerId="ADAL" clId="{678C86FB-5134-4F55-8585-26B5B71E59AF}" dt="2025-08-23T00:14:34.563" v="1344" actId="790"/>
          <ac:spMkLst>
            <pc:docMk/>
            <pc:sldMk cId="3407133662" sldId="263"/>
            <ac:spMk id="2" creationId="{D422BF7C-3319-31BA-6F0A-7BE12E0A9093}"/>
          </ac:spMkLst>
        </pc:spChg>
        <pc:spChg chg="add mod ord">
          <ac:chgData name="Franco Andrés Chiappe Donoso" userId="952ef6fb-7da9-433b-9cb5-ab1c1c91cce3" providerId="ADAL" clId="{678C86FB-5134-4F55-8585-26B5B71E59AF}" dt="2025-08-23T00:14:34.563" v="1344" actId="790"/>
          <ac:spMkLst>
            <pc:docMk/>
            <pc:sldMk cId="3407133662" sldId="263"/>
            <ac:spMk id="14" creationId="{87E70190-94DF-F9C5-4629-0B072E915843}"/>
          </ac:spMkLst>
        </pc:spChg>
        <pc:spChg chg="add mod ord">
          <ac:chgData name="Franco Andrés Chiappe Donoso" userId="952ef6fb-7da9-433b-9cb5-ab1c1c91cce3" providerId="ADAL" clId="{678C86FB-5134-4F55-8585-26B5B71E59AF}" dt="2025-08-23T00:14:34.563" v="1344" actId="790"/>
          <ac:spMkLst>
            <pc:docMk/>
            <pc:sldMk cId="3407133662" sldId="263"/>
            <ac:spMk id="15" creationId="{5410CF61-A9A7-864D-C279-89508B42217E}"/>
          </ac:spMkLst>
        </pc:spChg>
        <pc:picChg chg="add mod ord">
          <ac:chgData name="Franco Andrés Chiappe Donoso" userId="952ef6fb-7da9-433b-9cb5-ab1c1c91cce3" providerId="ADAL" clId="{678C86FB-5134-4F55-8585-26B5B71E59AF}" dt="2025-08-20T01:51:56.789" v="508" actId="700"/>
          <ac:picMkLst>
            <pc:docMk/>
            <pc:sldMk cId="3407133662" sldId="263"/>
            <ac:picMk id="10" creationId="{D134AAC9-707A-D434-28E8-995D785ED305}"/>
          </ac:picMkLst>
        </pc:picChg>
        <pc:picChg chg="add mod ord">
          <ac:chgData name="Franco Andrés Chiappe Donoso" userId="952ef6fb-7da9-433b-9cb5-ab1c1c91cce3" providerId="ADAL" clId="{678C86FB-5134-4F55-8585-26B5B71E59AF}" dt="2025-08-20T01:51:56.789" v="508" actId="700"/>
          <ac:picMkLst>
            <pc:docMk/>
            <pc:sldMk cId="3407133662" sldId="263"/>
            <ac:picMk id="13" creationId="{FAD616A0-3EBF-AAE1-B5A7-E3D3E36F5A6C}"/>
          </ac:picMkLst>
        </pc:picChg>
      </pc:sldChg>
      <pc:sldChg chg="addSp delSp modSp mod setBg setClrOvrMap delDesignElem">
        <pc:chgData name="Franco Andrés Chiappe Donoso" userId="952ef6fb-7da9-433b-9cb5-ab1c1c91cce3" providerId="ADAL" clId="{678C86FB-5134-4F55-8585-26B5B71E59AF}" dt="2025-08-23T00:14:34.563" v="1344" actId="790"/>
        <pc:sldMkLst>
          <pc:docMk/>
          <pc:sldMk cId="2345145902" sldId="264"/>
        </pc:sldMkLst>
        <pc:spChg chg="mod">
          <ac:chgData name="Franco Andrés Chiappe Donoso" userId="952ef6fb-7da9-433b-9cb5-ab1c1c91cce3" providerId="ADAL" clId="{678C86FB-5134-4F55-8585-26B5B71E59AF}" dt="2025-08-23T00:14:34.563" v="1344" actId="790"/>
          <ac:spMkLst>
            <pc:docMk/>
            <pc:sldMk cId="2345145902" sldId="264"/>
            <ac:spMk id="2" creationId="{82135852-0B37-87D9-DFC4-07DAF517653D}"/>
          </ac:spMkLst>
        </pc:spChg>
        <pc:spChg chg="mod">
          <ac:chgData name="Franco Andrés Chiappe Donoso" userId="952ef6fb-7da9-433b-9cb5-ab1c1c91cce3" providerId="ADAL" clId="{678C86FB-5134-4F55-8585-26B5B71E59AF}" dt="2025-08-23T00:14:34.563" v="1344" actId="790"/>
          <ac:spMkLst>
            <pc:docMk/>
            <pc:sldMk cId="2345145902" sldId="264"/>
            <ac:spMk id="8" creationId="{46024630-C518-E2F2-0B4F-26E3F5C23672}"/>
          </ac:spMkLst>
        </pc:spChg>
        <pc:spChg chg="add mod">
          <ac:chgData name="Franco Andrés Chiappe Donoso" userId="952ef6fb-7da9-433b-9cb5-ab1c1c91cce3" providerId="ADAL" clId="{678C86FB-5134-4F55-8585-26B5B71E59AF}" dt="2025-08-23T00:14:34.563" v="1344" actId="790"/>
          <ac:spMkLst>
            <pc:docMk/>
            <pc:sldMk cId="2345145902" sldId="264"/>
            <ac:spMk id="50" creationId="{95CB840F-8E41-4CA5-B79B-25CC80AD234A}"/>
          </ac:spMkLst>
        </pc:spChg>
        <pc:picChg chg="mod ord">
          <ac:chgData name="Franco Andrés Chiappe Donoso" userId="952ef6fb-7da9-433b-9cb5-ab1c1c91cce3" providerId="ADAL" clId="{678C86FB-5134-4F55-8585-26B5B71E59AF}" dt="2025-08-21T01:17:50.686" v="776" actId="26606"/>
          <ac:picMkLst>
            <pc:docMk/>
            <pc:sldMk cId="2345145902" sldId="264"/>
            <ac:picMk id="3" creationId="{3EA7E930-8E35-E6CE-418C-2D7670DC06A0}"/>
          </ac:picMkLst>
        </pc:picChg>
        <pc:picChg chg="add mod">
          <ac:chgData name="Franco Andrés Chiappe Donoso" userId="952ef6fb-7da9-433b-9cb5-ab1c1c91cce3" providerId="ADAL" clId="{678C86FB-5134-4F55-8585-26B5B71E59AF}" dt="2025-08-21T01:35:46.906" v="1101" actId="1076"/>
          <ac:picMkLst>
            <pc:docMk/>
            <pc:sldMk cId="2345145902" sldId="264"/>
            <ac:picMk id="4" creationId="{D6A36C15-65CA-BDC3-8A61-A9D07D2B50AD}"/>
          </ac:picMkLst>
        </pc:picChg>
      </pc:sldChg>
      <pc:sldChg chg="new del">
        <pc:chgData name="Franco Andrés Chiappe Donoso" userId="952ef6fb-7da9-433b-9cb5-ab1c1c91cce3" providerId="ADAL" clId="{678C86FB-5134-4F55-8585-26B5B71E59AF}" dt="2025-08-20T01:38:43.501" v="328" actId="47"/>
        <pc:sldMkLst>
          <pc:docMk/>
          <pc:sldMk cId="403405776" sldId="265"/>
        </pc:sldMkLst>
      </pc:sldChg>
      <pc:sldChg chg="addSp delSp modSp new mod modClrScheme chgLayout">
        <pc:chgData name="Franco Andrés Chiappe Donoso" userId="952ef6fb-7da9-433b-9cb5-ab1c1c91cce3" providerId="ADAL" clId="{678C86FB-5134-4F55-8585-26B5B71E59AF}" dt="2025-08-23T00:14:34.563" v="1344" actId="790"/>
        <pc:sldMkLst>
          <pc:docMk/>
          <pc:sldMk cId="600147956" sldId="265"/>
        </pc:sldMkLst>
        <pc:spChg chg="add del mod ord">
          <ac:chgData name="Franco Andrés Chiappe Donoso" userId="952ef6fb-7da9-433b-9cb5-ab1c1c91cce3" providerId="ADAL" clId="{678C86FB-5134-4F55-8585-26B5B71E59AF}" dt="2025-08-23T00:14:34.563" v="1344" actId="790"/>
          <ac:spMkLst>
            <pc:docMk/>
            <pc:sldMk cId="600147956" sldId="265"/>
            <ac:spMk id="2" creationId="{916E81B6-B0D8-1BFA-409A-98FFA56C1E28}"/>
          </ac:spMkLst>
        </pc:spChg>
        <pc:spChg chg="mod ord">
          <ac:chgData name="Franco Andrés Chiappe Donoso" userId="952ef6fb-7da9-433b-9cb5-ab1c1c91cce3" providerId="ADAL" clId="{678C86FB-5134-4F55-8585-26B5B71E59AF}" dt="2025-08-23T00:14:34.563" v="1344" actId="790"/>
          <ac:spMkLst>
            <pc:docMk/>
            <pc:sldMk cId="600147956" sldId="265"/>
            <ac:spMk id="3" creationId="{883E7D5B-7C05-34A9-9455-47B3D18E5743}"/>
          </ac:spMkLst>
        </pc:spChg>
        <pc:spChg chg="add mod ord">
          <ac:chgData name="Franco Andrés Chiappe Donoso" userId="952ef6fb-7da9-433b-9cb5-ab1c1c91cce3" providerId="ADAL" clId="{678C86FB-5134-4F55-8585-26B5B71E59AF}" dt="2025-08-23T00:14:34.563" v="1344" actId="790"/>
          <ac:spMkLst>
            <pc:docMk/>
            <pc:sldMk cId="600147956" sldId="265"/>
            <ac:spMk id="4" creationId="{1A05DF0C-AB2B-16B3-E6E0-137BC3BE3F3D}"/>
          </ac:spMkLst>
        </pc:spChg>
        <pc:spChg chg="add mod ord">
          <ac:chgData name="Franco Andrés Chiappe Donoso" userId="952ef6fb-7da9-433b-9cb5-ab1c1c91cce3" providerId="ADAL" clId="{678C86FB-5134-4F55-8585-26B5B71E59AF}" dt="2025-08-23T00:14:34.563" v="1344" actId="790"/>
          <ac:spMkLst>
            <pc:docMk/>
            <pc:sldMk cId="600147956" sldId="265"/>
            <ac:spMk id="5" creationId="{DC1D03D3-C279-5796-1044-4CA89E902F93}"/>
          </ac:spMkLst>
        </pc:spChg>
        <pc:graphicFrameChg chg="add mod ord modGraphic">
          <ac:chgData name="Franco Andrés Chiappe Donoso" userId="952ef6fb-7da9-433b-9cb5-ab1c1c91cce3" providerId="ADAL" clId="{678C86FB-5134-4F55-8585-26B5B71E59AF}" dt="2025-08-23T00:14:34.563" v="1344" actId="790"/>
          <ac:graphicFrameMkLst>
            <pc:docMk/>
            <pc:sldMk cId="600147956" sldId="265"/>
            <ac:graphicFrameMk id="8" creationId="{F8C950AD-9565-FC40-15D9-507B7ECADF84}"/>
          </ac:graphicFrameMkLst>
        </pc:graphicFrameChg>
      </pc:sldChg>
      <pc:sldChg chg="del">
        <pc:chgData name="Franco Andrés Chiappe Donoso" userId="952ef6fb-7da9-433b-9cb5-ab1c1c91cce3" providerId="ADAL" clId="{678C86FB-5134-4F55-8585-26B5B71E59AF}" dt="2025-08-20T01:36:57.827" v="318" actId="47"/>
        <pc:sldMkLst>
          <pc:docMk/>
          <pc:sldMk cId="1790758424" sldId="265"/>
        </pc:sldMkLst>
      </pc:sldChg>
      <pc:sldChg chg="addSp delSp modSp add mod setBg">
        <pc:chgData name="Franco Andrés Chiappe Donoso" userId="952ef6fb-7da9-433b-9cb5-ab1c1c91cce3" providerId="ADAL" clId="{678C86FB-5134-4F55-8585-26B5B71E59AF}" dt="2025-08-23T00:14:34.563" v="1344" actId="790"/>
        <pc:sldMkLst>
          <pc:docMk/>
          <pc:sldMk cId="2111103561" sldId="266"/>
        </pc:sldMkLst>
        <pc:spChg chg="mod">
          <ac:chgData name="Franco Andrés Chiappe Donoso" userId="952ef6fb-7da9-433b-9cb5-ab1c1c91cce3" providerId="ADAL" clId="{678C86FB-5134-4F55-8585-26B5B71E59AF}" dt="2025-08-23T00:14:34.563" v="1344" actId="790"/>
          <ac:spMkLst>
            <pc:docMk/>
            <pc:sldMk cId="2111103561" sldId="266"/>
            <ac:spMk id="2" creationId="{D4C9E6B5-5ADF-EC44-9F69-3DC56A33D9B9}"/>
          </ac:spMkLst>
        </pc:spChg>
        <pc:spChg chg="mod">
          <ac:chgData name="Franco Andrés Chiappe Donoso" userId="952ef6fb-7da9-433b-9cb5-ab1c1c91cce3" providerId="ADAL" clId="{678C86FB-5134-4F55-8585-26B5B71E59AF}" dt="2025-08-23T00:14:34.563" v="1344" actId="790"/>
          <ac:spMkLst>
            <pc:docMk/>
            <pc:sldMk cId="2111103561" sldId="266"/>
            <ac:spMk id="14" creationId="{4B5CE57E-B986-15C8-34AA-96CF1C935DF5}"/>
          </ac:spMkLst>
        </pc:spChg>
        <pc:spChg chg="mod">
          <ac:chgData name="Franco Andrés Chiappe Donoso" userId="952ef6fb-7da9-433b-9cb5-ab1c1c91cce3" providerId="ADAL" clId="{678C86FB-5134-4F55-8585-26B5B71E59AF}" dt="2025-08-23T00:14:34.563" v="1344" actId="790"/>
          <ac:spMkLst>
            <pc:docMk/>
            <pc:sldMk cId="2111103561" sldId="266"/>
            <ac:spMk id="15" creationId="{92BCC6EA-201A-F64C-D25A-F9028D112244}"/>
          </ac:spMkLst>
        </pc:spChg>
        <pc:picChg chg="add mod">
          <ac:chgData name="Franco Andrés Chiappe Donoso" userId="952ef6fb-7da9-433b-9cb5-ab1c1c91cce3" providerId="ADAL" clId="{678C86FB-5134-4F55-8585-26B5B71E59AF}" dt="2025-08-20T01:56:01.185" v="577"/>
          <ac:picMkLst>
            <pc:docMk/>
            <pc:sldMk cId="2111103561" sldId="266"/>
            <ac:picMk id="7" creationId="{EC5C07AD-8C6C-FD45-84B1-1134968F115F}"/>
          </ac:picMkLst>
        </pc:picChg>
        <pc:picChg chg="add mod">
          <ac:chgData name="Franco Andrés Chiappe Donoso" userId="952ef6fb-7da9-433b-9cb5-ab1c1c91cce3" providerId="ADAL" clId="{678C86FB-5134-4F55-8585-26B5B71E59AF}" dt="2025-08-20T01:56:04.926" v="578"/>
          <ac:picMkLst>
            <pc:docMk/>
            <pc:sldMk cId="2111103561" sldId="266"/>
            <ac:picMk id="8" creationId="{23FEA4B2-8EF8-BB3A-FE4A-348239F64027}"/>
          </ac:picMkLst>
        </pc:picChg>
      </pc:sldChg>
      <pc:sldChg chg="add del setBg">
        <pc:chgData name="Franco Andrés Chiappe Donoso" userId="952ef6fb-7da9-433b-9cb5-ab1c1c91cce3" providerId="ADAL" clId="{678C86FB-5134-4F55-8585-26B5B71E59AF}" dt="2025-08-21T01:25:24.240" v="869" actId="47"/>
        <pc:sldMkLst>
          <pc:docMk/>
          <pc:sldMk cId="1822150823" sldId="267"/>
        </pc:sldMkLst>
      </pc:sldChg>
      <pc:sldChg chg="add del setBg">
        <pc:chgData name="Franco Andrés Chiappe Donoso" userId="952ef6fb-7da9-433b-9cb5-ab1c1c91cce3" providerId="ADAL" clId="{678C86FB-5134-4F55-8585-26B5B71E59AF}" dt="2025-08-21T01:32:37.805" v="1050" actId="47"/>
        <pc:sldMkLst>
          <pc:docMk/>
          <pc:sldMk cId="2926648547" sldId="267"/>
        </pc:sldMkLst>
      </pc:sldChg>
      <pc:sldChg chg="add del setBg">
        <pc:chgData name="Franco Andrés Chiappe Donoso" userId="952ef6fb-7da9-433b-9cb5-ab1c1c91cce3" providerId="ADAL" clId="{678C86FB-5134-4F55-8585-26B5B71E59AF}" dt="2025-08-21T01:25:10.517" v="863"/>
        <pc:sldMkLst>
          <pc:docMk/>
          <pc:sldMk cId="3922045452" sldId="267"/>
        </pc:sldMkLst>
      </pc:sldChg>
      <pc:sldChg chg="add del setBg">
        <pc:chgData name="Franco Andrés Chiappe Donoso" userId="952ef6fb-7da9-433b-9cb5-ab1c1c91cce3" providerId="ADAL" clId="{678C86FB-5134-4F55-8585-26B5B71E59AF}" dt="2025-08-21T01:25:10.311" v="862"/>
        <pc:sldMkLst>
          <pc:docMk/>
          <pc:sldMk cId="738396026" sldId="268"/>
        </pc:sldMkLst>
      </pc:sldChg>
      <pc:sldChg chg="addSp delSp modSp add mod setBg">
        <pc:chgData name="Franco Andrés Chiappe Donoso" userId="952ef6fb-7da9-433b-9cb5-ab1c1c91cce3" providerId="ADAL" clId="{678C86FB-5134-4F55-8585-26B5B71E59AF}" dt="2025-08-23T00:14:34.563" v="1344" actId="790"/>
        <pc:sldMkLst>
          <pc:docMk/>
          <pc:sldMk cId="775747422" sldId="268"/>
        </pc:sldMkLst>
        <pc:spChg chg="add mod">
          <ac:chgData name="Franco Andrés Chiappe Donoso" userId="952ef6fb-7da9-433b-9cb5-ab1c1c91cce3" providerId="ADAL" clId="{678C86FB-5134-4F55-8585-26B5B71E59AF}" dt="2025-08-23T00:14:34.563" v="1344" actId="790"/>
          <ac:spMkLst>
            <pc:docMk/>
            <pc:sldMk cId="775747422" sldId="268"/>
            <ac:spMk id="4" creationId="{3F94DE16-4D4E-EF57-18C2-E0BA0CA2F808}"/>
          </ac:spMkLst>
        </pc:spChg>
        <pc:spChg chg="mod">
          <ac:chgData name="Franco Andrés Chiappe Donoso" userId="952ef6fb-7da9-433b-9cb5-ab1c1c91cce3" providerId="ADAL" clId="{678C86FB-5134-4F55-8585-26B5B71E59AF}" dt="2025-08-23T00:14:34.563" v="1344" actId="790"/>
          <ac:spMkLst>
            <pc:docMk/>
            <pc:sldMk cId="775747422" sldId="268"/>
            <ac:spMk id="17" creationId="{BCB92CD2-BF3B-2805-F281-999BD9B9B0AD}"/>
          </ac:spMkLst>
        </pc:spChg>
        <pc:picChg chg="add mod">
          <ac:chgData name="Franco Andrés Chiappe Donoso" userId="952ef6fb-7da9-433b-9cb5-ab1c1c91cce3" providerId="ADAL" clId="{678C86FB-5134-4F55-8585-26B5B71E59AF}" dt="2025-08-21T01:35:05.352" v="1092"/>
          <ac:picMkLst>
            <pc:docMk/>
            <pc:sldMk cId="775747422" sldId="268"/>
            <ac:picMk id="5" creationId="{419F99F9-4B83-E610-4214-B395FA105988}"/>
          </ac:picMkLst>
        </pc:picChg>
      </pc:sldChg>
      <pc:sldChg chg="add del setBg">
        <pc:chgData name="Franco Andrés Chiappe Donoso" userId="952ef6fb-7da9-433b-9cb5-ab1c1c91cce3" providerId="ADAL" clId="{678C86FB-5134-4F55-8585-26B5B71E59AF}" dt="2025-08-21T01:25:25.304" v="870" actId="47"/>
        <pc:sldMkLst>
          <pc:docMk/>
          <pc:sldMk cId="3621264586" sldId="268"/>
        </pc:sldMkLst>
      </pc:sldChg>
      <pc:sldChg chg="addSp delSp modSp add mod ord setBg">
        <pc:chgData name="Franco Andrés Chiappe Donoso" userId="952ef6fb-7da9-433b-9cb5-ab1c1c91cce3" providerId="ADAL" clId="{678C86FB-5134-4F55-8585-26B5B71E59AF}" dt="2025-08-23T00:14:34.563" v="1344" actId="790"/>
        <pc:sldMkLst>
          <pc:docMk/>
          <pc:sldMk cId="359522402" sldId="269"/>
        </pc:sldMkLst>
        <pc:spChg chg="add mod">
          <ac:chgData name="Franco Andrés Chiappe Donoso" userId="952ef6fb-7da9-433b-9cb5-ab1c1c91cce3" providerId="ADAL" clId="{678C86FB-5134-4F55-8585-26B5B71E59AF}" dt="2025-08-23T00:14:34.563" v="1344" actId="790"/>
          <ac:spMkLst>
            <pc:docMk/>
            <pc:sldMk cId="359522402" sldId="269"/>
            <ac:spMk id="4" creationId="{E0CA7F58-4518-8D8B-0211-CDE01918B962}"/>
          </ac:spMkLst>
        </pc:spChg>
        <pc:spChg chg="mod">
          <ac:chgData name="Franco Andrés Chiappe Donoso" userId="952ef6fb-7da9-433b-9cb5-ab1c1c91cce3" providerId="ADAL" clId="{678C86FB-5134-4F55-8585-26B5B71E59AF}" dt="2025-08-23T00:14:34.563" v="1344" actId="790"/>
          <ac:spMkLst>
            <pc:docMk/>
            <pc:sldMk cId="359522402" sldId="269"/>
            <ac:spMk id="17" creationId="{1271FCB2-802F-F6B4-70C2-6B232D358F6A}"/>
          </ac:spMkLst>
        </pc:spChg>
        <pc:picChg chg="add mod">
          <ac:chgData name="Franco Andrés Chiappe Donoso" userId="952ef6fb-7da9-433b-9cb5-ab1c1c91cce3" providerId="ADAL" clId="{678C86FB-5134-4F55-8585-26B5B71E59AF}" dt="2025-08-21T01:35:10.631" v="1096"/>
          <ac:picMkLst>
            <pc:docMk/>
            <pc:sldMk cId="359522402" sldId="269"/>
            <ac:picMk id="5" creationId="{52CCFCD3-BD79-A1A5-FA67-972769A83364}"/>
          </ac:picMkLst>
        </pc:picChg>
      </pc:sldChg>
      <pc:sldChg chg="add del setBg">
        <pc:chgData name="Franco Andrés Chiappe Donoso" userId="952ef6fb-7da9-433b-9cb5-ab1c1c91cce3" providerId="ADAL" clId="{678C86FB-5134-4F55-8585-26B5B71E59AF}" dt="2025-08-21T01:25:10.103" v="861"/>
        <pc:sldMkLst>
          <pc:docMk/>
          <pc:sldMk cId="1450755173" sldId="269"/>
        </pc:sldMkLst>
      </pc:sldChg>
      <pc:sldChg chg="add del setBg">
        <pc:chgData name="Franco Andrés Chiappe Donoso" userId="952ef6fb-7da9-433b-9cb5-ab1c1c91cce3" providerId="ADAL" clId="{678C86FB-5134-4F55-8585-26B5B71E59AF}" dt="2025-08-21T01:25:26.072" v="871" actId="47"/>
        <pc:sldMkLst>
          <pc:docMk/>
          <pc:sldMk cId="3116583817" sldId="269"/>
        </pc:sldMkLst>
      </pc:sldChg>
      <pc:sldChg chg="addSp delSp modSp add del mod setBg">
        <pc:chgData name="Franco Andrés Chiappe Donoso" userId="952ef6fb-7da9-433b-9cb5-ab1c1c91cce3" providerId="ADAL" clId="{678C86FB-5134-4F55-8585-26B5B71E59AF}" dt="2025-08-21T01:32:34.657" v="1049" actId="47"/>
        <pc:sldMkLst>
          <pc:docMk/>
          <pc:sldMk cId="195281879" sldId="270"/>
        </pc:sldMkLst>
      </pc:sldChg>
      <pc:sldChg chg="addSp delSp modSp add mod">
        <pc:chgData name="Franco Andrés Chiappe Donoso" userId="952ef6fb-7da9-433b-9cb5-ab1c1c91cce3" providerId="ADAL" clId="{678C86FB-5134-4F55-8585-26B5B71E59AF}" dt="2025-08-23T00:14:34.563" v="1344" actId="790"/>
        <pc:sldMkLst>
          <pc:docMk/>
          <pc:sldMk cId="3001409633" sldId="271"/>
        </pc:sldMkLst>
        <pc:spChg chg="add mod">
          <ac:chgData name="Franco Andrés Chiappe Donoso" userId="952ef6fb-7da9-433b-9cb5-ab1c1c91cce3" providerId="ADAL" clId="{678C86FB-5134-4F55-8585-26B5B71E59AF}" dt="2025-08-23T00:14:34.563" v="1344" actId="790"/>
          <ac:spMkLst>
            <pc:docMk/>
            <pc:sldMk cId="3001409633" sldId="271"/>
            <ac:spMk id="4" creationId="{917735FF-36B2-7F9B-69BA-5C8BB7F78885}"/>
          </ac:spMkLst>
        </pc:spChg>
        <pc:spChg chg="mod">
          <ac:chgData name="Franco Andrés Chiappe Donoso" userId="952ef6fb-7da9-433b-9cb5-ab1c1c91cce3" providerId="ADAL" clId="{678C86FB-5134-4F55-8585-26B5B71E59AF}" dt="2025-08-23T00:14:34.563" v="1344" actId="790"/>
          <ac:spMkLst>
            <pc:docMk/>
            <pc:sldMk cId="3001409633" sldId="271"/>
            <ac:spMk id="17" creationId="{5F18C345-D6D4-1303-3333-5FE48092F71C}"/>
          </ac:spMkLst>
        </pc:spChg>
        <pc:picChg chg="add mod">
          <ac:chgData name="Franco Andrés Chiappe Donoso" userId="952ef6fb-7da9-433b-9cb5-ab1c1c91cce3" providerId="ADAL" clId="{678C86FB-5134-4F55-8585-26B5B71E59AF}" dt="2025-08-21T01:35:07.801" v="1094"/>
          <ac:picMkLst>
            <pc:docMk/>
            <pc:sldMk cId="3001409633" sldId="271"/>
            <ac:picMk id="5" creationId="{B589E1B5-03E3-3AD5-D075-7A8DCB20F9C6}"/>
          </ac:picMkLst>
        </pc:picChg>
      </pc:sldChg>
      <pc:sldChg chg="del">
        <pc:chgData name="Franco Andrés Chiappe Donoso" userId="952ef6fb-7da9-433b-9cb5-ab1c1c91cce3" providerId="ADAL" clId="{678C86FB-5134-4F55-8585-26B5B71E59AF}" dt="2025-08-22T02:14:06.949" v="1161" actId="47"/>
        <pc:sldMkLst>
          <pc:docMk/>
          <pc:sldMk cId="697532107" sldId="272"/>
        </pc:sldMkLst>
      </pc:sldChg>
      <pc:sldChg chg="add del">
        <pc:chgData name="Franco Andrés Chiappe Donoso" userId="952ef6fb-7da9-433b-9cb5-ab1c1c91cce3" providerId="ADAL" clId="{678C86FB-5134-4F55-8585-26B5B71E59AF}" dt="2025-08-21T01:41:13.831" v="1149"/>
        <pc:sldMkLst>
          <pc:docMk/>
          <pc:sldMk cId="1506400216" sldId="272"/>
        </pc:sldMkLst>
      </pc:sldChg>
      <pc:sldChg chg="add del">
        <pc:chgData name="Franco Andrés Chiappe Donoso" userId="952ef6fb-7da9-433b-9cb5-ab1c1c91cce3" providerId="ADAL" clId="{678C86FB-5134-4F55-8585-26B5B71E59AF}" dt="2025-08-21T01:27:29.482" v="897"/>
        <pc:sldMkLst>
          <pc:docMk/>
          <pc:sldMk cId="3126920678" sldId="272"/>
        </pc:sldMkLst>
      </pc:sldChg>
      <pc:sldChg chg="addSp delSp modSp mod setBg modClrScheme addAnim delAnim delDesignElem chgLayout">
        <pc:chgData name="Franco Andrés Chiappe Donoso" userId="952ef6fb-7da9-433b-9cb5-ab1c1c91cce3" providerId="ADAL" clId="{678C86FB-5134-4F55-8585-26B5B71E59AF}" dt="2025-08-23T00:18:14.510" v="1413" actId="1076"/>
        <pc:sldMkLst>
          <pc:docMk/>
          <pc:sldMk cId="1268630776" sldId="273"/>
        </pc:sldMkLst>
        <pc:spChg chg="del mod ord">
          <ac:chgData name="Franco Andrés Chiappe Donoso" userId="952ef6fb-7da9-433b-9cb5-ab1c1c91cce3" providerId="ADAL" clId="{678C86FB-5134-4F55-8585-26B5B71E59AF}" dt="2025-08-23T00:16:02.243" v="1360" actId="478"/>
          <ac:spMkLst>
            <pc:docMk/>
            <pc:sldMk cId="1268630776" sldId="273"/>
            <ac:spMk id="2" creationId="{EBE1CC56-28A9-CCC3-6DD8-2B0ED595E0E0}"/>
          </ac:spMkLst>
        </pc:spChg>
        <pc:spChg chg="add del mod ord">
          <ac:chgData name="Franco Andrés Chiappe Donoso" userId="952ef6fb-7da9-433b-9cb5-ab1c1c91cce3" providerId="ADAL" clId="{678C86FB-5134-4F55-8585-26B5B71E59AF}" dt="2025-08-23T00:11:06.667" v="1203" actId="700"/>
          <ac:spMkLst>
            <pc:docMk/>
            <pc:sldMk cId="1268630776" sldId="273"/>
            <ac:spMk id="3" creationId="{C40A6670-BC39-F0E9-5259-DE6DD276D754}"/>
          </ac:spMkLst>
        </pc:spChg>
        <pc:spChg chg="add del mod ord">
          <ac:chgData name="Franco Andrés Chiappe Donoso" userId="952ef6fb-7da9-433b-9cb5-ab1c1c91cce3" providerId="ADAL" clId="{678C86FB-5134-4F55-8585-26B5B71E59AF}" dt="2025-08-23T00:12:13.352" v="1298" actId="478"/>
          <ac:spMkLst>
            <pc:docMk/>
            <pc:sldMk cId="1268630776" sldId="273"/>
            <ac:spMk id="5" creationId="{6AE04D3A-6805-7DC6-C6D4-E4773B1C2F30}"/>
          </ac:spMkLst>
        </pc:spChg>
        <pc:spChg chg="add del">
          <ac:chgData name="Franco Andrés Chiappe Donoso" userId="952ef6fb-7da9-433b-9cb5-ab1c1c91cce3" providerId="ADAL" clId="{678C86FB-5134-4F55-8585-26B5B71E59AF}" dt="2025-08-23T00:15:17.380" v="1352" actId="26606"/>
          <ac:spMkLst>
            <pc:docMk/>
            <pc:sldMk cId="1268630776" sldId="273"/>
            <ac:spMk id="13" creationId="{4B652971-064F-4B32-A213-B326E652EBFA}"/>
          </ac:spMkLst>
        </pc:spChg>
        <pc:spChg chg="add del">
          <ac:chgData name="Franco Andrés Chiappe Donoso" userId="952ef6fb-7da9-433b-9cb5-ab1c1c91cce3" providerId="ADAL" clId="{678C86FB-5134-4F55-8585-26B5B71E59AF}" dt="2025-08-23T00:15:17.380" v="1352" actId="26606"/>
          <ac:spMkLst>
            <pc:docMk/>
            <pc:sldMk cId="1268630776" sldId="273"/>
            <ac:spMk id="14" creationId="{FE469E50-3893-4ED6-92BA-2985C32B0CA6}"/>
          </ac:spMkLst>
        </pc:spChg>
        <pc:spChg chg="add del">
          <ac:chgData name="Franco Andrés Chiappe Donoso" userId="952ef6fb-7da9-433b-9cb5-ab1c1c91cce3" providerId="ADAL" clId="{678C86FB-5134-4F55-8585-26B5B71E59AF}" dt="2025-08-23T00:14:10.151" v="1340" actId="26606"/>
          <ac:spMkLst>
            <pc:docMk/>
            <pc:sldMk cId="1268630776" sldId="273"/>
            <ac:spMk id="16" creationId="{608EAA06-5488-416B-B2B2-E55213011012}"/>
          </ac:spMkLst>
        </pc:spChg>
        <pc:spChg chg="add del">
          <ac:chgData name="Franco Andrés Chiappe Donoso" userId="952ef6fb-7da9-433b-9cb5-ab1c1c91cce3" providerId="ADAL" clId="{678C86FB-5134-4F55-8585-26B5B71E59AF}" dt="2025-08-23T00:12:29.629" v="1303" actId="26606"/>
          <ac:spMkLst>
            <pc:docMk/>
            <pc:sldMk cId="1268630776" sldId="273"/>
            <ac:spMk id="17" creationId="{608EAA06-5488-416B-B2B2-E55213011012}"/>
          </ac:spMkLst>
        </pc:spChg>
        <pc:spChg chg="add del">
          <ac:chgData name="Franco Andrés Chiappe Donoso" userId="952ef6fb-7da9-433b-9cb5-ab1c1c91cce3" providerId="ADAL" clId="{678C86FB-5134-4F55-8585-26B5B71E59AF}" dt="2025-08-23T00:15:44.101" v="1356" actId="26606"/>
          <ac:spMkLst>
            <pc:docMk/>
            <pc:sldMk cId="1268630776" sldId="273"/>
            <ac:spMk id="18" creationId="{608EAA06-5488-416B-B2B2-E55213011012}"/>
          </ac:spMkLst>
        </pc:spChg>
        <pc:spChg chg="add mod ord">
          <ac:chgData name="Franco Andrés Chiappe Donoso" userId="952ef6fb-7da9-433b-9cb5-ab1c1c91cce3" providerId="ADAL" clId="{678C86FB-5134-4F55-8585-26B5B71E59AF}" dt="2025-08-23T00:17:58.897" v="1408" actId="26606"/>
          <ac:spMkLst>
            <pc:docMk/>
            <pc:sldMk cId="1268630776" sldId="273"/>
            <ac:spMk id="19" creationId="{83D991DE-CFCC-286D-CA73-A7B6E9C5F096}"/>
          </ac:spMkLst>
        </pc:spChg>
        <pc:spChg chg="add mod ord">
          <ac:chgData name="Franco Andrés Chiappe Donoso" userId="952ef6fb-7da9-433b-9cb5-ab1c1c91cce3" providerId="ADAL" clId="{678C86FB-5134-4F55-8585-26B5B71E59AF}" dt="2025-08-23T00:17:58.897" v="1408" actId="26606"/>
          <ac:spMkLst>
            <pc:docMk/>
            <pc:sldMk cId="1268630776" sldId="273"/>
            <ac:spMk id="20" creationId="{7A5160E7-7E3A-EBDF-520E-EADD08C3BA92}"/>
          </ac:spMkLst>
        </pc:spChg>
        <pc:picChg chg="add del mod ord">
          <ac:chgData name="Franco Andrés Chiappe Donoso" userId="952ef6fb-7da9-433b-9cb5-ab1c1c91cce3" providerId="ADAL" clId="{678C86FB-5134-4F55-8585-26B5B71E59AF}" dt="2025-08-23T00:12:48.738" v="1308" actId="478"/>
          <ac:picMkLst>
            <pc:docMk/>
            <pc:sldMk cId="1268630776" sldId="273"/>
            <ac:picMk id="4" creationId="{AB2BD216-6DFF-F147-4B45-FBA4CBBA92B6}"/>
          </ac:picMkLst>
        </pc:picChg>
        <pc:picChg chg="add del mod ord modCrop">
          <ac:chgData name="Franco Andrés Chiappe Donoso" userId="952ef6fb-7da9-433b-9cb5-ab1c1c91cce3" providerId="ADAL" clId="{678C86FB-5134-4F55-8585-26B5B71E59AF}" dt="2025-08-23T00:18:14.510" v="1413" actId="1076"/>
          <ac:picMkLst>
            <pc:docMk/>
            <pc:sldMk cId="1268630776" sldId="273"/>
            <ac:picMk id="6" creationId="{0A6DB9B8-34BC-0F6A-F1E0-A0C385015EDE}"/>
          </ac:picMkLst>
        </pc:picChg>
        <pc:picChg chg="add del mod ord">
          <ac:chgData name="Franco Andrés Chiappe Donoso" userId="952ef6fb-7da9-433b-9cb5-ab1c1c91cce3" providerId="ADAL" clId="{678C86FB-5134-4F55-8585-26B5B71E59AF}" dt="2025-08-23T00:12:21.239" v="1299" actId="478"/>
          <ac:picMkLst>
            <pc:docMk/>
            <pc:sldMk cId="1268630776" sldId="273"/>
            <ac:picMk id="7" creationId="{C9B4257E-6F74-5BB6-4215-6DB3EE08EBDE}"/>
          </ac:picMkLst>
        </pc:picChg>
        <pc:picChg chg="add del">
          <ac:chgData name="Franco Andrés Chiappe Donoso" userId="952ef6fb-7da9-433b-9cb5-ab1c1c91cce3" providerId="ADAL" clId="{678C86FB-5134-4F55-8585-26B5B71E59AF}" dt="2025-08-23T00:14:53.054" v="1348" actId="26606"/>
          <ac:picMkLst>
            <pc:docMk/>
            <pc:sldMk cId="1268630776" sldId="273"/>
            <ac:picMk id="8" creationId="{9B0DB875-49E3-4B9D-8AAE-D81A127B6647}"/>
          </ac:picMkLst>
        </pc:picChg>
        <pc:picChg chg="add del">
          <ac:chgData name="Franco Andrés Chiappe Donoso" userId="952ef6fb-7da9-433b-9cb5-ab1c1c91cce3" providerId="ADAL" clId="{678C86FB-5134-4F55-8585-26B5B71E59AF}" dt="2025-08-23T00:13:06.790" v="1314" actId="26606"/>
          <ac:picMkLst>
            <pc:docMk/>
            <pc:sldMk cId="1268630776" sldId="273"/>
            <ac:picMk id="9" creationId="{2BFB581C-2142-4222-9A3B-905AD6C09535}"/>
          </ac:picMkLst>
        </pc:picChg>
        <pc:picChg chg="add del">
          <ac:chgData name="Franco Andrés Chiappe Donoso" userId="952ef6fb-7da9-433b-9cb5-ab1c1c91cce3" providerId="ADAL" clId="{678C86FB-5134-4F55-8585-26B5B71E59AF}" dt="2025-08-23T00:15:06.025" v="1350" actId="26606"/>
          <ac:picMkLst>
            <pc:docMk/>
            <pc:sldMk cId="1268630776" sldId="273"/>
            <ac:picMk id="10" creationId="{76AAFF90-89E1-46D5-B8B5-3BFDBB92D867}"/>
          </ac:picMkLst>
        </pc:picChg>
        <pc:picChg chg="add del">
          <ac:chgData name="Franco Andrés Chiappe Donoso" userId="952ef6fb-7da9-433b-9cb5-ab1c1c91cce3" providerId="ADAL" clId="{678C86FB-5134-4F55-8585-26B5B71E59AF}" dt="2025-08-23T00:14:10.963" v="1342" actId="26606"/>
          <ac:picMkLst>
            <pc:docMk/>
            <pc:sldMk cId="1268630776" sldId="273"/>
            <ac:picMk id="11" creationId="{9B0DB875-49E3-4B9D-8AAE-D81A127B6647}"/>
          </ac:picMkLst>
        </pc:picChg>
        <pc:picChg chg="add del">
          <ac:chgData name="Franco Andrés Chiappe Donoso" userId="952ef6fb-7da9-433b-9cb5-ab1c1c91cce3" providerId="ADAL" clId="{678C86FB-5134-4F55-8585-26B5B71E59AF}" dt="2025-08-23T00:12:29.633" v="1304" actId="26606"/>
          <ac:picMkLst>
            <pc:docMk/>
            <pc:sldMk cId="1268630776" sldId="273"/>
            <ac:picMk id="12" creationId="{D04C0182-96E7-4A1B-8EAB-F910C2F3ED48}"/>
          </ac:picMkLst>
        </pc:picChg>
        <pc:picChg chg="add del">
          <ac:chgData name="Franco Andrés Chiappe Donoso" userId="952ef6fb-7da9-433b-9cb5-ab1c1c91cce3" providerId="ADAL" clId="{678C86FB-5134-4F55-8585-26B5B71E59AF}" dt="2025-08-23T00:17:29.558" v="1377" actId="700"/>
          <ac:picMkLst>
            <pc:docMk/>
            <pc:sldMk cId="1268630776" sldId="273"/>
            <ac:picMk id="23" creationId="{2BFB581C-2142-4222-9A3B-905AD6C09535}"/>
          </ac:picMkLst>
        </pc:picChg>
        <pc:picChg chg="add">
          <ac:chgData name="Franco Andrés Chiappe Donoso" userId="952ef6fb-7da9-433b-9cb5-ab1c1c91cce3" providerId="ADAL" clId="{678C86FB-5134-4F55-8585-26B5B71E59AF}" dt="2025-08-23T00:17:58.897" v="1408" actId="26606"/>
          <ac:picMkLst>
            <pc:docMk/>
            <pc:sldMk cId="1268630776" sldId="273"/>
            <ac:picMk id="25" creationId="{2BFB581C-2142-4222-9A3B-905AD6C09535}"/>
          </ac:picMkLst>
        </pc:picChg>
      </pc:sldChg>
      <pc:sldChg chg="addSp delSp modSp new del mod modClrScheme chgLayout">
        <pc:chgData name="Franco Andrés Chiappe Donoso" userId="952ef6fb-7da9-433b-9cb5-ab1c1c91cce3" providerId="ADAL" clId="{678C86FB-5134-4F55-8585-26B5B71E59AF}" dt="2025-08-23T00:12:03.362" v="1285" actId="680"/>
        <pc:sldMkLst>
          <pc:docMk/>
          <pc:sldMk cId="4258513776" sldId="274"/>
        </pc:sldMkLst>
        <pc:spChg chg="add del mod ord">
          <ac:chgData name="Franco Andrés Chiappe Donoso" userId="952ef6fb-7da9-433b-9cb5-ab1c1c91cce3" providerId="ADAL" clId="{678C86FB-5134-4F55-8585-26B5B71E59AF}" dt="2025-08-23T00:12:03.157" v="1284" actId="700"/>
          <ac:spMkLst>
            <pc:docMk/>
            <pc:sldMk cId="4258513776" sldId="274"/>
            <ac:spMk id="2" creationId="{010F14DA-AD05-E156-E37C-4A9C4644E73D}"/>
          </ac:spMkLst>
        </pc:spChg>
        <pc:spChg chg="add del mod ord">
          <ac:chgData name="Franco Andrés Chiappe Donoso" userId="952ef6fb-7da9-433b-9cb5-ab1c1c91cce3" providerId="ADAL" clId="{678C86FB-5134-4F55-8585-26B5B71E59AF}" dt="2025-08-23T00:12:03.157" v="1284" actId="700"/>
          <ac:spMkLst>
            <pc:docMk/>
            <pc:sldMk cId="4258513776" sldId="274"/>
            <ac:spMk id="3" creationId="{28A11BEC-07D6-2971-336E-5A5236F58DCD}"/>
          </ac:spMkLst>
        </pc:spChg>
        <pc:spChg chg="add del mod ord">
          <ac:chgData name="Franco Andrés Chiappe Donoso" userId="952ef6fb-7da9-433b-9cb5-ab1c1c91cce3" providerId="ADAL" clId="{678C86FB-5134-4F55-8585-26B5B71E59AF}" dt="2025-08-23T00:12:03.157" v="1284" actId="700"/>
          <ac:spMkLst>
            <pc:docMk/>
            <pc:sldMk cId="4258513776" sldId="274"/>
            <ac:spMk id="4" creationId="{4FF649D0-7369-DD55-F83A-69DD42624311}"/>
          </ac:spMkLst>
        </pc:spChg>
        <pc:spChg chg="add del mod ord">
          <ac:chgData name="Franco Andrés Chiappe Donoso" userId="952ef6fb-7da9-433b-9cb5-ab1c1c91cce3" providerId="ADAL" clId="{678C86FB-5134-4F55-8585-26B5B71E59AF}" dt="2025-08-23T00:12:03.157" v="1284" actId="700"/>
          <ac:spMkLst>
            <pc:docMk/>
            <pc:sldMk cId="4258513776" sldId="274"/>
            <ac:spMk id="5" creationId="{1D556626-4A0C-91DF-9839-FCCD6865D642}"/>
          </ac:spMkLst>
        </pc:spChg>
        <pc:spChg chg="add del mod ord">
          <ac:chgData name="Franco Andrés Chiappe Donoso" userId="952ef6fb-7da9-433b-9cb5-ab1c1c91cce3" providerId="ADAL" clId="{678C86FB-5134-4F55-8585-26B5B71E59AF}" dt="2025-08-23T00:12:03.157" v="1284" actId="700"/>
          <ac:spMkLst>
            <pc:docMk/>
            <pc:sldMk cId="4258513776" sldId="274"/>
            <ac:spMk id="6" creationId="{F95E54A5-8BE0-91E4-8010-2D0E0D093ED9}"/>
          </ac:spMkLst>
        </pc:spChg>
      </pc:sldChg>
    </pc:docChg>
  </pc:docChgLst>
  <pc:docChgLst>
    <pc:chgData name="Ziyu Guo ." userId="S::ziyuguo@uc.cl::5d0ee9bc-099e-4375-8de4-b9df224602ff" providerId="AD" clId="Web-{8995218E-67D7-7AAC-25A9-C43D7FA17544}"/>
    <pc:docChg chg="modSld">
      <pc:chgData name="Ziyu Guo ." userId="S::ziyuguo@uc.cl::5d0ee9bc-099e-4375-8de4-b9df224602ff" providerId="AD" clId="Web-{8995218E-67D7-7AAC-25A9-C43D7FA17544}" dt="2025-08-22T23:45:18.808" v="55" actId="1076"/>
      <pc:docMkLst>
        <pc:docMk/>
      </pc:docMkLst>
      <pc:sldChg chg="modSp">
        <pc:chgData name="Ziyu Guo ." userId="S::ziyuguo@uc.cl::5d0ee9bc-099e-4375-8de4-b9df224602ff" providerId="AD" clId="Web-{8995218E-67D7-7AAC-25A9-C43D7FA17544}" dt="2025-08-22T23:38:55.679" v="48" actId="20577"/>
        <pc:sldMkLst>
          <pc:docMk/>
          <pc:sldMk cId="136866810" sldId="256"/>
        </pc:sldMkLst>
        <pc:spChg chg="mod">
          <ac:chgData name="Ziyu Guo ." userId="S::ziyuguo@uc.cl::5d0ee9bc-099e-4375-8de4-b9df224602ff" providerId="AD" clId="Web-{8995218E-67D7-7AAC-25A9-C43D7FA17544}" dt="2025-08-22T23:38:55.679" v="48" actId="20577"/>
          <ac:spMkLst>
            <pc:docMk/>
            <pc:sldMk cId="136866810" sldId="256"/>
            <ac:spMk id="3" creationId="{ED68DBEB-4CD1-4F24-099A-3D08E620D425}"/>
          </ac:spMkLst>
        </pc:spChg>
      </pc:sldChg>
      <pc:sldChg chg="modSp">
        <pc:chgData name="Ziyu Guo ." userId="S::ziyuguo@uc.cl::5d0ee9bc-099e-4375-8de4-b9df224602ff" providerId="AD" clId="Web-{8995218E-67D7-7AAC-25A9-C43D7FA17544}" dt="2025-08-22T23:40:02.386" v="53" actId="20577"/>
        <pc:sldMkLst>
          <pc:docMk/>
          <pc:sldMk cId="354214033" sldId="257"/>
        </pc:sldMkLst>
        <pc:spChg chg="mod">
          <ac:chgData name="Ziyu Guo ." userId="S::ziyuguo@uc.cl::5d0ee9bc-099e-4375-8de4-b9df224602ff" providerId="AD" clId="Web-{8995218E-67D7-7AAC-25A9-C43D7FA17544}" dt="2025-08-22T23:40:02.386" v="53" actId="20577"/>
          <ac:spMkLst>
            <pc:docMk/>
            <pc:sldMk cId="354214033" sldId="257"/>
            <ac:spMk id="2" creationId="{BB3B3847-1F2A-F1BC-69B5-B8E19F572A64}"/>
          </ac:spMkLst>
        </pc:spChg>
        <pc:spChg chg="mod">
          <ac:chgData name="Ziyu Guo ." userId="S::ziyuguo@uc.cl::5d0ee9bc-099e-4375-8de4-b9df224602ff" providerId="AD" clId="Web-{8995218E-67D7-7AAC-25A9-C43D7FA17544}" dt="2025-08-22T23:36:30.363" v="35" actId="20577"/>
          <ac:spMkLst>
            <pc:docMk/>
            <pc:sldMk cId="354214033" sldId="257"/>
            <ac:spMk id="3" creationId="{4941E273-4590-A512-609F-261A41281E59}"/>
          </ac:spMkLst>
        </pc:spChg>
      </pc:sldChg>
      <pc:sldChg chg="modSp">
        <pc:chgData name="Ziyu Guo ." userId="S::ziyuguo@uc.cl::5d0ee9bc-099e-4375-8de4-b9df224602ff" providerId="AD" clId="Web-{8995218E-67D7-7AAC-25A9-C43D7FA17544}" dt="2025-08-22T23:45:18.808" v="55" actId="1076"/>
        <pc:sldMkLst>
          <pc:docMk/>
          <pc:sldMk cId="31952459" sldId="259"/>
        </pc:sldMkLst>
        <pc:graphicFrameChg chg="mod">
          <ac:chgData name="Ziyu Guo ." userId="S::ziyuguo@uc.cl::5d0ee9bc-099e-4375-8de4-b9df224602ff" providerId="AD" clId="Web-{8995218E-67D7-7AAC-25A9-C43D7FA17544}" dt="2025-08-22T23:45:18.808" v="55" actId="1076"/>
          <ac:graphicFrameMkLst>
            <pc:docMk/>
            <pc:sldMk cId="31952459" sldId="259"/>
            <ac:graphicFrameMk id="26" creationId="{B8C8851F-2F1E-41B4-E36C-72812B15D8DE}"/>
          </ac:graphicFrameMkLst>
        </pc:graphicFrameChg>
      </pc:sldChg>
      <pc:sldChg chg="modSp">
        <pc:chgData name="Ziyu Guo ." userId="S::ziyuguo@uc.cl::5d0ee9bc-099e-4375-8de4-b9df224602ff" providerId="AD" clId="Web-{8995218E-67D7-7AAC-25A9-C43D7FA17544}" dt="2025-08-22T23:37:10.536" v="41" actId="20577"/>
        <pc:sldMkLst>
          <pc:docMk/>
          <pc:sldMk cId="3407133662" sldId="263"/>
        </pc:sldMkLst>
        <pc:spChg chg="mod">
          <ac:chgData name="Ziyu Guo ." userId="S::ziyuguo@uc.cl::5d0ee9bc-099e-4375-8de4-b9df224602ff" providerId="AD" clId="Web-{8995218E-67D7-7AAC-25A9-C43D7FA17544}" dt="2025-08-22T23:37:05.051" v="39" actId="20577"/>
          <ac:spMkLst>
            <pc:docMk/>
            <pc:sldMk cId="3407133662" sldId="263"/>
            <ac:spMk id="14" creationId="{87E70190-94DF-F9C5-4629-0B072E915843}"/>
          </ac:spMkLst>
        </pc:spChg>
        <pc:spChg chg="mod">
          <ac:chgData name="Ziyu Guo ." userId="S::ziyuguo@uc.cl::5d0ee9bc-099e-4375-8de4-b9df224602ff" providerId="AD" clId="Web-{8995218E-67D7-7AAC-25A9-C43D7FA17544}" dt="2025-08-22T23:37:10.536" v="41" actId="20577"/>
          <ac:spMkLst>
            <pc:docMk/>
            <pc:sldMk cId="3407133662" sldId="263"/>
            <ac:spMk id="15" creationId="{5410CF61-A9A7-864D-C279-89508B42217E}"/>
          </ac:spMkLst>
        </pc:spChg>
      </pc:sldChg>
      <pc:sldChg chg="modSp">
        <pc:chgData name="Ziyu Guo ." userId="S::ziyuguo@uc.cl::5d0ee9bc-099e-4375-8de4-b9df224602ff" providerId="AD" clId="Web-{8995218E-67D7-7AAC-25A9-C43D7FA17544}" dt="2025-08-22T23:36:55.910" v="37" actId="1076"/>
        <pc:sldMkLst>
          <pc:docMk/>
          <pc:sldMk cId="2345145902" sldId="264"/>
        </pc:sldMkLst>
        <pc:spChg chg="mod">
          <ac:chgData name="Ziyu Guo ." userId="S::ziyuguo@uc.cl::5d0ee9bc-099e-4375-8de4-b9df224602ff" providerId="AD" clId="Web-{8995218E-67D7-7AAC-25A9-C43D7FA17544}" dt="2025-08-22T23:36:52.270" v="36" actId="20577"/>
          <ac:spMkLst>
            <pc:docMk/>
            <pc:sldMk cId="2345145902" sldId="264"/>
            <ac:spMk id="8" creationId="{46024630-C518-E2F2-0B4F-26E3F5C23672}"/>
          </ac:spMkLst>
        </pc:spChg>
        <pc:picChg chg="mod">
          <ac:chgData name="Ziyu Guo ." userId="S::ziyuguo@uc.cl::5d0ee9bc-099e-4375-8de4-b9df224602ff" providerId="AD" clId="Web-{8995218E-67D7-7AAC-25A9-C43D7FA17544}" dt="2025-08-22T23:36:55.910" v="37" actId="1076"/>
          <ac:picMkLst>
            <pc:docMk/>
            <pc:sldMk cId="2345145902" sldId="264"/>
            <ac:picMk id="4" creationId="{D6A36C15-65CA-BDC3-8A61-A9D07D2B50AD}"/>
          </ac:picMkLst>
        </pc:picChg>
      </pc:sldChg>
      <pc:sldChg chg="modSp">
        <pc:chgData name="Ziyu Guo ." userId="S::ziyuguo@uc.cl::5d0ee9bc-099e-4375-8de4-b9df224602ff" providerId="AD" clId="Web-{8995218E-67D7-7AAC-25A9-C43D7FA17544}" dt="2025-08-22T23:38:02.897" v="46" actId="20577"/>
        <pc:sldMkLst>
          <pc:docMk/>
          <pc:sldMk cId="600147956" sldId="265"/>
        </pc:sldMkLst>
        <pc:spChg chg="mod">
          <ac:chgData name="Ziyu Guo ." userId="S::ziyuguo@uc.cl::5d0ee9bc-099e-4375-8de4-b9df224602ff" providerId="AD" clId="Web-{8995218E-67D7-7AAC-25A9-C43D7FA17544}" dt="2025-08-22T23:38:02.897" v="46" actId="20577"/>
          <ac:spMkLst>
            <pc:docMk/>
            <pc:sldMk cId="600147956" sldId="265"/>
            <ac:spMk id="3" creationId="{883E7D5B-7C05-34A9-9455-47B3D18E5743}"/>
          </ac:spMkLst>
        </pc:spChg>
      </pc:sldChg>
      <pc:sldChg chg="modSp">
        <pc:chgData name="Ziyu Guo ." userId="S::ziyuguo@uc.cl::5d0ee9bc-099e-4375-8de4-b9df224602ff" providerId="AD" clId="Web-{8995218E-67D7-7AAC-25A9-C43D7FA17544}" dt="2025-08-22T23:37:27.739" v="44" actId="20577"/>
        <pc:sldMkLst>
          <pc:docMk/>
          <pc:sldMk cId="2111103561" sldId="266"/>
        </pc:sldMkLst>
        <pc:spChg chg="mod">
          <ac:chgData name="Ziyu Guo ." userId="S::ziyuguo@uc.cl::5d0ee9bc-099e-4375-8de4-b9df224602ff" providerId="AD" clId="Web-{8995218E-67D7-7AAC-25A9-C43D7FA17544}" dt="2025-08-22T23:37:21.005" v="42" actId="20577"/>
          <ac:spMkLst>
            <pc:docMk/>
            <pc:sldMk cId="2111103561" sldId="266"/>
            <ac:spMk id="14" creationId="{4B5CE57E-B986-15C8-34AA-96CF1C935DF5}"/>
          </ac:spMkLst>
        </pc:spChg>
        <pc:spChg chg="mod">
          <ac:chgData name="Ziyu Guo ." userId="S::ziyuguo@uc.cl::5d0ee9bc-099e-4375-8de4-b9df224602ff" providerId="AD" clId="Web-{8995218E-67D7-7AAC-25A9-C43D7FA17544}" dt="2025-08-22T23:37:27.739" v="44" actId="20577"/>
          <ac:spMkLst>
            <pc:docMk/>
            <pc:sldMk cId="2111103561" sldId="266"/>
            <ac:spMk id="15" creationId="{92BCC6EA-201A-F64C-D25A-F9028D112244}"/>
          </ac:spMkLst>
        </pc:spChg>
      </pc:sldChg>
      <pc:sldChg chg="modSp">
        <pc:chgData name="Ziyu Guo ." userId="S::ziyuguo@uc.cl::5d0ee9bc-099e-4375-8de4-b9df224602ff" providerId="AD" clId="Web-{8995218E-67D7-7AAC-25A9-C43D7FA17544}" dt="2025-08-22T23:33:51.656" v="22" actId="20577"/>
        <pc:sldMkLst>
          <pc:docMk/>
          <pc:sldMk cId="1268630776" sldId="273"/>
        </pc:sldMkLst>
        <pc:spChg chg="mod">
          <ac:chgData name="Ziyu Guo ." userId="S::ziyuguo@uc.cl::5d0ee9bc-099e-4375-8de4-b9df224602ff" providerId="AD" clId="Web-{8995218E-67D7-7AAC-25A9-C43D7FA17544}" dt="2025-08-22T23:33:51.656" v="22" actId="20577"/>
          <ac:spMkLst>
            <pc:docMk/>
            <pc:sldMk cId="1268630776" sldId="273"/>
            <ac:spMk id="2" creationId="{EBE1CC56-28A9-CCC3-6DD8-2B0ED595E0E0}"/>
          </ac:spMkLst>
        </pc:spChg>
      </pc:sldChg>
    </pc:docChg>
  </pc:docChgLst>
  <pc:docChgLst>
    <pc:chgData name="Ziyu Guo ." userId="S::ziyuguo@uc.cl::5d0ee9bc-099e-4375-8de4-b9df224602ff" providerId="AD" clId="Web-{66476A57-24E0-41D1-7680-993E569085EE}"/>
    <pc:docChg chg="addSld modSld">
      <pc:chgData name="Ziyu Guo ." userId="S::ziyuguo@uc.cl::5d0ee9bc-099e-4375-8de4-b9df224602ff" providerId="AD" clId="Web-{66476A57-24E0-41D1-7680-993E569085EE}" dt="2025-08-21T03:54:34.018" v="23" actId="20577"/>
      <pc:docMkLst>
        <pc:docMk/>
      </pc:docMkLst>
      <pc:sldChg chg="modSp">
        <pc:chgData name="Ziyu Guo ." userId="S::ziyuguo@uc.cl::5d0ee9bc-099e-4375-8de4-b9df224602ff" providerId="AD" clId="Web-{66476A57-24E0-41D1-7680-993E569085EE}" dt="2025-08-21T03:54:08.782" v="6" actId="20577"/>
        <pc:sldMkLst>
          <pc:docMk/>
          <pc:sldMk cId="697532107" sldId="272"/>
        </pc:sldMkLst>
      </pc:sldChg>
      <pc:sldChg chg="modSp new">
        <pc:chgData name="Ziyu Guo ." userId="S::ziyuguo@uc.cl::5d0ee9bc-099e-4375-8de4-b9df224602ff" providerId="AD" clId="Web-{66476A57-24E0-41D1-7680-993E569085EE}" dt="2025-08-21T03:54:34.018" v="23" actId="20577"/>
        <pc:sldMkLst>
          <pc:docMk/>
          <pc:sldMk cId="1268630776" sldId="273"/>
        </pc:sldMkLst>
      </pc:sldChg>
    </pc:docChg>
  </pc:docChgLst>
  <pc:docChgLst>
    <pc:chgData name="Ziyu Guo ." userId="S::ziyuguo@uc.cl::5d0ee9bc-099e-4375-8de4-b9df224602ff" providerId="AD" clId="Web-{0B86251B-71A1-AEB3-6E86-C93D5C97EDC7}"/>
    <pc:docChg chg="addSld modSld">
      <pc:chgData name="Ziyu Guo ." userId="S::ziyuguo@uc.cl::5d0ee9bc-099e-4375-8de4-b9df224602ff" providerId="AD" clId="Web-{0B86251B-71A1-AEB3-6E86-C93D5C97EDC7}" dt="2025-08-21T03:17:14.427" v="27"/>
      <pc:docMkLst>
        <pc:docMk/>
      </pc:docMkLst>
      <pc:sldChg chg="addSp delSp modSp">
        <pc:chgData name="Ziyu Guo ." userId="S::ziyuguo@uc.cl::5d0ee9bc-099e-4375-8de4-b9df224602ff" providerId="AD" clId="Web-{0B86251B-71A1-AEB3-6E86-C93D5C97EDC7}" dt="2025-08-21T00:40:19.094" v="15" actId="20577"/>
        <pc:sldMkLst>
          <pc:docMk/>
          <pc:sldMk cId="887952031" sldId="260"/>
        </pc:sldMkLst>
        <pc:spChg chg="mod ord">
          <ac:chgData name="Ziyu Guo ." userId="S::ziyuguo@uc.cl::5d0ee9bc-099e-4375-8de4-b9df224602ff" providerId="AD" clId="Web-{0B86251B-71A1-AEB3-6E86-C93D5C97EDC7}" dt="2025-08-21T00:40:19.094" v="15" actId="20577"/>
          <ac:spMkLst>
            <pc:docMk/>
            <pc:sldMk cId="887952031" sldId="260"/>
            <ac:spMk id="17" creationId="{8100EFF4-0BA6-3FEB-DDB1-E5F3B917B82E}"/>
          </ac:spMkLst>
        </pc:spChg>
      </pc:sldChg>
      <pc:sldChg chg="addSp delSp modSp">
        <pc:chgData name="Ziyu Guo ." userId="S::ziyuguo@uc.cl::5d0ee9bc-099e-4375-8de4-b9df224602ff" providerId="AD" clId="Web-{0B86251B-71A1-AEB3-6E86-C93D5C97EDC7}" dt="2025-08-21T01:10:51.589" v="26" actId="14100"/>
        <pc:sldMkLst>
          <pc:docMk/>
          <pc:sldMk cId="2345145902" sldId="264"/>
        </pc:sldMkLst>
        <pc:picChg chg="add mod">
          <ac:chgData name="Ziyu Guo ." userId="S::ziyuguo@uc.cl::5d0ee9bc-099e-4375-8de4-b9df224602ff" providerId="AD" clId="Web-{0B86251B-71A1-AEB3-6E86-C93D5C97EDC7}" dt="2025-08-21T01:10:51.589" v="26" actId="14100"/>
          <ac:picMkLst>
            <pc:docMk/>
            <pc:sldMk cId="2345145902" sldId="264"/>
            <ac:picMk id="3" creationId="{3EA7E930-8E35-E6CE-418C-2D7670DC06A0}"/>
          </ac:picMkLst>
        </pc:picChg>
      </pc:sldChg>
      <pc:sldChg chg="new">
        <pc:chgData name="Ziyu Guo ." userId="S::ziyuguo@uc.cl::5d0ee9bc-099e-4375-8de4-b9df224602ff" providerId="AD" clId="Web-{0B86251B-71A1-AEB3-6E86-C93D5C97EDC7}" dt="2025-08-21T03:17:14.427" v="27"/>
        <pc:sldMkLst>
          <pc:docMk/>
          <pc:sldMk cId="697532107" sldId="272"/>
        </pc:sldMkLst>
      </pc:sldChg>
    </pc:docChg>
  </pc:docChgLst>
  <pc:docChgLst>
    <pc:chgData name="Vicente Alfredo Garay Robertson" userId="S::vicente.garay@uc.cl::78783c43-e97e-49e6-a0de-64154ae66e65" providerId="AD" clId="Web-{CDA5FBA6-EA7E-58DB-99AD-5CAEB8C7E4A1}"/>
    <pc:docChg chg="modSld sldOrd">
      <pc:chgData name="Vicente Alfredo Garay Robertson" userId="S::vicente.garay@uc.cl::78783c43-e97e-49e6-a0de-64154ae66e65" providerId="AD" clId="Web-{CDA5FBA6-EA7E-58DB-99AD-5CAEB8C7E4A1}" dt="2025-08-20T02:01:17.253" v="312"/>
      <pc:docMkLst>
        <pc:docMk/>
      </pc:docMkLst>
      <pc:sldChg chg="addSp modSp">
        <pc:chgData name="Vicente Alfredo Garay Robertson" userId="S::vicente.garay@uc.cl::78783c43-e97e-49e6-a0de-64154ae66e65" providerId="AD" clId="Web-{CDA5FBA6-EA7E-58DB-99AD-5CAEB8C7E4A1}" dt="2025-08-20T02:01:17.253" v="312"/>
        <pc:sldMkLst>
          <pc:docMk/>
          <pc:sldMk cId="31952459" sldId="259"/>
        </pc:sldMkLst>
        <pc:spChg chg="mod">
          <ac:chgData name="Vicente Alfredo Garay Robertson" userId="S::vicente.garay@uc.cl::78783c43-e97e-49e6-a0de-64154ae66e65" providerId="AD" clId="Web-{CDA5FBA6-EA7E-58DB-99AD-5CAEB8C7E4A1}" dt="2025-08-20T01:01:17.435" v="23" actId="20577"/>
          <ac:spMkLst>
            <pc:docMk/>
            <pc:sldMk cId="31952459" sldId="259"/>
            <ac:spMk id="2" creationId="{FDD976F6-7720-F36F-1115-93C0178C9C0D}"/>
          </ac:spMkLst>
        </pc:spChg>
        <pc:graphicFrameChg chg="modGraphic">
          <ac:chgData name="Vicente Alfredo Garay Robertson" userId="S::vicente.garay@uc.cl::78783c43-e97e-49e6-a0de-64154ae66e65" providerId="AD" clId="Web-{CDA5FBA6-EA7E-58DB-99AD-5CAEB8C7E4A1}" dt="2025-08-20T02:01:17.253" v="312"/>
          <ac:graphicFrameMkLst>
            <pc:docMk/>
            <pc:sldMk cId="31952459" sldId="259"/>
            <ac:graphicFrameMk id="26" creationId="{B8C8851F-2F1E-41B4-E36C-72812B15D8DE}"/>
          </ac:graphicFrameMkLst>
        </pc:graphicFrameChg>
      </pc:sldChg>
      <pc:sldChg chg="modSp">
        <pc:chgData name="Vicente Alfredo Garay Robertson" userId="S::vicente.garay@uc.cl::78783c43-e97e-49e6-a0de-64154ae66e65" providerId="AD" clId="Web-{CDA5FBA6-EA7E-58DB-99AD-5CAEB8C7E4A1}" dt="2025-08-20T01:09:25.251" v="57"/>
        <pc:sldMkLst>
          <pc:docMk/>
          <pc:sldMk cId="2369501297" sldId="261"/>
        </pc:sldMkLst>
        <pc:graphicFrameChg chg="mod modGraphic">
          <ac:chgData name="Vicente Alfredo Garay Robertson" userId="S::vicente.garay@uc.cl::78783c43-e97e-49e6-a0de-64154ae66e65" providerId="AD" clId="Web-{CDA5FBA6-EA7E-58DB-99AD-5CAEB8C7E4A1}" dt="2025-08-20T01:09:25.251" v="57"/>
          <ac:graphicFrameMkLst>
            <pc:docMk/>
            <pc:sldMk cId="2369501297" sldId="261"/>
            <ac:graphicFrameMk id="4" creationId="{B4B4002C-64F7-EB0E-5A24-E3BBA9781DF4}"/>
          </ac:graphicFrameMkLst>
        </pc:graphicFrameChg>
      </pc:sldChg>
      <pc:sldChg chg="addSp delSp modSp mod ord setBg">
        <pc:chgData name="Vicente Alfredo Garay Robertson" userId="S::vicente.garay@uc.cl::78783c43-e97e-49e6-a0de-64154ae66e65" providerId="AD" clId="Web-{CDA5FBA6-EA7E-58DB-99AD-5CAEB8C7E4A1}" dt="2025-08-20T01:55:18.052" v="303" actId="14100"/>
        <pc:sldMkLst>
          <pc:docMk/>
          <pc:sldMk cId="1863653565" sldId="262"/>
        </pc:sldMkLst>
      </pc:sldChg>
      <pc:sldChg chg="addSp delSp modSp mod setBg">
        <pc:chgData name="Vicente Alfredo Garay Robertson" userId="S::vicente.garay@uc.cl::78783c43-e97e-49e6-a0de-64154ae66e65" providerId="AD" clId="Web-{CDA5FBA6-EA7E-58DB-99AD-5CAEB8C7E4A1}" dt="2025-08-20T01:48:38.318" v="291" actId="1076"/>
        <pc:sldMkLst>
          <pc:docMk/>
          <pc:sldMk cId="3407133662" sldId="263"/>
        </pc:sldMkLst>
        <pc:spChg chg="mod">
          <ac:chgData name="Vicente Alfredo Garay Robertson" userId="S::vicente.garay@uc.cl::78783c43-e97e-49e6-a0de-64154ae66e65" providerId="AD" clId="Web-{CDA5FBA6-EA7E-58DB-99AD-5CAEB8C7E4A1}" dt="2025-08-20T01:47:10.857" v="285" actId="14100"/>
          <ac:spMkLst>
            <pc:docMk/>
            <pc:sldMk cId="3407133662" sldId="263"/>
            <ac:spMk id="2" creationId="{D422BF7C-3319-31BA-6F0A-7BE12E0A9093}"/>
          </ac:spMkLst>
        </pc:spChg>
      </pc:sldChg>
      <pc:sldChg chg="modSp">
        <pc:chgData name="Vicente Alfredo Garay Robertson" userId="S::vicente.garay@uc.cl::78783c43-e97e-49e6-a0de-64154ae66e65" providerId="AD" clId="Web-{CDA5FBA6-EA7E-58DB-99AD-5CAEB8C7E4A1}" dt="2025-08-20T01:12:19.539" v="159" actId="20577"/>
        <pc:sldMkLst>
          <pc:docMk/>
          <pc:sldMk cId="2345145902" sldId="264"/>
        </pc:sldMkLst>
        <pc:spChg chg="mod">
          <ac:chgData name="Vicente Alfredo Garay Robertson" userId="S::vicente.garay@uc.cl::78783c43-e97e-49e6-a0de-64154ae66e65" providerId="AD" clId="Web-{CDA5FBA6-EA7E-58DB-99AD-5CAEB8C7E4A1}" dt="2025-08-20T01:12:19.539" v="159" actId="20577"/>
          <ac:spMkLst>
            <pc:docMk/>
            <pc:sldMk cId="2345145902" sldId="264"/>
            <ac:spMk id="8" creationId="{46024630-C518-E2F2-0B4F-26E3F5C23672}"/>
          </ac:spMkLst>
        </pc:spChg>
      </pc:sldChg>
      <pc:sldChg chg="modSp">
        <pc:chgData name="Vicente Alfredo Garay Robertson" userId="S::vicente.garay@uc.cl::78783c43-e97e-49e6-a0de-64154ae66e65" providerId="AD" clId="Web-{CDA5FBA6-EA7E-58DB-99AD-5CAEB8C7E4A1}" dt="2025-08-20T01:01:09.653" v="21" actId="20577"/>
        <pc:sldMkLst>
          <pc:docMk/>
          <pc:sldMk cId="1790758424" sldId="265"/>
        </pc:sldMkLst>
      </pc:sldChg>
    </pc:docChg>
  </pc:docChgLst>
  <pc:docChgLst>
    <pc:chgData name="Vicente Alfredo Garay Robertson" userId="S::vicente.garay@uc.cl::78783c43-e97e-49e6-a0de-64154ae66e65" providerId="AD" clId="Web-{E96823C6-EA4D-1219-42B9-5B9147EAB751}"/>
    <pc:docChg chg="addSld modSld sldOrd">
      <pc:chgData name="Vicente Alfredo Garay Robertson" userId="S::vicente.garay@uc.cl::78783c43-e97e-49e6-a0de-64154ae66e65" providerId="AD" clId="Web-{E96823C6-EA4D-1219-42B9-5B9147EAB751}" dt="2025-08-19T15:08:10.761" v="94" actId="1076"/>
      <pc:docMkLst>
        <pc:docMk/>
      </pc:docMkLst>
      <pc:sldChg chg="modSp">
        <pc:chgData name="Vicente Alfredo Garay Robertson" userId="S::vicente.garay@uc.cl::78783c43-e97e-49e6-a0de-64154ae66e65" providerId="AD" clId="Web-{E96823C6-EA4D-1219-42B9-5B9147EAB751}" dt="2025-08-19T15:00:12.775" v="12" actId="1076"/>
        <pc:sldMkLst>
          <pc:docMk/>
          <pc:sldMk cId="1705281298" sldId="258"/>
        </pc:sldMkLst>
      </pc:sldChg>
      <pc:sldChg chg="modSp">
        <pc:chgData name="Vicente Alfredo Garay Robertson" userId="S::vicente.garay@uc.cl::78783c43-e97e-49e6-a0de-64154ae66e65" providerId="AD" clId="Web-{E96823C6-EA4D-1219-42B9-5B9147EAB751}" dt="2025-08-19T15:02:46.046" v="51" actId="20577"/>
        <pc:sldMkLst>
          <pc:docMk/>
          <pc:sldMk cId="31952459" sldId="259"/>
        </pc:sldMkLst>
      </pc:sldChg>
      <pc:sldChg chg="modSp ord">
        <pc:chgData name="Vicente Alfredo Garay Robertson" userId="S::vicente.garay@uc.cl::78783c43-e97e-49e6-a0de-64154ae66e65" providerId="AD" clId="Web-{E96823C6-EA4D-1219-42B9-5B9147EAB751}" dt="2025-08-19T15:06:54.290" v="85"/>
        <pc:sldMkLst>
          <pc:docMk/>
          <pc:sldMk cId="1863653565" sldId="262"/>
        </pc:sldMkLst>
      </pc:sldChg>
      <pc:sldChg chg="modSp new ord">
        <pc:chgData name="Vicente Alfredo Garay Robertson" userId="S::vicente.garay@uc.cl::78783c43-e97e-49e6-a0de-64154ae66e65" providerId="AD" clId="Web-{E96823C6-EA4D-1219-42B9-5B9147EAB751}" dt="2025-08-19T15:07:01.618" v="86"/>
        <pc:sldMkLst>
          <pc:docMk/>
          <pc:sldMk cId="3407133662" sldId="263"/>
        </pc:sldMkLst>
        <pc:spChg chg="mod">
          <ac:chgData name="Vicente Alfredo Garay Robertson" userId="S::vicente.garay@uc.cl::78783c43-e97e-49e6-a0de-64154ae66e65" providerId="AD" clId="Web-{E96823C6-EA4D-1219-42B9-5B9147EAB751}" dt="2025-08-19T15:05:37.615" v="76" actId="20577"/>
          <ac:spMkLst>
            <pc:docMk/>
            <pc:sldMk cId="3407133662" sldId="263"/>
            <ac:spMk id="2" creationId="{D422BF7C-3319-31BA-6F0A-7BE12E0A9093}"/>
          </ac:spMkLst>
        </pc:spChg>
      </pc:sldChg>
      <pc:sldChg chg="addSp delSp modSp new mod setBg">
        <pc:chgData name="Vicente Alfredo Garay Robertson" userId="S::vicente.garay@uc.cl::78783c43-e97e-49e6-a0de-64154ae66e65" providerId="AD" clId="Web-{E96823C6-EA4D-1219-42B9-5B9147EAB751}" dt="2025-08-19T15:08:10.761" v="94" actId="1076"/>
        <pc:sldMkLst>
          <pc:docMk/>
          <pc:sldMk cId="2345145902" sldId="264"/>
        </pc:sldMkLst>
        <pc:spChg chg="mod">
          <ac:chgData name="Vicente Alfredo Garay Robertson" userId="S::vicente.garay@uc.cl::78783c43-e97e-49e6-a0de-64154ae66e65" providerId="AD" clId="Web-{E96823C6-EA4D-1219-42B9-5B9147EAB751}" dt="2025-08-19T15:07:26.166" v="88"/>
          <ac:spMkLst>
            <pc:docMk/>
            <pc:sldMk cId="2345145902" sldId="264"/>
            <ac:spMk id="2" creationId="{82135852-0B37-87D9-DFC4-07DAF517653D}"/>
          </ac:spMkLst>
        </pc:spChg>
        <pc:spChg chg="add">
          <ac:chgData name="Vicente Alfredo Garay Robertson" userId="S::vicente.garay@uc.cl::78783c43-e97e-49e6-a0de-64154ae66e65" providerId="AD" clId="Web-{E96823C6-EA4D-1219-42B9-5B9147EAB751}" dt="2025-08-19T15:07:26.166" v="88"/>
          <ac:spMkLst>
            <pc:docMk/>
            <pc:sldMk cId="2345145902" sldId="264"/>
            <ac:spMk id="8" creationId="{46024630-C518-E2F2-0B4F-26E3F5C23672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4007EE-01C9-4546-B460-DCA60495452A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A6C3445-9438-456C-8B25-C92DB3FE2728}">
      <dgm:prSet/>
      <dgm:spPr/>
      <dgm:t>
        <a:bodyPr/>
        <a:lstStyle/>
        <a:p>
          <a:pPr>
            <a:lnSpc>
              <a:spcPct val="100000"/>
            </a:lnSpc>
          </a:pPr>
          <a:r>
            <a:rPr lang="es-CL" noProof="0" dirty="0"/>
            <a:t>Diagnóstico inicial de los datos</a:t>
          </a:r>
        </a:p>
      </dgm:t>
    </dgm:pt>
    <dgm:pt modelId="{DEDD5B33-4A3F-4450-8B67-48629292BDA3}" type="parTrans" cxnId="{6CB79AFB-DD61-4264-9CDF-00933A4D18DA}">
      <dgm:prSet/>
      <dgm:spPr/>
      <dgm:t>
        <a:bodyPr/>
        <a:lstStyle/>
        <a:p>
          <a:endParaRPr lang="en-US"/>
        </a:p>
      </dgm:t>
    </dgm:pt>
    <dgm:pt modelId="{D0C0869C-05BB-4D4E-8F4E-770FBAF5EB29}" type="sibTrans" cxnId="{6CB79AFB-DD61-4264-9CDF-00933A4D18D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084B693-42A0-4AB2-802B-2144BCD855D0}">
      <dgm:prSet/>
      <dgm:spPr/>
      <dgm:t>
        <a:bodyPr/>
        <a:lstStyle/>
        <a:p>
          <a:pPr>
            <a:lnSpc>
              <a:spcPct val="100000"/>
            </a:lnSpc>
          </a:pPr>
          <a:r>
            <a:rPr lang="es-CL" noProof="0" dirty="0"/>
            <a:t>Definición de métricas de calidad</a:t>
          </a:r>
        </a:p>
      </dgm:t>
    </dgm:pt>
    <dgm:pt modelId="{A44FF8DF-D1AF-4253-B2E1-6F657C653E9D}" type="parTrans" cxnId="{594EC9CC-AE70-4034-BC43-6768E0B3DFB7}">
      <dgm:prSet/>
      <dgm:spPr/>
      <dgm:t>
        <a:bodyPr/>
        <a:lstStyle/>
        <a:p>
          <a:endParaRPr lang="en-US"/>
        </a:p>
      </dgm:t>
    </dgm:pt>
    <dgm:pt modelId="{9B9B1D95-8CF2-4BB2-82C7-C503751ED6F3}" type="sibTrans" cxnId="{594EC9CC-AE70-4034-BC43-6768E0B3DFB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53E72E3-D9A4-400F-BEC3-5A5E3C7FA05D}">
      <dgm:prSet/>
      <dgm:spPr/>
      <dgm:t>
        <a:bodyPr/>
        <a:lstStyle/>
        <a:p>
          <a:pPr>
            <a:lnSpc>
              <a:spcPct val="100000"/>
            </a:lnSpc>
          </a:pPr>
          <a:r>
            <a:rPr lang="es-CL" noProof="0" dirty="0"/>
            <a:t>Diseño del sistema de evaluación</a:t>
          </a:r>
        </a:p>
      </dgm:t>
    </dgm:pt>
    <dgm:pt modelId="{CB4D43E3-36AA-4B9F-8DC8-C8DF8B47F22F}" type="parTrans" cxnId="{9BB4B424-521C-41A1-8AAF-4735382DE850}">
      <dgm:prSet/>
      <dgm:spPr/>
      <dgm:t>
        <a:bodyPr/>
        <a:lstStyle/>
        <a:p>
          <a:endParaRPr lang="en-US"/>
        </a:p>
      </dgm:t>
    </dgm:pt>
    <dgm:pt modelId="{C146232C-E40B-4BF0-8276-581CA2B297E2}" type="sibTrans" cxnId="{9BB4B424-521C-41A1-8AAF-4735382DE850}">
      <dgm:prSet/>
      <dgm:spPr/>
      <dgm:t>
        <a:bodyPr/>
        <a:lstStyle/>
        <a:p>
          <a:endParaRPr lang="en-US"/>
        </a:p>
      </dgm:t>
    </dgm:pt>
    <dgm:pt modelId="{74C9DA12-B549-43EE-A4D9-807B29F1DA55}" type="pres">
      <dgm:prSet presAssocID="{944007EE-01C9-4546-B460-DCA60495452A}" presName="root" presStyleCnt="0">
        <dgm:presLayoutVars>
          <dgm:dir/>
          <dgm:resizeHandles val="exact"/>
        </dgm:presLayoutVars>
      </dgm:prSet>
      <dgm:spPr/>
    </dgm:pt>
    <dgm:pt modelId="{9425273C-440E-4CE4-A471-1A501E0B4163}" type="pres">
      <dgm:prSet presAssocID="{944007EE-01C9-4546-B460-DCA60495452A}" presName="container" presStyleCnt="0">
        <dgm:presLayoutVars>
          <dgm:dir/>
          <dgm:resizeHandles val="exact"/>
        </dgm:presLayoutVars>
      </dgm:prSet>
      <dgm:spPr/>
    </dgm:pt>
    <dgm:pt modelId="{7DB65FA8-8743-43AC-900F-08B465B60F8C}" type="pres">
      <dgm:prSet presAssocID="{5A6C3445-9438-456C-8B25-C92DB3FE2728}" presName="compNode" presStyleCnt="0"/>
      <dgm:spPr/>
    </dgm:pt>
    <dgm:pt modelId="{7315B952-5E92-4BDA-9F20-AC4A3526EC52}" type="pres">
      <dgm:prSet presAssocID="{5A6C3445-9438-456C-8B25-C92DB3FE2728}" presName="iconBgRect" presStyleLbl="bgShp" presStyleIdx="0" presStyleCnt="3"/>
      <dgm:spPr/>
    </dgm:pt>
    <dgm:pt modelId="{8ACBEE95-58F1-4464-85CA-5D881AF09C56}" type="pres">
      <dgm:prSet presAssocID="{5A6C3445-9438-456C-8B25-C92DB3FE272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5300391C-D8A0-41D6-96DB-7B109125B305}" type="pres">
      <dgm:prSet presAssocID="{5A6C3445-9438-456C-8B25-C92DB3FE2728}" presName="spaceRect" presStyleCnt="0"/>
      <dgm:spPr/>
    </dgm:pt>
    <dgm:pt modelId="{E938C5FB-38A2-495D-84B3-C5FC5CC99534}" type="pres">
      <dgm:prSet presAssocID="{5A6C3445-9438-456C-8B25-C92DB3FE2728}" presName="textRect" presStyleLbl="revTx" presStyleIdx="0" presStyleCnt="3">
        <dgm:presLayoutVars>
          <dgm:chMax val="1"/>
          <dgm:chPref val="1"/>
        </dgm:presLayoutVars>
      </dgm:prSet>
      <dgm:spPr/>
    </dgm:pt>
    <dgm:pt modelId="{AA118E1E-9AAD-44FB-8711-581879F04121}" type="pres">
      <dgm:prSet presAssocID="{D0C0869C-05BB-4D4E-8F4E-770FBAF5EB29}" presName="sibTrans" presStyleLbl="sibTrans2D1" presStyleIdx="0" presStyleCnt="0"/>
      <dgm:spPr/>
    </dgm:pt>
    <dgm:pt modelId="{BB41C21B-7970-47CC-9149-D0E3A05C2BB9}" type="pres">
      <dgm:prSet presAssocID="{6084B693-42A0-4AB2-802B-2144BCD855D0}" presName="compNode" presStyleCnt="0"/>
      <dgm:spPr/>
    </dgm:pt>
    <dgm:pt modelId="{16517BA9-DEDD-425F-96E0-8356386C3613}" type="pres">
      <dgm:prSet presAssocID="{6084B693-42A0-4AB2-802B-2144BCD855D0}" presName="iconBgRect" presStyleLbl="bgShp" presStyleIdx="1" presStyleCnt="3"/>
      <dgm:spPr/>
    </dgm:pt>
    <dgm:pt modelId="{BA63392A-D7A3-4876-9834-8572F1E4D307}" type="pres">
      <dgm:prSet presAssocID="{6084B693-42A0-4AB2-802B-2144BCD855D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BFD6E63-D7BA-477C-BEC9-C374C65B3B1B}" type="pres">
      <dgm:prSet presAssocID="{6084B693-42A0-4AB2-802B-2144BCD855D0}" presName="spaceRect" presStyleCnt="0"/>
      <dgm:spPr/>
    </dgm:pt>
    <dgm:pt modelId="{18490A87-C9CD-4B09-9A80-FB94111C6449}" type="pres">
      <dgm:prSet presAssocID="{6084B693-42A0-4AB2-802B-2144BCD855D0}" presName="textRect" presStyleLbl="revTx" presStyleIdx="1" presStyleCnt="3">
        <dgm:presLayoutVars>
          <dgm:chMax val="1"/>
          <dgm:chPref val="1"/>
        </dgm:presLayoutVars>
      </dgm:prSet>
      <dgm:spPr/>
    </dgm:pt>
    <dgm:pt modelId="{683F227F-B05A-45C0-B404-37534E23F0E0}" type="pres">
      <dgm:prSet presAssocID="{9B9B1D95-8CF2-4BB2-82C7-C503751ED6F3}" presName="sibTrans" presStyleLbl="sibTrans2D1" presStyleIdx="0" presStyleCnt="0"/>
      <dgm:spPr/>
    </dgm:pt>
    <dgm:pt modelId="{05D52588-4686-46F8-933B-AB609E2E0AA1}" type="pres">
      <dgm:prSet presAssocID="{053E72E3-D9A4-400F-BEC3-5A5E3C7FA05D}" presName="compNode" presStyleCnt="0"/>
      <dgm:spPr/>
    </dgm:pt>
    <dgm:pt modelId="{B8C4F7AA-F2DC-4393-9988-76AD65DB32F7}" type="pres">
      <dgm:prSet presAssocID="{053E72E3-D9A4-400F-BEC3-5A5E3C7FA05D}" presName="iconBgRect" presStyleLbl="bgShp" presStyleIdx="2" presStyleCnt="3"/>
      <dgm:spPr/>
    </dgm:pt>
    <dgm:pt modelId="{B88D1398-6BC1-482C-AE64-F214E1C01443}" type="pres">
      <dgm:prSet presAssocID="{053E72E3-D9A4-400F-BEC3-5A5E3C7FA05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8C2B3462-C491-4A69-AD57-DEC3414064DC}" type="pres">
      <dgm:prSet presAssocID="{053E72E3-D9A4-400F-BEC3-5A5E3C7FA05D}" presName="spaceRect" presStyleCnt="0"/>
      <dgm:spPr/>
    </dgm:pt>
    <dgm:pt modelId="{DB678AA4-B3F4-42E5-A5D5-DBCEF447C170}" type="pres">
      <dgm:prSet presAssocID="{053E72E3-D9A4-400F-BEC3-5A5E3C7FA05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BB4B424-521C-41A1-8AAF-4735382DE850}" srcId="{944007EE-01C9-4546-B460-DCA60495452A}" destId="{053E72E3-D9A4-400F-BEC3-5A5E3C7FA05D}" srcOrd="2" destOrd="0" parTransId="{CB4D43E3-36AA-4B9F-8DC8-C8DF8B47F22F}" sibTransId="{C146232C-E40B-4BF0-8276-581CA2B297E2}"/>
    <dgm:cxn modelId="{66C6D274-A0B5-4E90-B354-0678FC3B3336}" type="presOf" srcId="{053E72E3-D9A4-400F-BEC3-5A5E3C7FA05D}" destId="{DB678AA4-B3F4-42E5-A5D5-DBCEF447C170}" srcOrd="0" destOrd="0" presId="urn:microsoft.com/office/officeart/2018/2/layout/IconCircleList"/>
    <dgm:cxn modelId="{B278AEB4-7849-410B-A8FF-C5BCA58323CF}" type="presOf" srcId="{5A6C3445-9438-456C-8B25-C92DB3FE2728}" destId="{E938C5FB-38A2-495D-84B3-C5FC5CC99534}" srcOrd="0" destOrd="0" presId="urn:microsoft.com/office/officeart/2018/2/layout/IconCircleList"/>
    <dgm:cxn modelId="{871AE2B4-9925-4CFD-9C8B-00E483CBEB80}" type="presOf" srcId="{9B9B1D95-8CF2-4BB2-82C7-C503751ED6F3}" destId="{683F227F-B05A-45C0-B404-37534E23F0E0}" srcOrd="0" destOrd="0" presId="urn:microsoft.com/office/officeart/2018/2/layout/IconCircleList"/>
    <dgm:cxn modelId="{7276C9B5-22C5-4334-A658-5C7B32D5AF33}" type="presOf" srcId="{6084B693-42A0-4AB2-802B-2144BCD855D0}" destId="{18490A87-C9CD-4B09-9A80-FB94111C6449}" srcOrd="0" destOrd="0" presId="urn:microsoft.com/office/officeart/2018/2/layout/IconCircleList"/>
    <dgm:cxn modelId="{40EA43C9-DDC2-4167-8614-779AAD706C73}" type="presOf" srcId="{D0C0869C-05BB-4D4E-8F4E-770FBAF5EB29}" destId="{AA118E1E-9AAD-44FB-8711-581879F04121}" srcOrd="0" destOrd="0" presId="urn:microsoft.com/office/officeart/2018/2/layout/IconCircleList"/>
    <dgm:cxn modelId="{289D73CA-3056-4125-A7DF-C4A3B252E439}" type="presOf" srcId="{944007EE-01C9-4546-B460-DCA60495452A}" destId="{74C9DA12-B549-43EE-A4D9-807B29F1DA55}" srcOrd="0" destOrd="0" presId="urn:microsoft.com/office/officeart/2018/2/layout/IconCircleList"/>
    <dgm:cxn modelId="{594EC9CC-AE70-4034-BC43-6768E0B3DFB7}" srcId="{944007EE-01C9-4546-B460-DCA60495452A}" destId="{6084B693-42A0-4AB2-802B-2144BCD855D0}" srcOrd="1" destOrd="0" parTransId="{A44FF8DF-D1AF-4253-B2E1-6F657C653E9D}" sibTransId="{9B9B1D95-8CF2-4BB2-82C7-C503751ED6F3}"/>
    <dgm:cxn modelId="{6CB79AFB-DD61-4264-9CDF-00933A4D18DA}" srcId="{944007EE-01C9-4546-B460-DCA60495452A}" destId="{5A6C3445-9438-456C-8B25-C92DB3FE2728}" srcOrd="0" destOrd="0" parTransId="{DEDD5B33-4A3F-4450-8B67-48629292BDA3}" sibTransId="{D0C0869C-05BB-4D4E-8F4E-770FBAF5EB29}"/>
    <dgm:cxn modelId="{6C816979-3AFD-4528-B54F-DBC2EF1BCEF2}" type="presParOf" srcId="{74C9DA12-B549-43EE-A4D9-807B29F1DA55}" destId="{9425273C-440E-4CE4-A471-1A501E0B4163}" srcOrd="0" destOrd="0" presId="urn:microsoft.com/office/officeart/2018/2/layout/IconCircleList"/>
    <dgm:cxn modelId="{99992504-3A73-46EB-8E75-4D185A846B62}" type="presParOf" srcId="{9425273C-440E-4CE4-A471-1A501E0B4163}" destId="{7DB65FA8-8743-43AC-900F-08B465B60F8C}" srcOrd="0" destOrd="0" presId="urn:microsoft.com/office/officeart/2018/2/layout/IconCircleList"/>
    <dgm:cxn modelId="{5AEEC2C3-B637-4F93-B70E-A3D7D0463790}" type="presParOf" srcId="{7DB65FA8-8743-43AC-900F-08B465B60F8C}" destId="{7315B952-5E92-4BDA-9F20-AC4A3526EC52}" srcOrd="0" destOrd="0" presId="urn:microsoft.com/office/officeart/2018/2/layout/IconCircleList"/>
    <dgm:cxn modelId="{F73165B3-AD99-4D61-BE8E-5568F0D9A4EB}" type="presParOf" srcId="{7DB65FA8-8743-43AC-900F-08B465B60F8C}" destId="{8ACBEE95-58F1-4464-85CA-5D881AF09C56}" srcOrd="1" destOrd="0" presId="urn:microsoft.com/office/officeart/2018/2/layout/IconCircleList"/>
    <dgm:cxn modelId="{97E7F163-377D-4F41-9B0B-6BD006705EF9}" type="presParOf" srcId="{7DB65FA8-8743-43AC-900F-08B465B60F8C}" destId="{5300391C-D8A0-41D6-96DB-7B109125B305}" srcOrd="2" destOrd="0" presId="urn:microsoft.com/office/officeart/2018/2/layout/IconCircleList"/>
    <dgm:cxn modelId="{9A7F7AB2-253D-4100-9922-D32C7BDE99D1}" type="presParOf" srcId="{7DB65FA8-8743-43AC-900F-08B465B60F8C}" destId="{E938C5FB-38A2-495D-84B3-C5FC5CC99534}" srcOrd="3" destOrd="0" presId="urn:microsoft.com/office/officeart/2018/2/layout/IconCircleList"/>
    <dgm:cxn modelId="{F0C2D8E3-4A35-4767-BD90-B52F89F0B4B4}" type="presParOf" srcId="{9425273C-440E-4CE4-A471-1A501E0B4163}" destId="{AA118E1E-9AAD-44FB-8711-581879F04121}" srcOrd="1" destOrd="0" presId="urn:microsoft.com/office/officeart/2018/2/layout/IconCircleList"/>
    <dgm:cxn modelId="{301AAF62-B02B-4893-933F-D95624A189B6}" type="presParOf" srcId="{9425273C-440E-4CE4-A471-1A501E0B4163}" destId="{BB41C21B-7970-47CC-9149-D0E3A05C2BB9}" srcOrd="2" destOrd="0" presId="urn:microsoft.com/office/officeart/2018/2/layout/IconCircleList"/>
    <dgm:cxn modelId="{A9A44B05-E7B2-45FA-8405-F7225A04AB92}" type="presParOf" srcId="{BB41C21B-7970-47CC-9149-D0E3A05C2BB9}" destId="{16517BA9-DEDD-425F-96E0-8356386C3613}" srcOrd="0" destOrd="0" presId="urn:microsoft.com/office/officeart/2018/2/layout/IconCircleList"/>
    <dgm:cxn modelId="{2581C09C-5295-4CDF-9118-83C8C15B9F87}" type="presParOf" srcId="{BB41C21B-7970-47CC-9149-D0E3A05C2BB9}" destId="{BA63392A-D7A3-4876-9834-8572F1E4D307}" srcOrd="1" destOrd="0" presId="urn:microsoft.com/office/officeart/2018/2/layout/IconCircleList"/>
    <dgm:cxn modelId="{2347BD83-BD18-4FEE-A416-113EDCBD5A41}" type="presParOf" srcId="{BB41C21B-7970-47CC-9149-D0E3A05C2BB9}" destId="{8BFD6E63-D7BA-477C-BEC9-C374C65B3B1B}" srcOrd="2" destOrd="0" presId="urn:microsoft.com/office/officeart/2018/2/layout/IconCircleList"/>
    <dgm:cxn modelId="{0E6761CF-C9E2-41A2-8C89-54C2010B52BD}" type="presParOf" srcId="{BB41C21B-7970-47CC-9149-D0E3A05C2BB9}" destId="{18490A87-C9CD-4B09-9A80-FB94111C6449}" srcOrd="3" destOrd="0" presId="urn:microsoft.com/office/officeart/2018/2/layout/IconCircleList"/>
    <dgm:cxn modelId="{6B341884-C3D7-469E-806A-C2AED40774AB}" type="presParOf" srcId="{9425273C-440E-4CE4-A471-1A501E0B4163}" destId="{683F227F-B05A-45C0-B404-37534E23F0E0}" srcOrd="3" destOrd="0" presId="urn:microsoft.com/office/officeart/2018/2/layout/IconCircleList"/>
    <dgm:cxn modelId="{4B0EFAD0-8C47-4AA5-8C55-8FF52D2416A2}" type="presParOf" srcId="{9425273C-440E-4CE4-A471-1A501E0B4163}" destId="{05D52588-4686-46F8-933B-AB609E2E0AA1}" srcOrd="4" destOrd="0" presId="urn:microsoft.com/office/officeart/2018/2/layout/IconCircleList"/>
    <dgm:cxn modelId="{1467D2C5-BEA0-43EC-A2F7-60100361AEAC}" type="presParOf" srcId="{05D52588-4686-46F8-933B-AB609E2E0AA1}" destId="{B8C4F7AA-F2DC-4393-9988-76AD65DB32F7}" srcOrd="0" destOrd="0" presId="urn:microsoft.com/office/officeart/2018/2/layout/IconCircleList"/>
    <dgm:cxn modelId="{11C90718-6BE7-4D81-9C23-4886A4BA7BC6}" type="presParOf" srcId="{05D52588-4686-46F8-933B-AB609E2E0AA1}" destId="{B88D1398-6BC1-482C-AE64-F214E1C01443}" srcOrd="1" destOrd="0" presId="urn:microsoft.com/office/officeart/2018/2/layout/IconCircleList"/>
    <dgm:cxn modelId="{73EB8FC8-CEC7-4589-8F35-BF6E32486740}" type="presParOf" srcId="{05D52588-4686-46F8-933B-AB609E2E0AA1}" destId="{8C2B3462-C491-4A69-AD57-DEC3414064DC}" srcOrd="2" destOrd="0" presId="urn:microsoft.com/office/officeart/2018/2/layout/IconCircleList"/>
    <dgm:cxn modelId="{0716C5A5-A988-41FE-8609-57A4207B88C7}" type="presParOf" srcId="{05D52588-4686-46F8-933B-AB609E2E0AA1}" destId="{DB678AA4-B3F4-42E5-A5D5-DBCEF447C170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2C23E9A-7A50-41E1-A686-E73A3C07FEE7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27FE9F2-2FB1-4158-BCD8-3BFFFA90D9D6}">
      <dgm:prSet custT="1"/>
      <dgm:spPr/>
      <dgm:t>
        <a:bodyPr/>
        <a:lstStyle/>
        <a:p>
          <a:r>
            <a:rPr lang="es-CL" sz="1800" noProof="0" dirty="0">
              <a:ea typeface="+mn-ea"/>
              <a:cs typeface="+mn-cs"/>
            </a:rPr>
            <a:t>1. Métodos estadísticos (distancia a la media, IQR, z-score) </a:t>
          </a:r>
        </a:p>
      </dgm:t>
    </dgm:pt>
    <dgm:pt modelId="{EFDF330F-DBD0-49A4-91CD-4224C2E37C92}" type="parTrans" cxnId="{BEF5AB2A-A3B5-4739-93F2-ECA788A102F7}">
      <dgm:prSet/>
      <dgm:spPr/>
      <dgm:t>
        <a:bodyPr/>
        <a:lstStyle/>
        <a:p>
          <a:endParaRPr lang="en-US"/>
        </a:p>
      </dgm:t>
    </dgm:pt>
    <dgm:pt modelId="{9C5C122C-6CE9-40B7-BD3D-E2489368DDE8}" type="sibTrans" cxnId="{BEF5AB2A-A3B5-4739-93F2-ECA788A102F7}">
      <dgm:prSet/>
      <dgm:spPr/>
      <dgm:t>
        <a:bodyPr/>
        <a:lstStyle/>
        <a:p>
          <a:endParaRPr lang="en-US"/>
        </a:p>
      </dgm:t>
    </dgm:pt>
    <dgm:pt modelId="{A3995F44-BB27-4F03-93B5-67349808A0A8}">
      <dgm:prSet custT="1"/>
      <dgm:spPr/>
      <dgm:t>
        <a:bodyPr/>
        <a:lstStyle/>
        <a:p>
          <a:r>
            <a:rPr lang="es-CL" sz="1800" noProof="0" dirty="0">
              <a:ea typeface="+mn-ea"/>
              <a:cs typeface="+mn-cs"/>
            </a:rPr>
            <a:t>2. Utilizando aprendizaje no supervisado (p. ej., PCA).</a:t>
          </a:r>
        </a:p>
      </dgm:t>
    </dgm:pt>
    <dgm:pt modelId="{93A8BF95-A991-4DF7-9AB7-C528E299244E}" type="parTrans" cxnId="{A15B2A86-61C4-440A-A1F5-BDBE787C0FBD}">
      <dgm:prSet/>
      <dgm:spPr/>
      <dgm:t>
        <a:bodyPr/>
        <a:lstStyle/>
        <a:p>
          <a:endParaRPr lang="en-US"/>
        </a:p>
      </dgm:t>
    </dgm:pt>
    <dgm:pt modelId="{00F7ACE3-E8F4-4BA4-A098-07627B2B95C7}" type="sibTrans" cxnId="{A15B2A86-61C4-440A-A1F5-BDBE787C0FBD}">
      <dgm:prSet/>
      <dgm:spPr/>
      <dgm:t>
        <a:bodyPr/>
        <a:lstStyle/>
        <a:p>
          <a:endParaRPr lang="en-US"/>
        </a:p>
      </dgm:t>
    </dgm:pt>
    <dgm:pt modelId="{1A595D6A-D9A1-4D64-9428-4FCCBF20DC25}">
      <dgm:prSet custT="1"/>
      <dgm:spPr/>
      <dgm:t>
        <a:bodyPr/>
        <a:lstStyle/>
        <a:p>
          <a:r>
            <a:rPr lang="es-CL" sz="1800" noProof="0" dirty="0">
              <a:ea typeface="+mn-ea"/>
              <a:cs typeface="+mn-cs"/>
            </a:rPr>
            <a:t>3. Serie de tiempo (calculo residuos)</a:t>
          </a:r>
        </a:p>
      </dgm:t>
    </dgm:pt>
    <dgm:pt modelId="{4996A6A2-47CB-4C87-ADE0-90901BE193AE}" type="parTrans" cxnId="{DC2A9BE1-4EF0-4BA7-84F1-9B4CDA282A4E}">
      <dgm:prSet/>
      <dgm:spPr/>
      <dgm:t>
        <a:bodyPr/>
        <a:lstStyle/>
        <a:p>
          <a:endParaRPr lang="en-US"/>
        </a:p>
      </dgm:t>
    </dgm:pt>
    <dgm:pt modelId="{4827235A-F137-4A43-B725-6B9B885E8D26}" type="sibTrans" cxnId="{DC2A9BE1-4EF0-4BA7-84F1-9B4CDA282A4E}">
      <dgm:prSet/>
      <dgm:spPr/>
      <dgm:t>
        <a:bodyPr/>
        <a:lstStyle/>
        <a:p>
          <a:endParaRPr lang="en-US"/>
        </a:p>
      </dgm:t>
    </dgm:pt>
    <dgm:pt modelId="{DB980CD7-65CC-4110-9BC4-5448EE1D5B29}">
      <dgm:prSet custT="1"/>
      <dgm:spPr/>
      <dgm:t>
        <a:bodyPr/>
        <a:lstStyle/>
        <a:p>
          <a:r>
            <a:rPr lang="es-CL" sz="1800" noProof="0" dirty="0">
              <a:ea typeface="+mn-ea"/>
              <a:cs typeface="+mn-cs"/>
            </a:rPr>
            <a:t>4. Naturaleza de los datos</a:t>
          </a:r>
        </a:p>
      </dgm:t>
    </dgm:pt>
    <dgm:pt modelId="{CE5B8E7A-91CB-4533-B95D-AC26E96D5512}" type="parTrans" cxnId="{DADB128C-3111-42B3-B731-E41EA0437077}">
      <dgm:prSet/>
      <dgm:spPr/>
      <dgm:t>
        <a:bodyPr/>
        <a:lstStyle/>
        <a:p>
          <a:endParaRPr lang="en-US"/>
        </a:p>
      </dgm:t>
    </dgm:pt>
    <dgm:pt modelId="{F9E697B4-7034-4153-A799-A2FA49079AC3}" type="sibTrans" cxnId="{DADB128C-3111-42B3-B731-E41EA0437077}">
      <dgm:prSet/>
      <dgm:spPr/>
      <dgm:t>
        <a:bodyPr/>
        <a:lstStyle/>
        <a:p>
          <a:endParaRPr lang="en-US"/>
        </a:p>
      </dgm:t>
    </dgm:pt>
    <dgm:pt modelId="{BFC680B8-6FE6-401C-9539-AAA939BE8457}" type="pres">
      <dgm:prSet presAssocID="{A2C23E9A-7A50-41E1-A686-E73A3C07FEE7}" presName="root" presStyleCnt="0">
        <dgm:presLayoutVars>
          <dgm:dir/>
          <dgm:resizeHandles val="exact"/>
        </dgm:presLayoutVars>
      </dgm:prSet>
      <dgm:spPr/>
    </dgm:pt>
    <dgm:pt modelId="{F58F4A0B-096A-4657-925D-55BAE46AFA9D}" type="pres">
      <dgm:prSet presAssocID="{A2C23E9A-7A50-41E1-A686-E73A3C07FEE7}" presName="container" presStyleCnt="0">
        <dgm:presLayoutVars>
          <dgm:dir/>
          <dgm:resizeHandles val="exact"/>
        </dgm:presLayoutVars>
      </dgm:prSet>
      <dgm:spPr/>
    </dgm:pt>
    <dgm:pt modelId="{54954328-D7E4-4DD1-BE1E-AB54DC8AE189}" type="pres">
      <dgm:prSet presAssocID="{427FE9F2-2FB1-4158-BCD8-3BFFFA90D9D6}" presName="compNode" presStyleCnt="0"/>
      <dgm:spPr/>
    </dgm:pt>
    <dgm:pt modelId="{149146C8-5569-4E23-B4C7-55D7A9B6C4D1}" type="pres">
      <dgm:prSet presAssocID="{427FE9F2-2FB1-4158-BCD8-3BFFFA90D9D6}" presName="iconBgRect" presStyleLbl="bgShp" presStyleIdx="0" presStyleCnt="4"/>
      <dgm:spPr/>
    </dgm:pt>
    <dgm:pt modelId="{A0C16CD3-8C0D-4DC2-8AFF-99ADCD9FFE4B}" type="pres">
      <dgm:prSet presAssocID="{427FE9F2-2FB1-4158-BCD8-3BFFFA90D9D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 with solid fill"/>
        </a:ext>
      </dgm:extLst>
    </dgm:pt>
    <dgm:pt modelId="{04100151-38D4-46B4-B6CA-D9FC8EAF0EBE}" type="pres">
      <dgm:prSet presAssocID="{427FE9F2-2FB1-4158-BCD8-3BFFFA90D9D6}" presName="spaceRect" presStyleCnt="0"/>
      <dgm:spPr/>
    </dgm:pt>
    <dgm:pt modelId="{8526AA8E-7583-4047-9E58-EFB679F9312F}" type="pres">
      <dgm:prSet presAssocID="{427FE9F2-2FB1-4158-BCD8-3BFFFA90D9D6}" presName="textRect" presStyleLbl="revTx" presStyleIdx="0" presStyleCnt="4">
        <dgm:presLayoutVars>
          <dgm:chMax val="1"/>
          <dgm:chPref val="1"/>
        </dgm:presLayoutVars>
      </dgm:prSet>
      <dgm:spPr/>
    </dgm:pt>
    <dgm:pt modelId="{2CDA244C-D702-4C66-9095-48FEA64502CA}" type="pres">
      <dgm:prSet presAssocID="{9C5C122C-6CE9-40B7-BD3D-E2489368DDE8}" presName="sibTrans" presStyleLbl="sibTrans2D1" presStyleIdx="0" presStyleCnt="0"/>
      <dgm:spPr/>
    </dgm:pt>
    <dgm:pt modelId="{29DC2214-4751-49C5-8895-8CE8A2303251}" type="pres">
      <dgm:prSet presAssocID="{A3995F44-BB27-4F03-93B5-67349808A0A8}" presName="compNode" presStyleCnt="0"/>
      <dgm:spPr/>
    </dgm:pt>
    <dgm:pt modelId="{90EFC95B-8EE6-4CF0-A290-FEFF490DFF18}" type="pres">
      <dgm:prSet presAssocID="{A3995F44-BB27-4F03-93B5-67349808A0A8}" presName="iconBgRect" presStyleLbl="bgShp" presStyleIdx="1" presStyleCnt="4"/>
      <dgm:spPr/>
    </dgm:pt>
    <dgm:pt modelId="{D4103826-BC27-4794-A9D1-471818C39D15}" type="pres">
      <dgm:prSet presAssocID="{A3995F44-BB27-4F03-93B5-67349808A0A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 with solid fill"/>
        </a:ext>
      </dgm:extLst>
    </dgm:pt>
    <dgm:pt modelId="{F9ABB13A-75C7-414E-9B53-154E074F545E}" type="pres">
      <dgm:prSet presAssocID="{A3995F44-BB27-4F03-93B5-67349808A0A8}" presName="spaceRect" presStyleCnt="0"/>
      <dgm:spPr/>
    </dgm:pt>
    <dgm:pt modelId="{4652A5D0-C604-4D99-8AA2-D2A4548BE62D}" type="pres">
      <dgm:prSet presAssocID="{A3995F44-BB27-4F03-93B5-67349808A0A8}" presName="textRect" presStyleLbl="revTx" presStyleIdx="1" presStyleCnt="4">
        <dgm:presLayoutVars>
          <dgm:chMax val="1"/>
          <dgm:chPref val="1"/>
        </dgm:presLayoutVars>
      </dgm:prSet>
      <dgm:spPr/>
    </dgm:pt>
    <dgm:pt modelId="{C8729D10-1F25-462B-AFA0-7DDC686BD002}" type="pres">
      <dgm:prSet presAssocID="{00F7ACE3-E8F4-4BA4-A098-07627B2B95C7}" presName="sibTrans" presStyleLbl="sibTrans2D1" presStyleIdx="0" presStyleCnt="0"/>
      <dgm:spPr/>
    </dgm:pt>
    <dgm:pt modelId="{8CA5DD05-C367-470E-88E2-B10E71E886D4}" type="pres">
      <dgm:prSet presAssocID="{1A595D6A-D9A1-4D64-9428-4FCCBF20DC25}" presName="compNode" presStyleCnt="0"/>
      <dgm:spPr/>
    </dgm:pt>
    <dgm:pt modelId="{7C616A91-3190-4CEA-8C4E-3EA4798538E9}" type="pres">
      <dgm:prSet presAssocID="{1A595D6A-D9A1-4D64-9428-4FCCBF20DC25}" presName="iconBgRect" presStyleLbl="bgShp" presStyleIdx="2" presStyleCnt="4"/>
      <dgm:spPr/>
    </dgm:pt>
    <dgm:pt modelId="{18D3E307-1283-4E6B-9D1C-45B3B6CF5D91}" type="pres">
      <dgm:prSet presAssocID="{1A595D6A-D9A1-4D64-9428-4FCCBF20DC2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rglass Finished with solid fill"/>
        </a:ext>
      </dgm:extLst>
    </dgm:pt>
    <dgm:pt modelId="{12C390BD-3A9C-4FDF-86BD-AA86FB3EC4B9}" type="pres">
      <dgm:prSet presAssocID="{1A595D6A-D9A1-4D64-9428-4FCCBF20DC25}" presName="spaceRect" presStyleCnt="0"/>
      <dgm:spPr/>
    </dgm:pt>
    <dgm:pt modelId="{D4BCCB48-FF1E-4DAF-91E0-287603BB4B93}" type="pres">
      <dgm:prSet presAssocID="{1A595D6A-D9A1-4D64-9428-4FCCBF20DC25}" presName="textRect" presStyleLbl="revTx" presStyleIdx="2" presStyleCnt="4">
        <dgm:presLayoutVars>
          <dgm:chMax val="1"/>
          <dgm:chPref val="1"/>
        </dgm:presLayoutVars>
      </dgm:prSet>
      <dgm:spPr/>
    </dgm:pt>
    <dgm:pt modelId="{4BD70990-74FB-4E44-A68F-8DBC949E9294}" type="pres">
      <dgm:prSet presAssocID="{4827235A-F137-4A43-B725-6B9B885E8D26}" presName="sibTrans" presStyleLbl="sibTrans2D1" presStyleIdx="0" presStyleCnt="0"/>
      <dgm:spPr/>
    </dgm:pt>
    <dgm:pt modelId="{98335705-911F-4784-9A26-FEEFD5688119}" type="pres">
      <dgm:prSet presAssocID="{DB980CD7-65CC-4110-9BC4-5448EE1D5B29}" presName="compNode" presStyleCnt="0"/>
      <dgm:spPr/>
    </dgm:pt>
    <dgm:pt modelId="{57131E80-1DE3-43B4-8542-BC0A8B0C003F}" type="pres">
      <dgm:prSet presAssocID="{DB980CD7-65CC-4110-9BC4-5448EE1D5B29}" presName="iconBgRect" presStyleLbl="bgShp" presStyleIdx="3" presStyleCnt="4"/>
      <dgm:spPr/>
    </dgm:pt>
    <dgm:pt modelId="{534B0FFA-2387-42CB-80CD-C4019EE9104C}" type="pres">
      <dgm:prSet presAssocID="{DB980CD7-65CC-4110-9BC4-5448EE1D5B2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 with solid fill"/>
        </a:ext>
      </dgm:extLst>
    </dgm:pt>
    <dgm:pt modelId="{20274A30-D8F0-4136-804A-151482D1370A}" type="pres">
      <dgm:prSet presAssocID="{DB980CD7-65CC-4110-9BC4-5448EE1D5B29}" presName="spaceRect" presStyleCnt="0"/>
      <dgm:spPr/>
    </dgm:pt>
    <dgm:pt modelId="{6FDCB63F-6CB1-4FB5-B121-B95C0740EE07}" type="pres">
      <dgm:prSet presAssocID="{DB980CD7-65CC-4110-9BC4-5448EE1D5B2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BCA7420-D57A-485F-AE5C-D579B8A9EFBD}" type="presOf" srcId="{4827235A-F137-4A43-B725-6B9B885E8D26}" destId="{4BD70990-74FB-4E44-A68F-8DBC949E9294}" srcOrd="0" destOrd="0" presId="urn:microsoft.com/office/officeart/2018/2/layout/IconCircleList"/>
    <dgm:cxn modelId="{05548C27-BB3B-42E0-A810-E7D7B588BD0D}" type="presOf" srcId="{A2C23E9A-7A50-41E1-A686-E73A3C07FEE7}" destId="{BFC680B8-6FE6-401C-9539-AAA939BE8457}" srcOrd="0" destOrd="0" presId="urn:microsoft.com/office/officeart/2018/2/layout/IconCircleList"/>
    <dgm:cxn modelId="{BEF5AB2A-A3B5-4739-93F2-ECA788A102F7}" srcId="{A2C23E9A-7A50-41E1-A686-E73A3C07FEE7}" destId="{427FE9F2-2FB1-4158-BCD8-3BFFFA90D9D6}" srcOrd="0" destOrd="0" parTransId="{EFDF330F-DBD0-49A4-91CD-4224C2E37C92}" sibTransId="{9C5C122C-6CE9-40B7-BD3D-E2489368DDE8}"/>
    <dgm:cxn modelId="{26753A2E-F6D7-43D8-96BC-1D39DD6ED12F}" type="presOf" srcId="{A3995F44-BB27-4F03-93B5-67349808A0A8}" destId="{4652A5D0-C604-4D99-8AA2-D2A4548BE62D}" srcOrd="0" destOrd="0" presId="urn:microsoft.com/office/officeart/2018/2/layout/IconCircleList"/>
    <dgm:cxn modelId="{5F918D49-91A2-4A6F-BE39-954EA6128A38}" type="presOf" srcId="{00F7ACE3-E8F4-4BA4-A098-07627B2B95C7}" destId="{C8729D10-1F25-462B-AFA0-7DDC686BD002}" srcOrd="0" destOrd="0" presId="urn:microsoft.com/office/officeart/2018/2/layout/IconCircleList"/>
    <dgm:cxn modelId="{EBFD0772-BD32-4F40-A3EF-C1B04C4586A0}" type="presOf" srcId="{9C5C122C-6CE9-40B7-BD3D-E2489368DDE8}" destId="{2CDA244C-D702-4C66-9095-48FEA64502CA}" srcOrd="0" destOrd="0" presId="urn:microsoft.com/office/officeart/2018/2/layout/IconCircleList"/>
    <dgm:cxn modelId="{FD665D78-0A8C-451E-8439-10806A91D66F}" type="presOf" srcId="{DB980CD7-65CC-4110-9BC4-5448EE1D5B29}" destId="{6FDCB63F-6CB1-4FB5-B121-B95C0740EE07}" srcOrd="0" destOrd="0" presId="urn:microsoft.com/office/officeart/2018/2/layout/IconCircleList"/>
    <dgm:cxn modelId="{A15B2A86-61C4-440A-A1F5-BDBE787C0FBD}" srcId="{A2C23E9A-7A50-41E1-A686-E73A3C07FEE7}" destId="{A3995F44-BB27-4F03-93B5-67349808A0A8}" srcOrd="1" destOrd="0" parTransId="{93A8BF95-A991-4DF7-9AB7-C528E299244E}" sibTransId="{00F7ACE3-E8F4-4BA4-A098-07627B2B95C7}"/>
    <dgm:cxn modelId="{DADB128C-3111-42B3-B731-E41EA0437077}" srcId="{A2C23E9A-7A50-41E1-A686-E73A3C07FEE7}" destId="{DB980CD7-65CC-4110-9BC4-5448EE1D5B29}" srcOrd="3" destOrd="0" parTransId="{CE5B8E7A-91CB-4533-B95D-AC26E96D5512}" sibTransId="{F9E697B4-7034-4153-A799-A2FA49079AC3}"/>
    <dgm:cxn modelId="{179DA18F-5AA5-49FB-A410-E5EA3C60EC07}" type="presOf" srcId="{1A595D6A-D9A1-4D64-9428-4FCCBF20DC25}" destId="{D4BCCB48-FF1E-4DAF-91E0-287603BB4B93}" srcOrd="0" destOrd="0" presId="urn:microsoft.com/office/officeart/2018/2/layout/IconCircleList"/>
    <dgm:cxn modelId="{DC2A9BE1-4EF0-4BA7-84F1-9B4CDA282A4E}" srcId="{A2C23E9A-7A50-41E1-A686-E73A3C07FEE7}" destId="{1A595D6A-D9A1-4D64-9428-4FCCBF20DC25}" srcOrd="2" destOrd="0" parTransId="{4996A6A2-47CB-4C87-ADE0-90901BE193AE}" sibTransId="{4827235A-F137-4A43-B725-6B9B885E8D26}"/>
    <dgm:cxn modelId="{D144C9EE-3CBB-43A7-BD92-0323723F722E}" type="presOf" srcId="{427FE9F2-2FB1-4158-BCD8-3BFFFA90D9D6}" destId="{8526AA8E-7583-4047-9E58-EFB679F9312F}" srcOrd="0" destOrd="0" presId="urn:microsoft.com/office/officeart/2018/2/layout/IconCircleList"/>
    <dgm:cxn modelId="{5F1262D0-B3DD-44DF-BF98-6E4C23BDADA7}" type="presParOf" srcId="{BFC680B8-6FE6-401C-9539-AAA939BE8457}" destId="{F58F4A0B-096A-4657-925D-55BAE46AFA9D}" srcOrd="0" destOrd="0" presId="urn:microsoft.com/office/officeart/2018/2/layout/IconCircleList"/>
    <dgm:cxn modelId="{4B2F8E17-FAC3-497E-A456-A39C16B62212}" type="presParOf" srcId="{F58F4A0B-096A-4657-925D-55BAE46AFA9D}" destId="{54954328-D7E4-4DD1-BE1E-AB54DC8AE189}" srcOrd="0" destOrd="0" presId="urn:microsoft.com/office/officeart/2018/2/layout/IconCircleList"/>
    <dgm:cxn modelId="{FC5563CB-5683-439B-BC3A-3CAA6B1995B9}" type="presParOf" srcId="{54954328-D7E4-4DD1-BE1E-AB54DC8AE189}" destId="{149146C8-5569-4E23-B4C7-55D7A9B6C4D1}" srcOrd="0" destOrd="0" presId="urn:microsoft.com/office/officeart/2018/2/layout/IconCircleList"/>
    <dgm:cxn modelId="{B48511D3-90B9-4AB5-9A2F-C1FC2E8212D4}" type="presParOf" srcId="{54954328-D7E4-4DD1-BE1E-AB54DC8AE189}" destId="{A0C16CD3-8C0D-4DC2-8AFF-99ADCD9FFE4B}" srcOrd="1" destOrd="0" presId="urn:microsoft.com/office/officeart/2018/2/layout/IconCircleList"/>
    <dgm:cxn modelId="{A2EC7290-2C75-47C5-8141-1D163B57A2B2}" type="presParOf" srcId="{54954328-D7E4-4DD1-BE1E-AB54DC8AE189}" destId="{04100151-38D4-46B4-B6CA-D9FC8EAF0EBE}" srcOrd="2" destOrd="0" presId="urn:microsoft.com/office/officeart/2018/2/layout/IconCircleList"/>
    <dgm:cxn modelId="{28B2852D-4B7B-40AA-832A-D9B7574A4A5A}" type="presParOf" srcId="{54954328-D7E4-4DD1-BE1E-AB54DC8AE189}" destId="{8526AA8E-7583-4047-9E58-EFB679F9312F}" srcOrd="3" destOrd="0" presId="urn:microsoft.com/office/officeart/2018/2/layout/IconCircleList"/>
    <dgm:cxn modelId="{E0FFCE66-7175-4984-A883-D8ACA3464301}" type="presParOf" srcId="{F58F4A0B-096A-4657-925D-55BAE46AFA9D}" destId="{2CDA244C-D702-4C66-9095-48FEA64502CA}" srcOrd="1" destOrd="0" presId="urn:microsoft.com/office/officeart/2018/2/layout/IconCircleList"/>
    <dgm:cxn modelId="{56E4DABB-316A-498F-8A7F-1CC6922FC987}" type="presParOf" srcId="{F58F4A0B-096A-4657-925D-55BAE46AFA9D}" destId="{29DC2214-4751-49C5-8895-8CE8A2303251}" srcOrd="2" destOrd="0" presId="urn:microsoft.com/office/officeart/2018/2/layout/IconCircleList"/>
    <dgm:cxn modelId="{B54880EF-64B8-4F1A-BE99-FF929F7D020A}" type="presParOf" srcId="{29DC2214-4751-49C5-8895-8CE8A2303251}" destId="{90EFC95B-8EE6-4CF0-A290-FEFF490DFF18}" srcOrd="0" destOrd="0" presId="urn:microsoft.com/office/officeart/2018/2/layout/IconCircleList"/>
    <dgm:cxn modelId="{DBE25A00-2E9B-4618-94CB-7F88E3F254B7}" type="presParOf" srcId="{29DC2214-4751-49C5-8895-8CE8A2303251}" destId="{D4103826-BC27-4794-A9D1-471818C39D15}" srcOrd="1" destOrd="0" presId="urn:microsoft.com/office/officeart/2018/2/layout/IconCircleList"/>
    <dgm:cxn modelId="{82BBDC55-7A9D-4370-BAC6-E80A343A51D5}" type="presParOf" srcId="{29DC2214-4751-49C5-8895-8CE8A2303251}" destId="{F9ABB13A-75C7-414E-9B53-154E074F545E}" srcOrd="2" destOrd="0" presId="urn:microsoft.com/office/officeart/2018/2/layout/IconCircleList"/>
    <dgm:cxn modelId="{BB9542D5-17C9-423F-B6DA-090ECCA074E7}" type="presParOf" srcId="{29DC2214-4751-49C5-8895-8CE8A2303251}" destId="{4652A5D0-C604-4D99-8AA2-D2A4548BE62D}" srcOrd="3" destOrd="0" presId="urn:microsoft.com/office/officeart/2018/2/layout/IconCircleList"/>
    <dgm:cxn modelId="{C83C0D58-1415-4F3C-920C-63252A1504F6}" type="presParOf" srcId="{F58F4A0B-096A-4657-925D-55BAE46AFA9D}" destId="{C8729D10-1F25-462B-AFA0-7DDC686BD002}" srcOrd="3" destOrd="0" presId="urn:microsoft.com/office/officeart/2018/2/layout/IconCircleList"/>
    <dgm:cxn modelId="{241E7E94-92F6-43EE-9559-1AA84E7D2E46}" type="presParOf" srcId="{F58F4A0B-096A-4657-925D-55BAE46AFA9D}" destId="{8CA5DD05-C367-470E-88E2-B10E71E886D4}" srcOrd="4" destOrd="0" presId="urn:microsoft.com/office/officeart/2018/2/layout/IconCircleList"/>
    <dgm:cxn modelId="{303CF174-C473-4525-97B9-E2420764DF4A}" type="presParOf" srcId="{8CA5DD05-C367-470E-88E2-B10E71E886D4}" destId="{7C616A91-3190-4CEA-8C4E-3EA4798538E9}" srcOrd="0" destOrd="0" presId="urn:microsoft.com/office/officeart/2018/2/layout/IconCircleList"/>
    <dgm:cxn modelId="{CC7E6159-00B1-4386-9E89-6460AFCA0EAF}" type="presParOf" srcId="{8CA5DD05-C367-470E-88E2-B10E71E886D4}" destId="{18D3E307-1283-4E6B-9D1C-45B3B6CF5D91}" srcOrd="1" destOrd="0" presId="urn:microsoft.com/office/officeart/2018/2/layout/IconCircleList"/>
    <dgm:cxn modelId="{95E9607E-698D-439C-9A2E-764C410BAA60}" type="presParOf" srcId="{8CA5DD05-C367-470E-88E2-B10E71E886D4}" destId="{12C390BD-3A9C-4FDF-86BD-AA86FB3EC4B9}" srcOrd="2" destOrd="0" presId="urn:microsoft.com/office/officeart/2018/2/layout/IconCircleList"/>
    <dgm:cxn modelId="{06D7A96A-6CF7-446C-A97F-148B0477923E}" type="presParOf" srcId="{8CA5DD05-C367-470E-88E2-B10E71E886D4}" destId="{D4BCCB48-FF1E-4DAF-91E0-287603BB4B93}" srcOrd="3" destOrd="0" presId="urn:microsoft.com/office/officeart/2018/2/layout/IconCircleList"/>
    <dgm:cxn modelId="{46D4D4F1-6CE8-4480-88F4-8A7D62C7C3AB}" type="presParOf" srcId="{F58F4A0B-096A-4657-925D-55BAE46AFA9D}" destId="{4BD70990-74FB-4E44-A68F-8DBC949E9294}" srcOrd="5" destOrd="0" presId="urn:microsoft.com/office/officeart/2018/2/layout/IconCircleList"/>
    <dgm:cxn modelId="{B7E792E8-9529-4DDF-8D09-46F7A45399DA}" type="presParOf" srcId="{F58F4A0B-096A-4657-925D-55BAE46AFA9D}" destId="{98335705-911F-4784-9A26-FEEFD5688119}" srcOrd="6" destOrd="0" presId="urn:microsoft.com/office/officeart/2018/2/layout/IconCircleList"/>
    <dgm:cxn modelId="{FC7655F3-9413-4BC0-B145-AC90052EADFA}" type="presParOf" srcId="{98335705-911F-4784-9A26-FEEFD5688119}" destId="{57131E80-1DE3-43B4-8542-BC0A8B0C003F}" srcOrd="0" destOrd="0" presId="urn:microsoft.com/office/officeart/2018/2/layout/IconCircleList"/>
    <dgm:cxn modelId="{174AD3CD-1183-40E8-A57A-CB2E0F621D7D}" type="presParOf" srcId="{98335705-911F-4784-9A26-FEEFD5688119}" destId="{534B0FFA-2387-42CB-80CD-C4019EE9104C}" srcOrd="1" destOrd="0" presId="urn:microsoft.com/office/officeart/2018/2/layout/IconCircleList"/>
    <dgm:cxn modelId="{A73192D1-DB99-4B8E-BA5F-E740291E5E75}" type="presParOf" srcId="{98335705-911F-4784-9A26-FEEFD5688119}" destId="{20274A30-D8F0-4136-804A-151482D1370A}" srcOrd="2" destOrd="0" presId="urn:microsoft.com/office/officeart/2018/2/layout/IconCircleList"/>
    <dgm:cxn modelId="{3C0A7523-423E-4AE5-B735-2B27EE842DA9}" type="presParOf" srcId="{98335705-911F-4784-9A26-FEEFD5688119}" destId="{6FDCB63F-6CB1-4FB5-B121-B95C0740EE0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15B952-5E92-4BDA-9F20-AC4A3526EC52}">
      <dsp:nvSpPr>
        <dsp:cNvPr id="0" name=""/>
        <dsp:cNvSpPr/>
      </dsp:nvSpPr>
      <dsp:spPr>
        <a:xfrm>
          <a:off x="286411" y="1023690"/>
          <a:ext cx="572315" cy="5723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CBEE95-58F1-4464-85CA-5D881AF09C56}">
      <dsp:nvSpPr>
        <dsp:cNvPr id="0" name=""/>
        <dsp:cNvSpPr/>
      </dsp:nvSpPr>
      <dsp:spPr>
        <a:xfrm>
          <a:off x="406597" y="1143876"/>
          <a:ext cx="331943" cy="33194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38C5FB-38A2-495D-84B3-C5FC5CC99534}">
      <dsp:nvSpPr>
        <dsp:cNvPr id="0" name=""/>
        <dsp:cNvSpPr/>
      </dsp:nvSpPr>
      <dsp:spPr>
        <a:xfrm>
          <a:off x="981366" y="1023690"/>
          <a:ext cx="1349029" cy="5723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300" kern="1200" noProof="0" dirty="0"/>
            <a:t>Diagnóstico inicial de los datos</a:t>
          </a:r>
        </a:p>
      </dsp:txBody>
      <dsp:txXfrm>
        <a:off x="981366" y="1023690"/>
        <a:ext cx="1349029" cy="572315"/>
      </dsp:txXfrm>
    </dsp:sp>
    <dsp:sp modelId="{16517BA9-DEDD-425F-96E0-8356386C3613}">
      <dsp:nvSpPr>
        <dsp:cNvPr id="0" name=""/>
        <dsp:cNvSpPr/>
      </dsp:nvSpPr>
      <dsp:spPr>
        <a:xfrm>
          <a:off x="2565454" y="1023690"/>
          <a:ext cx="572315" cy="5723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63392A-D7A3-4876-9834-8572F1E4D307}">
      <dsp:nvSpPr>
        <dsp:cNvPr id="0" name=""/>
        <dsp:cNvSpPr/>
      </dsp:nvSpPr>
      <dsp:spPr>
        <a:xfrm>
          <a:off x="2685640" y="1143876"/>
          <a:ext cx="331943" cy="33194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490A87-C9CD-4B09-9A80-FB94111C6449}">
      <dsp:nvSpPr>
        <dsp:cNvPr id="0" name=""/>
        <dsp:cNvSpPr/>
      </dsp:nvSpPr>
      <dsp:spPr>
        <a:xfrm>
          <a:off x="3260408" y="1023690"/>
          <a:ext cx="1349029" cy="5723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300" kern="1200" noProof="0" dirty="0"/>
            <a:t>Definición de métricas de calidad</a:t>
          </a:r>
        </a:p>
      </dsp:txBody>
      <dsp:txXfrm>
        <a:off x="3260408" y="1023690"/>
        <a:ext cx="1349029" cy="572315"/>
      </dsp:txXfrm>
    </dsp:sp>
    <dsp:sp modelId="{B8C4F7AA-F2DC-4393-9988-76AD65DB32F7}">
      <dsp:nvSpPr>
        <dsp:cNvPr id="0" name=""/>
        <dsp:cNvSpPr/>
      </dsp:nvSpPr>
      <dsp:spPr>
        <a:xfrm>
          <a:off x="286411" y="1815530"/>
          <a:ext cx="572315" cy="5723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8D1398-6BC1-482C-AE64-F214E1C01443}">
      <dsp:nvSpPr>
        <dsp:cNvPr id="0" name=""/>
        <dsp:cNvSpPr/>
      </dsp:nvSpPr>
      <dsp:spPr>
        <a:xfrm>
          <a:off x="406597" y="1935716"/>
          <a:ext cx="331943" cy="33194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678AA4-B3F4-42E5-A5D5-DBCEF447C170}">
      <dsp:nvSpPr>
        <dsp:cNvPr id="0" name=""/>
        <dsp:cNvSpPr/>
      </dsp:nvSpPr>
      <dsp:spPr>
        <a:xfrm>
          <a:off x="981366" y="1815530"/>
          <a:ext cx="1349029" cy="5723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300" kern="1200" noProof="0" dirty="0"/>
            <a:t>Diseño del sistema de evaluación</a:t>
          </a:r>
        </a:p>
      </dsp:txBody>
      <dsp:txXfrm>
        <a:off x="981366" y="1815530"/>
        <a:ext cx="1349029" cy="5723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9146C8-5569-4E23-B4C7-55D7A9B6C4D1}">
      <dsp:nvSpPr>
        <dsp:cNvPr id="0" name=""/>
        <dsp:cNvSpPr/>
      </dsp:nvSpPr>
      <dsp:spPr>
        <a:xfrm>
          <a:off x="184883" y="362836"/>
          <a:ext cx="1321746" cy="132174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C16CD3-8C0D-4DC2-8AFF-99ADCD9FFE4B}">
      <dsp:nvSpPr>
        <dsp:cNvPr id="0" name=""/>
        <dsp:cNvSpPr/>
      </dsp:nvSpPr>
      <dsp:spPr>
        <a:xfrm>
          <a:off x="462450" y="640403"/>
          <a:ext cx="766613" cy="7666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26AA8E-7583-4047-9E58-EFB679F9312F}">
      <dsp:nvSpPr>
        <dsp:cNvPr id="0" name=""/>
        <dsp:cNvSpPr/>
      </dsp:nvSpPr>
      <dsp:spPr>
        <a:xfrm>
          <a:off x="1789861" y="362836"/>
          <a:ext cx="3115545" cy="13217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800" kern="1200" noProof="0" dirty="0">
              <a:ea typeface="+mn-ea"/>
              <a:cs typeface="+mn-cs"/>
            </a:rPr>
            <a:t>1. Métodos estadísticos (distancia a la media, IQR, z-score) </a:t>
          </a:r>
        </a:p>
      </dsp:txBody>
      <dsp:txXfrm>
        <a:off x="1789861" y="362836"/>
        <a:ext cx="3115545" cy="1321746"/>
      </dsp:txXfrm>
    </dsp:sp>
    <dsp:sp modelId="{90EFC95B-8EE6-4CF0-A290-FEFF490DFF18}">
      <dsp:nvSpPr>
        <dsp:cNvPr id="0" name=""/>
        <dsp:cNvSpPr/>
      </dsp:nvSpPr>
      <dsp:spPr>
        <a:xfrm>
          <a:off x="5448267" y="362836"/>
          <a:ext cx="1321746" cy="132174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103826-BC27-4794-A9D1-471818C39D15}">
      <dsp:nvSpPr>
        <dsp:cNvPr id="0" name=""/>
        <dsp:cNvSpPr/>
      </dsp:nvSpPr>
      <dsp:spPr>
        <a:xfrm>
          <a:off x="5725834" y="640403"/>
          <a:ext cx="766613" cy="7666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52A5D0-C604-4D99-8AA2-D2A4548BE62D}">
      <dsp:nvSpPr>
        <dsp:cNvPr id="0" name=""/>
        <dsp:cNvSpPr/>
      </dsp:nvSpPr>
      <dsp:spPr>
        <a:xfrm>
          <a:off x="7053245" y="362836"/>
          <a:ext cx="3115545" cy="13217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800" kern="1200" noProof="0" dirty="0">
              <a:ea typeface="+mn-ea"/>
              <a:cs typeface="+mn-cs"/>
            </a:rPr>
            <a:t>2. Utilizando aprendizaje no supervisado (p. ej., PCA).</a:t>
          </a:r>
        </a:p>
      </dsp:txBody>
      <dsp:txXfrm>
        <a:off x="7053245" y="362836"/>
        <a:ext cx="3115545" cy="1321746"/>
      </dsp:txXfrm>
    </dsp:sp>
    <dsp:sp modelId="{7C616A91-3190-4CEA-8C4E-3EA4798538E9}">
      <dsp:nvSpPr>
        <dsp:cNvPr id="0" name=""/>
        <dsp:cNvSpPr/>
      </dsp:nvSpPr>
      <dsp:spPr>
        <a:xfrm>
          <a:off x="184883" y="2374653"/>
          <a:ext cx="1321746" cy="132174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D3E307-1283-4E6B-9D1C-45B3B6CF5D91}">
      <dsp:nvSpPr>
        <dsp:cNvPr id="0" name=""/>
        <dsp:cNvSpPr/>
      </dsp:nvSpPr>
      <dsp:spPr>
        <a:xfrm>
          <a:off x="462450" y="2652220"/>
          <a:ext cx="766613" cy="7666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BCCB48-FF1E-4DAF-91E0-287603BB4B93}">
      <dsp:nvSpPr>
        <dsp:cNvPr id="0" name=""/>
        <dsp:cNvSpPr/>
      </dsp:nvSpPr>
      <dsp:spPr>
        <a:xfrm>
          <a:off x="1789861" y="2374653"/>
          <a:ext cx="3115545" cy="13217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800" kern="1200" noProof="0" dirty="0">
              <a:ea typeface="+mn-ea"/>
              <a:cs typeface="+mn-cs"/>
            </a:rPr>
            <a:t>3. Serie de tiempo (calculo residuos)</a:t>
          </a:r>
        </a:p>
      </dsp:txBody>
      <dsp:txXfrm>
        <a:off x="1789861" y="2374653"/>
        <a:ext cx="3115545" cy="1321746"/>
      </dsp:txXfrm>
    </dsp:sp>
    <dsp:sp modelId="{57131E80-1DE3-43B4-8542-BC0A8B0C003F}">
      <dsp:nvSpPr>
        <dsp:cNvPr id="0" name=""/>
        <dsp:cNvSpPr/>
      </dsp:nvSpPr>
      <dsp:spPr>
        <a:xfrm>
          <a:off x="5448267" y="2374653"/>
          <a:ext cx="1321746" cy="132174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4B0FFA-2387-42CB-80CD-C4019EE9104C}">
      <dsp:nvSpPr>
        <dsp:cNvPr id="0" name=""/>
        <dsp:cNvSpPr/>
      </dsp:nvSpPr>
      <dsp:spPr>
        <a:xfrm>
          <a:off x="5725834" y="2652220"/>
          <a:ext cx="766613" cy="7666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DCB63F-6CB1-4FB5-B121-B95C0740EE07}">
      <dsp:nvSpPr>
        <dsp:cNvPr id="0" name=""/>
        <dsp:cNvSpPr/>
      </dsp:nvSpPr>
      <dsp:spPr>
        <a:xfrm>
          <a:off x="7053245" y="2374653"/>
          <a:ext cx="3115545" cy="13217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800" kern="1200" noProof="0" dirty="0">
              <a:ea typeface="+mn-ea"/>
              <a:cs typeface="+mn-cs"/>
            </a:rPr>
            <a:t>4. Naturaleza de los datos</a:t>
          </a:r>
        </a:p>
      </dsp:txBody>
      <dsp:txXfrm>
        <a:off x="7053245" y="2374653"/>
        <a:ext cx="3115545" cy="13217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E0C773-1EBF-4445-96D5-9CDB7DE9012C}" type="datetimeFigureOut">
              <a:rPr lang="es-CL" smtClean="0"/>
              <a:t>22-08-2025</a:t>
            </a:fld>
            <a:endParaRPr lang="es-C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452814-0D18-4CD3-91F9-34B0161C6244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51734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452814-0D18-4CD3-91F9-34B0161C6244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102044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6830" indent="0">
              <a:lnSpc>
                <a:spcPct val="90000"/>
              </a:lnSpc>
              <a:buClr>
                <a:srgbClr val="00AFE3"/>
              </a:buClr>
              <a:buNone/>
            </a:pPr>
            <a:r>
              <a:rPr lang="es-CL" sz="1200" b="1" noProof="0">
                <a:effectLst/>
              </a:rPr>
              <a:t>Quiénes son</a:t>
            </a:r>
            <a:r>
              <a:rPr lang="es-CL" sz="1200" b="1">
                <a:effectLst/>
              </a:rPr>
              <a:t> </a:t>
            </a:r>
            <a:endParaRPr lang="es-CL" altLang="zh-CN" sz="1200" b="1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/>
            </a:endParaRPr>
          </a:p>
          <a:p>
            <a:pPr indent="-305435">
              <a:lnSpc>
                <a:spcPct val="90000"/>
              </a:lnSpc>
              <a:buClr>
                <a:srgbClr val="00AFE3"/>
              </a:buClr>
            </a:pPr>
            <a:r>
              <a:rPr lang="es-CL" sz="1200" noProof="0" err="1">
                <a:effectLst/>
              </a:rPr>
              <a:t>Ainwater</a:t>
            </a:r>
            <a:r>
              <a:rPr lang="es-CL" sz="1200" noProof="0">
                <a:effectLst/>
              </a:rPr>
              <a:t> es una startup chilena de tecnología que desarrolla soluciones de inteligencia artificial para optimizar plantas de tratamiento de agua.</a:t>
            </a:r>
            <a:endParaRPr lang="es-CL" sz="1200" noProof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/>
            </a:endParaRPr>
          </a:p>
          <a:p>
            <a:pPr indent="-305435">
              <a:lnSpc>
                <a:spcPct val="90000"/>
              </a:lnSpc>
              <a:buClr>
                <a:srgbClr val="00AFE3"/>
              </a:buClr>
            </a:pPr>
            <a:r>
              <a:rPr lang="es-CL" sz="1200" noProof="0">
                <a:effectLst/>
              </a:rPr>
              <a:t>Opera actualmente en Chile, México y Brasil, con planes en proceso de expandirse a Colombia y España. </a:t>
            </a:r>
            <a:endParaRPr lang="es-CL" sz="1200" noProof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/>
            </a:endParaRPr>
          </a:p>
          <a:p>
            <a:pPr marL="36830" indent="0">
              <a:lnSpc>
                <a:spcPct val="90000"/>
              </a:lnSpc>
              <a:buClr>
                <a:srgbClr val="00AFE3"/>
              </a:buClr>
              <a:buNone/>
            </a:pPr>
            <a:r>
              <a:rPr lang="es-CL" sz="1200" b="1" noProof="0">
                <a:effectLst/>
              </a:rPr>
              <a:t>Qué hacen</a:t>
            </a:r>
            <a:endParaRPr lang="es-CL" sz="1200" b="1" noProof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/>
            </a:endParaRPr>
          </a:p>
          <a:p>
            <a:pPr indent="-305435">
              <a:lnSpc>
                <a:spcPct val="90000"/>
              </a:lnSpc>
              <a:buClr>
                <a:srgbClr val="00AFE3"/>
              </a:buClr>
            </a:pPr>
            <a:r>
              <a:rPr lang="es-CL" sz="1200" noProof="0">
                <a:effectLst/>
              </a:rPr>
              <a:t>Su solución monitorea en tiempo real el funcionamiento de plantas de aguas (residuales, industriales, etc.) y emite alertas predictivas con recomendaciones de control. </a:t>
            </a:r>
            <a:endParaRPr lang="es-CL" sz="1200" noProof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/>
            </a:endParaRPr>
          </a:p>
          <a:p>
            <a:pPr marL="36830" indent="0">
              <a:lnSpc>
                <a:spcPct val="90000"/>
              </a:lnSpc>
              <a:buClr>
                <a:srgbClr val="00AFE3"/>
              </a:buClr>
              <a:buNone/>
            </a:pPr>
            <a:r>
              <a:rPr lang="es-CL" sz="1200" b="1" noProof="0">
                <a:effectLst/>
              </a:rPr>
              <a:t>Impacto y ventajas</a:t>
            </a:r>
            <a:endParaRPr lang="es-CL" sz="1200" b="1" noProof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/>
            </a:endParaRPr>
          </a:p>
          <a:p>
            <a:pPr indent="-305435">
              <a:lnSpc>
                <a:spcPct val="90000"/>
              </a:lnSpc>
              <a:buClr>
                <a:srgbClr val="00AFE3"/>
              </a:buClr>
            </a:pPr>
            <a:r>
              <a:rPr lang="es-CL" sz="1200" noProof="0">
                <a:effectLst/>
              </a:rPr>
              <a:t>Ahorro significativo de costos operativos y mejora en eficiencia energética, sin necesidad de cambiar infraestructura física. </a:t>
            </a:r>
            <a:endParaRPr lang="es-CL" sz="1200" noProof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/>
            </a:endParaRPr>
          </a:p>
          <a:p>
            <a:pPr indent="-305435">
              <a:lnSpc>
                <a:spcPct val="90000"/>
              </a:lnSpc>
              <a:buClr>
                <a:srgbClr val="00AFE3"/>
              </a:buClr>
            </a:pPr>
            <a:r>
              <a:rPr lang="es-CL" sz="1200" noProof="0">
                <a:effectLst/>
              </a:rPr>
              <a:t>Apuntan a garantizar continuidad operativa, cumplimiento normativo y eficiencia sostenida mediante inteligencia artificial y operación preventivo-predictiva. </a:t>
            </a:r>
            <a:endParaRPr lang="es-CL" sz="1200" noProof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/>
            </a:endParaRPr>
          </a:p>
          <a:p>
            <a:pPr indent="-305435">
              <a:lnSpc>
                <a:spcPct val="90000"/>
              </a:lnSpc>
              <a:buClr>
                <a:srgbClr val="00AFE3"/>
              </a:buClr>
            </a:pPr>
            <a:endParaRPr lang="es-CL" sz="1200" noProof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/>
            </a:endParaRPr>
          </a:p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452814-0D18-4CD3-91F9-34B0161C6244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110517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6A030-8CED-B311-208B-797B93D81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3791F0-0998-AC47-D690-44FAA87539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655475-D18F-1592-11BC-F5213FB929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6830" indent="0">
              <a:lnSpc>
                <a:spcPct val="90000"/>
              </a:lnSpc>
              <a:buClr>
                <a:srgbClr val="00AFE3"/>
              </a:buClr>
              <a:buNone/>
            </a:pPr>
            <a:r>
              <a:rPr lang="es-CL" sz="1200" b="1" noProof="0">
                <a:effectLst/>
              </a:rPr>
              <a:t>Quiénes son</a:t>
            </a:r>
            <a:r>
              <a:rPr lang="es-CL" sz="1200" b="1">
                <a:effectLst/>
              </a:rPr>
              <a:t> </a:t>
            </a:r>
            <a:endParaRPr lang="es-CL" altLang="zh-CN" sz="1200" b="1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/>
            </a:endParaRPr>
          </a:p>
          <a:p>
            <a:pPr indent="-305435">
              <a:lnSpc>
                <a:spcPct val="90000"/>
              </a:lnSpc>
              <a:buClr>
                <a:srgbClr val="00AFE3"/>
              </a:buClr>
            </a:pPr>
            <a:r>
              <a:rPr lang="es-CL" sz="1200" noProof="0" err="1">
                <a:effectLst/>
              </a:rPr>
              <a:t>Ainwater</a:t>
            </a:r>
            <a:r>
              <a:rPr lang="es-CL" sz="1200" noProof="0">
                <a:effectLst/>
              </a:rPr>
              <a:t> es una startup chilena de tecnología que desarrolla soluciones de inteligencia artificial para optimizar plantas de tratamiento de agua.</a:t>
            </a:r>
            <a:endParaRPr lang="es-CL" sz="1200" noProof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/>
            </a:endParaRPr>
          </a:p>
          <a:p>
            <a:pPr indent="-305435">
              <a:lnSpc>
                <a:spcPct val="90000"/>
              </a:lnSpc>
              <a:buClr>
                <a:srgbClr val="00AFE3"/>
              </a:buClr>
            </a:pPr>
            <a:r>
              <a:rPr lang="es-CL" sz="1200" noProof="0">
                <a:effectLst/>
              </a:rPr>
              <a:t>Opera actualmente en Chile, México y Brasil, con planes en proceso de expandirse a Colombia y España. </a:t>
            </a:r>
            <a:endParaRPr lang="es-CL" sz="1200" noProof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/>
            </a:endParaRPr>
          </a:p>
          <a:p>
            <a:pPr marL="36830" indent="0">
              <a:lnSpc>
                <a:spcPct val="90000"/>
              </a:lnSpc>
              <a:buClr>
                <a:srgbClr val="00AFE3"/>
              </a:buClr>
              <a:buNone/>
            </a:pPr>
            <a:r>
              <a:rPr lang="es-CL" sz="1200" b="1" noProof="0">
                <a:effectLst/>
              </a:rPr>
              <a:t>Qué hacen</a:t>
            </a:r>
            <a:endParaRPr lang="es-CL" sz="1200" b="1" noProof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/>
            </a:endParaRPr>
          </a:p>
          <a:p>
            <a:pPr indent="-305435">
              <a:lnSpc>
                <a:spcPct val="90000"/>
              </a:lnSpc>
              <a:buClr>
                <a:srgbClr val="00AFE3"/>
              </a:buClr>
            </a:pPr>
            <a:r>
              <a:rPr lang="es-CL" sz="1200" noProof="0">
                <a:effectLst/>
              </a:rPr>
              <a:t>Su solución monitorea en tiempo real el funcionamiento de plantas de aguas (residuales, industriales, etc.) y emite alertas predictivas con recomendaciones de control. </a:t>
            </a:r>
            <a:endParaRPr lang="es-CL" sz="1200" noProof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/>
            </a:endParaRPr>
          </a:p>
          <a:p>
            <a:pPr marL="36830" indent="0">
              <a:lnSpc>
                <a:spcPct val="90000"/>
              </a:lnSpc>
              <a:buClr>
                <a:srgbClr val="00AFE3"/>
              </a:buClr>
              <a:buNone/>
            </a:pPr>
            <a:r>
              <a:rPr lang="es-CL" sz="1200" b="1" noProof="0">
                <a:effectLst/>
              </a:rPr>
              <a:t>Impacto y ventajas</a:t>
            </a:r>
            <a:endParaRPr lang="es-CL" sz="1200" b="1" noProof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/>
            </a:endParaRPr>
          </a:p>
          <a:p>
            <a:pPr indent="-305435">
              <a:lnSpc>
                <a:spcPct val="90000"/>
              </a:lnSpc>
              <a:buClr>
                <a:srgbClr val="00AFE3"/>
              </a:buClr>
            </a:pPr>
            <a:r>
              <a:rPr lang="es-CL" sz="1200" noProof="0">
                <a:effectLst/>
              </a:rPr>
              <a:t>Ahorro significativo de costos operativos y mejora en eficiencia energética, sin necesidad de cambiar infraestructura física. </a:t>
            </a:r>
            <a:endParaRPr lang="es-CL" sz="1200" noProof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/>
            </a:endParaRPr>
          </a:p>
          <a:p>
            <a:pPr indent="-305435">
              <a:lnSpc>
                <a:spcPct val="90000"/>
              </a:lnSpc>
              <a:buClr>
                <a:srgbClr val="00AFE3"/>
              </a:buClr>
            </a:pPr>
            <a:r>
              <a:rPr lang="es-CL" sz="1200" noProof="0">
                <a:effectLst/>
              </a:rPr>
              <a:t>Apuntan a garantizar continuidad operativa, cumplimiento normativo y eficiencia sostenida mediante inteligencia artificial y operación preventivo-predictiva. </a:t>
            </a:r>
            <a:endParaRPr lang="es-CL" sz="1200" noProof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/>
            </a:endParaRPr>
          </a:p>
          <a:p>
            <a:pPr indent="-305435">
              <a:lnSpc>
                <a:spcPct val="90000"/>
              </a:lnSpc>
              <a:buClr>
                <a:srgbClr val="00AFE3"/>
              </a:buClr>
            </a:pPr>
            <a:endParaRPr lang="es-CL" sz="1200" noProof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/>
            </a:endParaRPr>
          </a:p>
          <a:p>
            <a:endParaRPr lang="es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1507D2-30AA-20DB-3DF8-B331B116DD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452814-0D18-4CD3-91F9-34B0161C6244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035938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217CD-B947-1014-3A64-F4460A35F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ED085F-ACDF-03D7-CAA3-CCFED10997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C3E88D-B049-E090-3BE1-3545E324AB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6830" indent="0">
              <a:lnSpc>
                <a:spcPct val="90000"/>
              </a:lnSpc>
              <a:buClr>
                <a:srgbClr val="00AFE3"/>
              </a:buClr>
              <a:buNone/>
            </a:pPr>
            <a:r>
              <a:rPr lang="es-CL" sz="1200" b="1" noProof="0">
                <a:effectLst/>
              </a:rPr>
              <a:t>Quiénes son</a:t>
            </a:r>
            <a:r>
              <a:rPr lang="es-CL" sz="1200" b="1">
                <a:effectLst/>
              </a:rPr>
              <a:t> </a:t>
            </a:r>
            <a:endParaRPr lang="es-CL" altLang="zh-CN" sz="1200" b="1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/>
            </a:endParaRPr>
          </a:p>
          <a:p>
            <a:pPr indent="-305435">
              <a:lnSpc>
                <a:spcPct val="90000"/>
              </a:lnSpc>
              <a:buClr>
                <a:srgbClr val="00AFE3"/>
              </a:buClr>
            </a:pPr>
            <a:r>
              <a:rPr lang="es-CL" sz="1200" noProof="0" err="1">
                <a:effectLst/>
              </a:rPr>
              <a:t>Ainwater</a:t>
            </a:r>
            <a:r>
              <a:rPr lang="es-CL" sz="1200" noProof="0">
                <a:effectLst/>
              </a:rPr>
              <a:t> es una startup chilena de tecnología que desarrolla soluciones de inteligencia artificial para optimizar plantas de tratamiento de agua.</a:t>
            </a:r>
            <a:endParaRPr lang="es-CL" sz="1200" noProof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/>
            </a:endParaRPr>
          </a:p>
          <a:p>
            <a:pPr indent="-305435">
              <a:lnSpc>
                <a:spcPct val="90000"/>
              </a:lnSpc>
              <a:buClr>
                <a:srgbClr val="00AFE3"/>
              </a:buClr>
            </a:pPr>
            <a:r>
              <a:rPr lang="es-CL" sz="1200" noProof="0">
                <a:effectLst/>
              </a:rPr>
              <a:t>Opera actualmente en Chile, México y Brasil, con planes en proceso de expandirse a Colombia y España. </a:t>
            </a:r>
            <a:endParaRPr lang="es-CL" sz="1200" noProof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/>
            </a:endParaRPr>
          </a:p>
          <a:p>
            <a:pPr marL="36830" indent="0">
              <a:lnSpc>
                <a:spcPct val="90000"/>
              </a:lnSpc>
              <a:buClr>
                <a:srgbClr val="00AFE3"/>
              </a:buClr>
              <a:buNone/>
            </a:pPr>
            <a:r>
              <a:rPr lang="es-CL" sz="1200" b="1" noProof="0">
                <a:effectLst/>
              </a:rPr>
              <a:t>Qué hacen</a:t>
            </a:r>
            <a:endParaRPr lang="es-CL" sz="1200" b="1" noProof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/>
            </a:endParaRPr>
          </a:p>
          <a:p>
            <a:pPr indent="-305435">
              <a:lnSpc>
                <a:spcPct val="90000"/>
              </a:lnSpc>
              <a:buClr>
                <a:srgbClr val="00AFE3"/>
              </a:buClr>
            </a:pPr>
            <a:r>
              <a:rPr lang="es-CL" sz="1200" noProof="0">
                <a:effectLst/>
              </a:rPr>
              <a:t>Su solución monitorea en tiempo real el funcionamiento de plantas de aguas (residuales, industriales, etc.) y emite alertas predictivas con recomendaciones de control. </a:t>
            </a:r>
            <a:endParaRPr lang="es-CL" sz="1200" noProof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/>
            </a:endParaRPr>
          </a:p>
          <a:p>
            <a:pPr marL="36830" indent="0">
              <a:lnSpc>
                <a:spcPct val="90000"/>
              </a:lnSpc>
              <a:buClr>
                <a:srgbClr val="00AFE3"/>
              </a:buClr>
              <a:buNone/>
            </a:pPr>
            <a:r>
              <a:rPr lang="es-CL" sz="1200" b="1" noProof="0">
                <a:effectLst/>
              </a:rPr>
              <a:t>Impacto y ventajas</a:t>
            </a:r>
            <a:endParaRPr lang="es-CL" sz="1200" b="1" noProof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/>
            </a:endParaRPr>
          </a:p>
          <a:p>
            <a:pPr indent="-305435">
              <a:lnSpc>
                <a:spcPct val="90000"/>
              </a:lnSpc>
              <a:buClr>
                <a:srgbClr val="00AFE3"/>
              </a:buClr>
            </a:pPr>
            <a:r>
              <a:rPr lang="es-CL" sz="1200" noProof="0">
                <a:effectLst/>
              </a:rPr>
              <a:t>Ahorro significativo de costos operativos y mejora en eficiencia energética, sin necesidad de cambiar infraestructura física. </a:t>
            </a:r>
            <a:endParaRPr lang="es-CL" sz="1200" noProof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/>
            </a:endParaRPr>
          </a:p>
          <a:p>
            <a:pPr indent="-305435">
              <a:lnSpc>
                <a:spcPct val="90000"/>
              </a:lnSpc>
              <a:buClr>
                <a:srgbClr val="00AFE3"/>
              </a:buClr>
            </a:pPr>
            <a:r>
              <a:rPr lang="es-CL" sz="1200" noProof="0">
                <a:effectLst/>
              </a:rPr>
              <a:t>Apuntan a garantizar continuidad operativa, cumplimiento normativo y eficiencia sostenida mediante inteligencia artificial y operación preventivo-predictiva. </a:t>
            </a:r>
            <a:endParaRPr lang="es-CL" sz="1200" noProof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/>
            </a:endParaRPr>
          </a:p>
          <a:p>
            <a:pPr indent="-305435">
              <a:lnSpc>
                <a:spcPct val="90000"/>
              </a:lnSpc>
              <a:buClr>
                <a:srgbClr val="00AFE3"/>
              </a:buClr>
            </a:pPr>
            <a:endParaRPr lang="es-CL" sz="1200" noProof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/>
            </a:endParaRPr>
          </a:p>
          <a:p>
            <a:endParaRPr lang="es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574D2-593E-2A58-1C94-F0EA7A3E63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452814-0D18-4CD3-91F9-34B0161C6244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743797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6DCDB-4D9E-1E2F-154B-AD9AD29BD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9E6622-31D4-1EA0-211A-22B481B8A2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FBCA6A-25CE-154A-3504-BC9B134012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6830" indent="0">
              <a:lnSpc>
                <a:spcPct val="90000"/>
              </a:lnSpc>
              <a:buClr>
                <a:srgbClr val="00AFE3"/>
              </a:buClr>
              <a:buNone/>
            </a:pPr>
            <a:r>
              <a:rPr lang="es-CL" sz="1200" b="1" noProof="0">
                <a:effectLst/>
              </a:rPr>
              <a:t>Quiénes son</a:t>
            </a:r>
            <a:r>
              <a:rPr lang="es-CL" sz="1200" b="1">
                <a:effectLst/>
              </a:rPr>
              <a:t> </a:t>
            </a:r>
            <a:endParaRPr lang="es-CL" altLang="zh-CN" sz="1200" b="1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/>
            </a:endParaRPr>
          </a:p>
          <a:p>
            <a:pPr indent="-305435">
              <a:lnSpc>
                <a:spcPct val="90000"/>
              </a:lnSpc>
              <a:buClr>
                <a:srgbClr val="00AFE3"/>
              </a:buClr>
            </a:pPr>
            <a:r>
              <a:rPr lang="es-CL" sz="1200" noProof="0" err="1">
                <a:effectLst/>
              </a:rPr>
              <a:t>Ainwater</a:t>
            </a:r>
            <a:r>
              <a:rPr lang="es-CL" sz="1200" noProof="0">
                <a:effectLst/>
              </a:rPr>
              <a:t> es una startup chilena de tecnología que desarrolla soluciones de inteligencia artificial para optimizar plantas de tratamiento de agua.</a:t>
            </a:r>
            <a:endParaRPr lang="es-CL" sz="1200" noProof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/>
            </a:endParaRPr>
          </a:p>
          <a:p>
            <a:pPr indent="-305435">
              <a:lnSpc>
                <a:spcPct val="90000"/>
              </a:lnSpc>
              <a:buClr>
                <a:srgbClr val="00AFE3"/>
              </a:buClr>
            </a:pPr>
            <a:r>
              <a:rPr lang="es-CL" sz="1200" noProof="0">
                <a:effectLst/>
              </a:rPr>
              <a:t>Opera actualmente en Chile, México y Brasil, con planes en proceso de expandirse a Colombia y España. </a:t>
            </a:r>
            <a:endParaRPr lang="es-CL" sz="1200" noProof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/>
            </a:endParaRPr>
          </a:p>
          <a:p>
            <a:pPr marL="36830" indent="0">
              <a:lnSpc>
                <a:spcPct val="90000"/>
              </a:lnSpc>
              <a:buClr>
                <a:srgbClr val="00AFE3"/>
              </a:buClr>
              <a:buNone/>
            </a:pPr>
            <a:r>
              <a:rPr lang="es-CL" sz="1200" b="1" noProof="0">
                <a:effectLst/>
              </a:rPr>
              <a:t>Qué hacen</a:t>
            </a:r>
            <a:endParaRPr lang="es-CL" sz="1200" b="1" noProof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/>
            </a:endParaRPr>
          </a:p>
          <a:p>
            <a:pPr indent="-305435">
              <a:lnSpc>
                <a:spcPct val="90000"/>
              </a:lnSpc>
              <a:buClr>
                <a:srgbClr val="00AFE3"/>
              </a:buClr>
            </a:pPr>
            <a:r>
              <a:rPr lang="es-CL" sz="1200" noProof="0">
                <a:effectLst/>
              </a:rPr>
              <a:t>Su solución monitorea en tiempo real el funcionamiento de plantas de aguas (residuales, industriales, etc.) y emite alertas predictivas con recomendaciones de control. </a:t>
            </a:r>
            <a:endParaRPr lang="es-CL" sz="1200" noProof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/>
            </a:endParaRPr>
          </a:p>
          <a:p>
            <a:pPr marL="36830" indent="0">
              <a:lnSpc>
                <a:spcPct val="90000"/>
              </a:lnSpc>
              <a:buClr>
                <a:srgbClr val="00AFE3"/>
              </a:buClr>
              <a:buNone/>
            </a:pPr>
            <a:r>
              <a:rPr lang="es-CL" sz="1200" b="1" noProof="0">
                <a:effectLst/>
              </a:rPr>
              <a:t>Impacto y ventajas</a:t>
            </a:r>
            <a:endParaRPr lang="es-CL" sz="1200" b="1" noProof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/>
            </a:endParaRPr>
          </a:p>
          <a:p>
            <a:pPr indent="-305435">
              <a:lnSpc>
                <a:spcPct val="90000"/>
              </a:lnSpc>
              <a:buClr>
                <a:srgbClr val="00AFE3"/>
              </a:buClr>
            </a:pPr>
            <a:r>
              <a:rPr lang="es-CL" sz="1200" noProof="0">
                <a:effectLst/>
              </a:rPr>
              <a:t>Ahorro significativo de costos operativos y mejora en eficiencia energética, sin necesidad de cambiar infraestructura física. </a:t>
            </a:r>
            <a:endParaRPr lang="es-CL" sz="1200" noProof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/>
            </a:endParaRPr>
          </a:p>
          <a:p>
            <a:pPr indent="-305435">
              <a:lnSpc>
                <a:spcPct val="90000"/>
              </a:lnSpc>
              <a:buClr>
                <a:srgbClr val="00AFE3"/>
              </a:buClr>
            </a:pPr>
            <a:r>
              <a:rPr lang="es-CL" sz="1200" noProof="0">
                <a:effectLst/>
              </a:rPr>
              <a:t>Apuntan a garantizar continuidad operativa, cumplimiento normativo y eficiencia sostenida mediante inteligencia artificial y operación preventivo-predictiva. </a:t>
            </a:r>
            <a:endParaRPr lang="es-CL" sz="1200" noProof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/>
            </a:endParaRPr>
          </a:p>
          <a:p>
            <a:pPr indent="-305435">
              <a:lnSpc>
                <a:spcPct val="90000"/>
              </a:lnSpc>
              <a:buClr>
                <a:srgbClr val="00AFE3"/>
              </a:buClr>
            </a:pPr>
            <a:endParaRPr lang="es-CL" sz="1200" noProof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/>
            </a:endParaRPr>
          </a:p>
          <a:p>
            <a:endParaRPr lang="es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42BAD0-9D00-AE19-76B6-9623622D73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452814-0D18-4CD3-91F9-34B0161C6244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266149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452814-0D18-4CD3-91F9-34B0161C6244}" type="slidenum">
              <a:rPr lang="es-CL" smtClean="0"/>
              <a:t>13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2643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868CF-7313-433E-B140-7E0A6D05BA41}" type="datetimeFigureOut">
              <a:rPr lang="es-CL" smtClean="0"/>
              <a:t>22-08-2025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9AC8A-234F-4CDA-B6BA-EF227A7B155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70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868CF-7313-433E-B140-7E0A6D05BA41}" type="datetimeFigureOut">
              <a:rPr lang="es-CL" smtClean="0"/>
              <a:t>22-08-2025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9AC8A-234F-4CDA-B6BA-EF227A7B155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01900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868CF-7313-433E-B140-7E0A6D05BA41}" type="datetimeFigureOut">
              <a:rPr lang="es-CL" smtClean="0"/>
              <a:t>22-08-2025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9AC8A-234F-4CDA-B6BA-EF227A7B155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83314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868CF-7313-433E-B140-7E0A6D05BA41}" type="datetimeFigureOut">
              <a:rPr lang="es-CL" smtClean="0"/>
              <a:t>22-08-2025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9AC8A-234F-4CDA-B6BA-EF227A7B155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82574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868CF-7313-433E-B140-7E0A6D05BA41}" type="datetimeFigureOut">
              <a:rPr lang="es-CL" smtClean="0"/>
              <a:t>22-08-2025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9AC8A-234F-4CDA-B6BA-EF227A7B155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24723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868CF-7313-433E-B140-7E0A6D05BA41}" type="datetimeFigureOut">
              <a:rPr lang="es-CL" smtClean="0"/>
              <a:t>22-08-2025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9AC8A-234F-4CDA-B6BA-EF227A7B155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60152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868CF-7313-433E-B140-7E0A6D05BA41}" type="datetimeFigureOut">
              <a:rPr lang="es-CL" smtClean="0"/>
              <a:t>22-08-2025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9AC8A-234F-4CDA-B6BA-EF227A7B155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27520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868CF-7313-433E-B140-7E0A6D05BA41}" type="datetimeFigureOut">
              <a:rPr lang="es-CL" smtClean="0"/>
              <a:t>22-08-2025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9AC8A-234F-4CDA-B6BA-EF227A7B155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3691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868CF-7313-433E-B140-7E0A6D05BA41}" type="datetimeFigureOut">
              <a:rPr lang="es-CL" smtClean="0"/>
              <a:t>22-08-2025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9AC8A-234F-4CDA-B6BA-EF227A7B155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75504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868CF-7313-433E-B140-7E0A6D05BA41}" type="datetimeFigureOut">
              <a:rPr lang="es-CL" smtClean="0"/>
              <a:t>22-08-2025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9AC8A-234F-4CDA-B6BA-EF227A7B155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7412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868CF-7313-433E-B140-7E0A6D05BA41}" type="datetimeFigureOut">
              <a:rPr lang="es-CL" smtClean="0"/>
              <a:t>22-08-2025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9AC8A-234F-4CDA-B6BA-EF227A7B155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54381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868CF-7313-433E-B140-7E0A6D05BA41}" type="datetimeFigureOut">
              <a:rPr lang="es-CL" smtClean="0"/>
              <a:t>22-08-2025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9AC8A-234F-4CDA-B6BA-EF227A7B1551}" type="slidenum">
              <a:rPr lang="es-CL" smtClean="0"/>
              <a:t>‹#›</a:t>
            </a:fld>
            <a:endParaRPr lang="es-CL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74040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868CF-7313-433E-B140-7E0A6D05BA41}" type="datetimeFigureOut">
              <a:rPr lang="es-CL" smtClean="0"/>
              <a:t>22-08-2025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9AC8A-234F-4CDA-B6BA-EF227A7B155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999670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868CF-7313-433E-B140-7E0A6D05BA41}" type="datetimeFigureOut">
              <a:rPr lang="es-CL" smtClean="0"/>
              <a:t>22-08-2025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9AC8A-234F-4CDA-B6BA-EF227A7B155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656130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868CF-7313-433E-B140-7E0A6D05BA41}" type="datetimeFigureOut">
              <a:rPr lang="es-CL" smtClean="0"/>
              <a:t>22-08-2025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9AC8A-234F-4CDA-B6BA-EF227A7B155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283454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868CF-7313-433E-B140-7E0A6D05BA41}" type="datetimeFigureOut">
              <a:rPr lang="es-CL" smtClean="0"/>
              <a:t>22-08-2025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9AC8A-234F-4CDA-B6BA-EF227A7B155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949759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868CF-7313-433E-B140-7E0A6D05BA41}" type="datetimeFigureOut">
              <a:rPr lang="es-CL" smtClean="0"/>
              <a:t>22-08-2025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9AC8A-234F-4CDA-B6BA-EF227A7B155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92359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5C868CF-7313-433E-B140-7E0A6D05BA41}" type="datetimeFigureOut">
              <a:rPr lang="es-CL" smtClean="0"/>
              <a:t>22-08-2025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BE69AC8A-234F-4CDA-B6BA-EF227A7B155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35839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  <p:sldLayoutId id="2147483829" r:id="rId13"/>
    <p:sldLayoutId id="2147483830" r:id="rId14"/>
    <p:sldLayoutId id="2147483831" r:id="rId15"/>
    <p:sldLayoutId id="2147483832" r:id="rId16"/>
    <p:sldLayoutId id="214748383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631FA-2665-546A-3842-C1259BB3DC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4765" y="4141820"/>
            <a:ext cx="9440034" cy="1017059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s-CL" sz="4000" noProof="0" dirty="0"/>
              <a:t>Herramienta para Monitorear la Calidad de Datos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68DBEB-4CD1-4F24-099A-3D08E620D4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5347855"/>
            <a:ext cx="9440034" cy="799449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s-CL" sz="1200" noProof="0" dirty="0">
                <a:solidFill>
                  <a:srgbClr val="00AFE3"/>
                </a:solidFill>
              </a:rPr>
              <a:t>Franco Chiappe</a:t>
            </a:r>
            <a:endParaRPr lang="es-CL" sz="1200" noProof="0" dirty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solidFill>
                <a:srgbClr val="00AFE3"/>
              </a:solidFill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  <a:p>
            <a:pPr>
              <a:lnSpc>
                <a:spcPct val="90000"/>
              </a:lnSpc>
            </a:pPr>
            <a:r>
              <a:rPr lang="es-CL" sz="1200" noProof="0" dirty="0">
                <a:solidFill>
                  <a:srgbClr val="00AFE3"/>
                </a:solidFill>
              </a:rPr>
              <a:t>Vicente Garay</a:t>
            </a:r>
            <a:endParaRPr lang="es-CL" sz="1200" noProof="0" dirty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solidFill>
                <a:srgbClr val="00AFE3"/>
              </a:solidFill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  <a:p>
            <a:pPr>
              <a:lnSpc>
                <a:spcPct val="90000"/>
              </a:lnSpc>
            </a:pPr>
            <a:r>
              <a:rPr lang="es-CL" sz="1200" noProof="0" dirty="0" err="1">
                <a:solidFill>
                  <a:srgbClr val="00AFE3"/>
                </a:solidFill>
              </a:rPr>
              <a:t>Ziyu</a:t>
            </a:r>
            <a:r>
              <a:rPr lang="es-CL" sz="1200" noProof="0" dirty="0">
                <a:solidFill>
                  <a:srgbClr val="00AFE3"/>
                </a:solidFill>
              </a:rPr>
              <a:t> </a:t>
            </a:r>
            <a:r>
              <a:rPr lang="es-CL" sz="1200" noProof="0" dirty="0" err="1">
                <a:solidFill>
                  <a:srgbClr val="00AFE3"/>
                </a:solidFill>
              </a:rPr>
              <a:t>Guo</a:t>
            </a:r>
            <a:endParaRPr lang="es-CL" sz="1200" noProof="0" dirty="0">
              <a:solidFill>
                <a:srgbClr val="00AFE3"/>
              </a:solidFill>
            </a:endParaRPr>
          </a:p>
        </p:txBody>
      </p:sp>
      <p:pic>
        <p:nvPicPr>
          <p:cNvPr id="4" name="图片 2" descr="Ainwater - BlueTech Research">
            <a:extLst>
              <a:ext uri="{FF2B5EF4-FFF2-40B4-BE49-F238E27FC236}">
                <a16:creationId xmlns:a16="http://schemas.microsoft.com/office/drawing/2014/main" id="{277B4CB5-0416-580B-69C6-5B751D3470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9806" y="1106592"/>
            <a:ext cx="9149952" cy="2699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66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100EFF4-0BA6-3FEB-DDB1-E5F3B917B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8806" y="4111239"/>
            <a:ext cx="2719339" cy="1850651"/>
          </a:xfrm>
        </p:spPr>
        <p:txBody>
          <a:bodyPr anchor="ctr">
            <a:normAutofit/>
          </a:bodyPr>
          <a:lstStyle/>
          <a:p>
            <a:pPr marL="322580" indent="-285750">
              <a:buClr>
                <a:srgbClr val="00AFE3"/>
              </a:buClr>
            </a:pPr>
            <a:r>
              <a:rPr lang="es-CL" sz="2400" b="1" noProof="0" dirty="0">
                <a:effectLst/>
              </a:rPr>
              <a:t>Quiénes son </a:t>
            </a:r>
            <a:endParaRPr lang="es-CL" sz="2400" b="1" noProof="0" dirty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/>
            </a:endParaRPr>
          </a:p>
          <a:p>
            <a:pPr marL="322580" indent="-285750">
              <a:buClr>
                <a:srgbClr val="00AFE3"/>
              </a:buClr>
            </a:pPr>
            <a:r>
              <a:rPr lang="es-CL" sz="2400" b="1" noProof="0" dirty="0">
                <a:effectLst/>
              </a:rPr>
              <a:t>Qué hacen</a:t>
            </a:r>
          </a:p>
          <a:p>
            <a:pPr marL="322580" indent="-285750">
              <a:buClr>
                <a:srgbClr val="00AFE3"/>
              </a:buClr>
            </a:pPr>
            <a:r>
              <a:rPr lang="es-CL" sz="2400" b="1" noProof="0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/>
              </a:rPr>
              <a:t>Contraparte</a:t>
            </a:r>
          </a:p>
        </p:txBody>
      </p:sp>
      <p:pic>
        <p:nvPicPr>
          <p:cNvPr id="12" name="图片 2" descr="Ainwater - BlueTech Research">
            <a:extLst>
              <a:ext uri="{FF2B5EF4-FFF2-40B4-BE49-F238E27FC236}">
                <a16:creationId xmlns:a16="http://schemas.microsoft.com/office/drawing/2014/main" id="{D57CC5B3-6837-5370-2777-FAE448F61C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9806" y="1106592"/>
            <a:ext cx="9149952" cy="2699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952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5D260-737B-8B62-4561-EB5B5BD46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BCB92CD2-BF3B-2805-F281-999BD9B9B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8806" y="4111239"/>
            <a:ext cx="2719339" cy="1850651"/>
          </a:xfrm>
        </p:spPr>
        <p:txBody>
          <a:bodyPr anchor="ctr">
            <a:normAutofit/>
          </a:bodyPr>
          <a:lstStyle/>
          <a:p>
            <a:pPr marL="322580" indent="-285750">
              <a:buClr>
                <a:srgbClr val="00AFE3"/>
              </a:buClr>
            </a:pPr>
            <a:r>
              <a:rPr lang="es-CL" sz="2400" b="1" noProof="0" dirty="0">
                <a:effectLst/>
              </a:rPr>
              <a:t>Quiénes son </a:t>
            </a:r>
          </a:p>
          <a:p>
            <a:pPr marL="322580" indent="-285750">
              <a:buClr>
                <a:srgbClr val="00AFE3"/>
              </a:buClr>
            </a:pPr>
            <a:r>
              <a:rPr lang="es-CL" sz="2400" noProof="0" dirty="0">
                <a:solidFill>
                  <a:schemeClr val="tx1">
                    <a:lumMod val="50000"/>
                  </a:schemeClr>
                </a:solidFill>
                <a:effectLst/>
              </a:rPr>
              <a:t>Qué hacen</a:t>
            </a:r>
          </a:p>
          <a:p>
            <a:pPr marL="322580" indent="-285750">
              <a:buClr>
                <a:srgbClr val="00AFE3"/>
              </a:buClr>
            </a:pPr>
            <a:r>
              <a:rPr lang="es-CL" sz="2400" noProof="0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chemeClr val="tx1">
                    <a:lumMod val="50000"/>
                  </a:schemeClr>
                </a:solidFill>
                <a:effectLst/>
              </a:rPr>
              <a:t>Contraparte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94DE16-4D4E-EF57-18C2-E0BA0CA2F808}"/>
              </a:ext>
            </a:extLst>
          </p:cNvPr>
          <p:cNvSpPr txBox="1"/>
          <p:nvPr/>
        </p:nvSpPr>
        <p:spPr>
          <a:xfrm>
            <a:off x="4585857" y="3993201"/>
            <a:ext cx="6096000" cy="1588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305435">
              <a:lnSpc>
                <a:spcPct val="90000"/>
              </a:lnSpc>
              <a:buClr>
                <a:srgbClr val="00AFE3"/>
              </a:buClr>
            </a:pPr>
            <a:r>
              <a:rPr lang="es-CL" noProof="0" dirty="0" err="1">
                <a:effectLst/>
              </a:rPr>
              <a:t>Ainwater</a:t>
            </a:r>
            <a:r>
              <a:rPr lang="es-CL" noProof="0" dirty="0">
                <a:effectLst/>
              </a:rPr>
              <a:t> es una startup chilena de tecnología que desarrolla soluciones de inteligencia artificial para optimizar plantas de tratamiento de agua.</a:t>
            </a:r>
          </a:p>
          <a:p>
            <a:pPr indent="-305435">
              <a:lnSpc>
                <a:spcPct val="90000"/>
              </a:lnSpc>
              <a:buClr>
                <a:srgbClr val="00AFE3"/>
              </a:buClr>
            </a:pPr>
            <a:endParaRPr lang="es-CL" noProof="0" dirty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/>
            </a:endParaRPr>
          </a:p>
          <a:p>
            <a:pPr indent="-305435">
              <a:lnSpc>
                <a:spcPct val="90000"/>
              </a:lnSpc>
              <a:buClr>
                <a:srgbClr val="00AFE3"/>
              </a:buClr>
            </a:pPr>
            <a:r>
              <a:rPr lang="es-CL" noProof="0" dirty="0">
                <a:effectLst/>
              </a:rPr>
              <a:t>Opera actualmente en Chile, México y Brasil, </a:t>
            </a:r>
            <a:r>
              <a:rPr lang="es-CL" noProof="0" dirty="0"/>
              <a:t>están en </a:t>
            </a:r>
            <a:r>
              <a:rPr lang="es-CL" noProof="0" dirty="0">
                <a:effectLst/>
              </a:rPr>
              <a:t>proceso de expandirse a Colombia y España. </a:t>
            </a:r>
            <a:endParaRPr lang="es-CL" noProof="0" dirty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/>
            </a:endParaRPr>
          </a:p>
        </p:txBody>
      </p:sp>
      <p:pic>
        <p:nvPicPr>
          <p:cNvPr id="5" name="图片 2" descr="Ainwater - BlueTech Research">
            <a:extLst>
              <a:ext uri="{FF2B5EF4-FFF2-40B4-BE49-F238E27FC236}">
                <a16:creationId xmlns:a16="http://schemas.microsoft.com/office/drawing/2014/main" id="{419F99F9-4B83-E610-4214-B395FA105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9806" y="1106592"/>
            <a:ext cx="9149952" cy="2699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747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E0038-4514-DDDB-C792-F6796C71E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F18C345-D6D4-1303-3333-5FE48092F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8806" y="4111239"/>
            <a:ext cx="2719339" cy="1850651"/>
          </a:xfrm>
        </p:spPr>
        <p:txBody>
          <a:bodyPr anchor="ctr">
            <a:normAutofit/>
          </a:bodyPr>
          <a:lstStyle/>
          <a:p>
            <a:pPr marL="322580" indent="-285750">
              <a:buClr>
                <a:srgbClr val="00AFE3"/>
              </a:buClr>
            </a:pPr>
            <a:r>
              <a:rPr lang="es-CL" sz="2400" b="1" noProof="0" dirty="0">
                <a:solidFill>
                  <a:schemeClr val="tx1">
                    <a:lumMod val="50000"/>
                  </a:schemeClr>
                </a:solidFill>
                <a:effectLst/>
              </a:rPr>
              <a:t>Quiénes son </a:t>
            </a:r>
          </a:p>
          <a:p>
            <a:pPr marL="322580" indent="-285750">
              <a:buClr>
                <a:srgbClr val="00AFE3"/>
              </a:buClr>
            </a:pPr>
            <a:r>
              <a:rPr lang="es-CL" sz="2400" b="1" noProof="0" dirty="0">
                <a:effectLst/>
              </a:rPr>
              <a:t>Qué hacen</a:t>
            </a:r>
          </a:p>
          <a:p>
            <a:pPr marL="322580" indent="-285750">
              <a:buClr>
                <a:srgbClr val="00AFE3"/>
              </a:buClr>
            </a:pPr>
            <a:r>
              <a:rPr lang="es-CL" sz="2400" b="1" noProof="0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chemeClr val="tx1">
                    <a:lumMod val="50000"/>
                  </a:schemeClr>
                </a:solidFill>
                <a:effectLst/>
              </a:rPr>
              <a:t>Contraparte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7735FF-36B2-7F9B-69BA-5C8BB7F78885}"/>
              </a:ext>
            </a:extLst>
          </p:cNvPr>
          <p:cNvSpPr txBox="1"/>
          <p:nvPr/>
        </p:nvSpPr>
        <p:spPr>
          <a:xfrm>
            <a:off x="4585857" y="4491799"/>
            <a:ext cx="6096000" cy="1089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305435">
              <a:lnSpc>
                <a:spcPct val="90000"/>
              </a:lnSpc>
              <a:buClr>
                <a:srgbClr val="00AFE3"/>
              </a:buClr>
            </a:pPr>
            <a:r>
              <a:rPr lang="es-CL" noProof="0" dirty="0">
                <a:effectLst/>
              </a:rPr>
              <a:t>Su solución monitorea en tiempo real el funcionamiento de plantas de aguas (residuales, industriales, etc.) y emite alertas predictivas con recomendaciones de control. </a:t>
            </a:r>
          </a:p>
          <a:p>
            <a:pPr indent="-305435">
              <a:lnSpc>
                <a:spcPct val="90000"/>
              </a:lnSpc>
              <a:buClr>
                <a:srgbClr val="00AFE3"/>
              </a:buClr>
            </a:pPr>
            <a:endParaRPr lang="es-CL" noProof="0" dirty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/>
            </a:endParaRPr>
          </a:p>
        </p:txBody>
      </p:sp>
      <p:pic>
        <p:nvPicPr>
          <p:cNvPr id="5" name="图片 2" descr="Ainwater - BlueTech Research">
            <a:extLst>
              <a:ext uri="{FF2B5EF4-FFF2-40B4-BE49-F238E27FC236}">
                <a16:creationId xmlns:a16="http://schemas.microsoft.com/office/drawing/2014/main" id="{B589E1B5-03E3-3AD5-D075-7A8DCB20F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9806" y="1106592"/>
            <a:ext cx="9149952" cy="2699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409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EC928-0737-C9E9-68DE-BB04ABB7E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271FCB2-802F-F6B4-70C2-6B232D358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8806" y="4111239"/>
            <a:ext cx="2719339" cy="1850651"/>
          </a:xfrm>
        </p:spPr>
        <p:txBody>
          <a:bodyPr anchor="ctr">
            <a:normAutofit/>
          </a:bodyPr>
          <a:lstStyle/>
          <a:p>
            <a:pPr marL="322580" indent="-285750">
              <a:buClr>
                <a:srgbClr val="00AFE3"/>
              </a:buClr>
            </a:pPr>
            <a:r>
              <a:rPr lang="es-CL" sz="2400" b="1" noProof="0" dirty="0">
                <a:solidFill>
                  <a:schemeClr val="tx1">
                    <a:lumMod val="50000"/>
                  </a:schemeClr>
                </a:solidFill>
                <a:effectLst/>
              </a:rPr>
              <a:t>Quiénes son </a:t>
            </a:r>
          </a:p>
          <a:p>
            <a:pPr marL="322580" indent="-285750">
              <a:buClr>
                <a:srgbClr val="00AFE3"/>
              </a:buClr>
            </a:pPr>
            <a:r>
              <a:rPr lang="es-CL" sz="2400" b="1" noProof="0" dirty="0">
                <a:solidFill>
                  <a:schemeClr val="tx1">
                    <a:lumMod val="50000"/>
                  </a:schemeClr>
                </a:solidFill>
                <a:effectLst/>
              </a:rPr>
              <a:t>Qué hacen</a:t>
            </a:r>
          </a:p>
          <a:p>
            <a:pPr marL="322580" indent="-285750">
              <a:buClr>
                <a:srgbClr val="00AFE3"/>
              </a:buClr>
            </a:pPr>
            <a:r>
              <a:rPr lang="es-CL" sz="2400" b="1" noProof="0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/>
              </a:rPr>
              <a:t>Contraparte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CA7F58-4518-8D8B-0211-CDE01918B962}"/>
              </a:ext>
            </a:extLst>
          </p:cNvPr>
          <p:cNvSpPr txBox="1"/>
          <p:nvPr/>
        </p:nvSpPr>
        <p:spPr>
          <a:xfrm>
            <a:off x="4585857" y="3882402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noProof="0" dirty="0"/>
              <a:t>Constanza Córdova</a:t>
            </a:r>
          </a:p>
          <a:p>
            <a:r>
              <a:rPr lang="es-CL" noProof="0" dirty="0"/>
              <a:t>Líder de Ciencia de Datos</a:t>
            </a:r>
          </a:p>
          <a:p>
            <a:r>
              <a:rPr lang="es-CL" noProof="0" dirty="0"/>
              <a:t>Ingeniera Civil en Química y Analista Data </a:t>
            </a:r>
            <a:r>
              <a:rPr lang="es-CL" noProof="0" dirty="0" err="1"/>
              <a:t>Sciences</a:t>
            </a:r>
            <a:r>
              <a:rPr lang="es-CL" noProof="0" dirty="0"/>
              <a:t>.</a:t>
            </a:r>
          </a:p>
          <a:p>
            <a:pPr>
              <a:buNone/>
            </a:pPr>
            <a:endParaRPr lang="es-CL" b="1" noProof="0" dirty="0"/>
          </a:p>
          <a:p>
            <a:pPr>
              <a:buNone/>
            </a:pPr>
            <a:r>
              <a:rPr lang="es-CL" b="1" noProof="0" dirty="0" err="1"/>
              <a:t>Yaniela</a:t>
            </a:r>
            <a:r>
              <a:rPr lang="es-CL" b="1" noProof="0" dirty="0"/>
              <a:t> Fernández</a:t>
            </a:r>
          </a:p>
          <a:p>
            <a:r>
              <a:rPr lang="es-CL" noProof="0" dirty="0"/>
              <a:t>Data </a:t>
            </a:r>
            <a:r>
              <a:rPr lang="es-CL" noProof="0" dirty="0" err="1"/>
              <a:t>Engineer</a:t>
            </a:r>
            <a:endParaRPr lang="es-CL" noProof="0" dirty="0"/>
          </a:p>
          <a:p>
            <a:r>
              <a:rPr lang="es-CL" noProof="0" dirty="0"/>
              <a:t>Licenciada en Ciencias de la Computación y Máster en Bioinformática.</a:t>
            </a:r>
          </a:p>
        </p:txBody>
      </p:sp>
      <p:pic>
        <p:nvPicPr>
          <p:cNvPr id="5" name="图片 2" descr="Ainwater - BlueTech Research">
            <a:extLst>
              <a:ext uri="{FF2B5EF4-FFF2-40B4-BE49-F238E27FC236}">
                <a16:creationId xmlns:a16="http://schemas.microsoft.com/office/drawing/2014/main" id="{52CCFCD3-BD79-A1A5-FA67-972769A83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9806" y="1106592"/>
            <a:ext cx="9149952" cy="2699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22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B3847-1F2A-F1BC-69B5-B8E19F572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325" y="644235"/>
            <a:ext cx="3849574" cy="5239039"/>
          </a:xfrm>
        </p:spPr>
        <p:txBody>
          <a:bodyPr>
            <a:normAutofit/>
          </a:bodyPr>
          <a:lstStyle/>
          <a:p>
            <a:r>
              <a:rPr lang="es-CL" noProof="0" dirty="0">
                <a:ea typeface="+mj-lt"/>
                <a:cs typeface="+mj-lt"/>
              </a:rPr>
              <a:t>¿</a:t>
            </a:r>
            <a:r>
              <a:rPr lang="es-CL" noProof="0" dirty="0"/>
              <a:t>Por qué nace este Proyecto?</a:t>
            </a:r>
            <a:endParaRPr lang="es-CL" noProof="0" dirty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1E273-4590-A512-609F-261A41281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641" y="659342"/>
            <a:ext cx="6889687" cy="2950446"/>
          </a:xfrm>
        </p:spPr>
        <p:txBody>
          <a:bodyPr anchor="ctr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1200"/>
              </a:spcBef>
              <a:buClr>
                <a:srgbClr val="00AFE3"/>
              </a:buClr>
              <a:buSzPct val="38591"/>
              <a:buNone/>
            </a:pPr>
            <a:r>
              <a:rPr lang="es-CL" sz="1800" noProof="0" dirty="0">
                <a:effectLst/>
              </a:rPr>
              <a:t>Actualmente, el control de calidad de los datos que recibe </a:t>
            </a:r>
            <a:r>
              <a:rPr lang="es-CL" sz="1800" noProof="0" dirty="0" err="1">
                <a:effectLst/>
              </a:rPr>
              <a:t>AinWater</a:t>
            </a:r>
            <a:r>
              <a:rPr lang="es-CL" sz="1800" noProof="0" dirty="0">
                <a:effectLst/>
              </a:rPr>
              <a:t> se realiza de forma manual y reactiva, lo que genera:</a:t>
            </a:r>
            <a:endParaRPr lang="es-CL" sz="1800" noProof="0" dirty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/>
            </a:endParaRPr>
          </a:p>
          <a:p>
            <a:pPr marL="488950" lvl="0" indent="-342900">
              <a:lnSpc>
                <a:spcPct val="90000"/>
              </a:lnSpc>
              <a:spcBef>
                <a:spcPts val="1200"/>
              </a:spcBef>
              <a:buClr>
                <a:srgbClr val="00AFE3"/>
              </a:buClr>
              <a:buSzPct val="82458"/>
              <a:buFont typeface="Wingdings" panose="05000000000000000000" pitchFamily="2" charset="2"/>
              <a:buChar char="Ø"/>
            </a:pPr>
            <a:r>
              <a:rPr lang="es-CL" sz="1800" noProof="0" dirty="0">
                <a:effectLst/>
              </a:rPr>
              <a:t>Retrasos en la detección de fallas, </a:t>
            </a:r>
            <a:r>
              <a:rPr lang="es-CL" sz="1800" noProof="0" dirty="0" err="1">
                <a:effectLst/>
              </a:rPr>
              <a:t>drift</a:t>
            </a:r>
            <a:r>
              <a:rPr lang="es-CL" sz="1800" noProof="0" dirty="0">
                <a:effectLst/>
              </a:rPr>
              <a:t>, valores anómalos y/o </a:t>
            </a:r>
            <a:r>
              <a:rPr lang="es-CL" sz="1800" noProof="0" dirty="0" err="1">
                <a:effectLst/>
              </a:rPr>
              <a:t>descalibraciones</a:t>
            </a:r>
            <a:r>
              <a:rPr lang="es-CL" sz="1800" noProof="0" dirty="0">
                <a:effectLst/>
              </a:rPr>
              <a:t>.</a:t>
            </a:r>
            <a:br>
              <a:rPr lang="es-CL" sz="1800" noProof="0" dirty="0">
                <a:effectLst/>
              </a:rPr>
            </a:br>
            <a:endParaRPr lang="es-CL" sz="1800" noProof="0" dirty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/>
            </a:endParaRPr>
          </a:p>
          <a:p>
            <a:pPr marL="488950" lvl="0" indent="-342900">
              <a:lnSpc>
                <a:spcPct val="90000"/>
              </a:lnSpc>
              <a:spcBef>
                <a:spcPts val="0"/>
              </a:spcBef>
              <a:buClr>
                <a:srgbClr val="00AFE3"/>
              </a:buClr>
              <a:buSzPct val="82458"/>
              <a:buFont typeface="Wingdings" panose="05000000000000000000" pitchFamily="2" charset="2"/>
              <a:buChar char="Ø"/>
            </a:pPr>
            <a:r>
              <a:rPr lang="es-CL" sz="1800" noProof="0" dirty="0">
                <a:effectLst/>
              </a:rPr>
              <a:t>Ausencia de indicadores de calidad del dato que entra a la plataforma.</a:t>
            </a:r>
            <a:br>
              <a:rPr lang="es-CL" sz="1800" noProof="0" dirty="0">
                <a:effectLst/>
              </a:rPr>
            </a:br>
            <a:endParaRPr lang="es-CL" sz="1800" noProof="0" dirty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/>
            </a:endParaRPr>
          </a:p>
          <a:p>
            <a:pPr marL="488950" lvl="0" indent="-342900">
              <a:lnSpc>
                <a:spcPct val="90000"/>
              </a:lnSpc>
              <a:spcBef>
                <a:spcPts val="0"/>
              </a:spcBef>
              <a:buClr>
                <a:srgbClr val="00AFE3"/>
              </a:buClr>
              <a:buSzPct val="82458"/>
              <a:buFont typeface="Wingdings" panose="05000000000000000000" pitchFamily="2" charset="2"/>
              <a:buChar char="Ø"/>
            </a:pPr>
            <a:r>
              <a:rPr lang="es-CL" sz="1800" noProof="0" dirty="0">
                <a:effectLst/>
              </a:rPr>
              <a:t>Impacto directo en la precisión y confiabilidad de los modelos predictivos.</a:t>
            </a:r>
            <a:endParaRPr lang="es-CL" sz="1800" noProof="0" dirty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/>
            </a:endParaRPr>
          </a:p>
        </p:txBody>
      </p:sp>
      <p:pic>
        <p:nvPicPr>
          <p:cNvPr id="4" name="图片 2" descr="Ainwater - BlueTech Research">
            <a:extLst>
              <a:ext uri="{FF2B5EF4-FFF2-40B4-BE49-F238E27FC236}">
                <a16:creationId xmlns:a16="http://schemas.microsoft.com/office/drawing/2014/main" id="{277B4CB5-0416-580B-69C6-5B751D347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486" y="3956424"/>
            <a:ext cx="6273392" cy="1850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14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E81B6-B0D8-1BFA-409A-98FFA56C1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noProof="0" dirty="0">
                <a:effectLst/>
              </a:rPr>
              <a:t>Objetivos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05DF0C-AB2B-16B3-E6E0-137BC3BE3F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b="1" noProof="0" dirty="0"/>
              <a:t>Objetivo General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E7D5B-7C05-34A9-9455-47B3D18E574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indent="-305435">
              <a:lnSpc>
                <a:spcPct val="150000"/>
              </a:lnSpc>
            </a:pPr>
            <a:r>
              <a:rPr lang="es-CL" noProof="0" dirty="0">
                <a:solidFill>
                  <a:schemeClr val="tx1"/>
                </a:solidFill>
                <a:effectLst/>
              </a:rPr>
              <a:t>Diseñar e implementar un prototipo funcional que evalúe automáticamente la calidad de datos de sensores, detecte problemas como anomalías, </a:t>
            </a:r>
            <a:r>
              <a:rPr lang="es-CL" noProof="0" dirty="0" err="1">
                <a:solidFill>
                  <a:schemeClr val="tx1"/>
                </a:solidFill>
                <a:effectLst/>
              </a:rPr>
              <a:t>drift</a:t>
            </a:r>
            <a:r>
              <a:rPr lang="es-CL" noProof="0" dirty="0">
                <a:solidFill>
                  <a:schemeClr val="tx1"/>
                </a:solidFill>
                <a:effectLst/>
              </a:rPr>
              <a:t> y datos faltantes, y entregue indicadores que permitan mejorar la confiabilidad de los modelos predictivos.</a:t>
            </a:r>
            <a:endParaRPr lang="es-CL" noProof="0" dirty="0">
              <a:solidFill>
                <a:schemeClr val="tx1"/>
              </a:solidFill>
            </a:endParaRPr>
          </a:p>
          <a:p>
            <a:pPr indent="-305435"/>
            <a:endParaRPr lang="es-CL" noProof="0" dirty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/>
            </a:endParaRPr>
          </a:p>
          <a:p>
            <a:pPr indent="-305435"/>
            <a:endParaRPr lang="es-CL" noProof="0" dirty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1D03D3-C279-5796-1044-4CA89E902F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CL" noProof="0" dirty="0"/>
              <a:t>Pasos</a:t>
            </a:r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F8C950AD-9565-FC40-15D9-507B7ECADF84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432244087"/>
              </p:ext>
            </p:extLst>
          </p:nvPr>
        </p:nvGraphicFramePr>
        <p:xfrm>
          <a:off x="6290278" y="1723231"/>
          <a:ext cx="4895850" cy="34115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00147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1D7E3-3C97-01B2-347F-27FC38D0C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>
            <a:normAutofit/>
          </a:bodyPr>
          <a:lstStyle/>
          <a:p>
            <a:r>
              <a:rPr lang="es-CL" noProof="0" dirty="0"/>
              <a:t>Plan general/ Timeline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4B4002C-64F7-EB0E-5A24-E3BBA9781D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6201571"/>
              </p:ext>
            </p:extLst>
          </p:nvPr>
        </p:nvGraphicFramePr>
        <p:xfrm>
          <a:off x="913795" y="1967883"/>
          <a:ext cx="10122408" cy="2210033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657048">
                  <a:extLst>
                    <a:ext uri="{9D8B030D-6E8A-4147-A177-3AD203B41FA5}">
                      <a16:colId xmlns:a16="http://schemas.microsoft.com/office/drawing/2014/main" val="2908245081"/>
                    </a:ext>
                  </a:extLst>
                </a:gridCol>
                <a:gridCol w="4002428">
                  <a:extLst>
                    <a:ext uri="{9D8B030D-6E8A-4147-A177-3AD203B41FA5}">
                      <a16:colId xmlns:a16="http://schemas.microsoft.com/office/drawing/2014/main" val="2337213876"/>
                    </a:ext>
                  </a:extLst>
                </a:gridCol>
                <a:gridCol w="4462932">
                  <a:extLst>
                    <a:ext uri="{9D8B030D-6E8A-4147-A177-3AD203B41FA5}">
                      <a16:colId xmlns:a16="http://schemas.microsoft.com/office/drawing/2014/main" val="1979318268"/>
                    </a:ext>
                  </a:extLst>
                </a:gridCol>
              </a:tblGrid>
              <a:tr h="68387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b="1" u="none" strike="noStrike" cap="non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</a:rPr>
                        <a:t>1</a:t>
                      </a:r>
                      <a:endParaRPr lang="es-CL" sz="1800" b="1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</a:endParaRPr>
                    </a:p>
                  </a:txBody>
                  <a:tcPr marL="278550" marR="208913" marT="139276" marB="13927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b="1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</a:rPr>
                        <a:t>Diagnóstico de la calidad de datos</a:t>
                      </a:r>
                    </a:p>
                  </a:txBody>
                  <a:tcPr marL="278550" marR="208913" marT="139276" marB="13927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b="1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</a:rPr>
                        <a:t>Informe con resultados del diagnóstico. </a:t>
                      </a:r>
                    </a:p>
                  </a:txBody>
                  <a:tcPr marL="278550" marR="208913" marT="139276" marB="13927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9635596"/>
                  </a:ext>
                </a:extLst>
              </a:tr>
              <a:tr h="69896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b="0" u="none" strike="noStrike" cap="non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</a:rPr>
                        <a:t>2</a:t>
                      </a:r>
                      <a:endParaRPr lang="es-CL" sz="1800" b="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</a:endParaRPr>
                    </a:p>
                  </a:txBody>
                  <a:tcPr marL="278550" marR="208913" marT="139276" marB="13927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b="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</a:rPr>
                        <a:t>Definición de métricas y umbrales</a:t>
                      </a:r>
                    </a:p>
                  </a:txBody>
                  <a:tcPr marL="278550" marR="208913" marT="139276" marB="13927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b="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</a:rPr>
                        <a:t>Documento de métricas</a:t>
                      </a:r>
                    </a:p>
                  </a:txBody>
                  <a:tcPr marL="278550" marR="208913" marT="139276" marB="13927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219754"/>
                  </a:ext>
                </a:extLst>
              </a:tr>
              <a:tr h="69896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b="0" u="none" strike="noStrike" cap="non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</a:rPr>
                        <a:t>3</a:t>
                      </a:r>
                      <a:endParaRPr lang="es-CL" sz="1800" b="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</a:endParaRPr>
                    </a:p>
                  </a:txBody>
                  <a:tcPr marL="278550" marR="208913" marT="139276" marB="13927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b="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</a:rPr>
                        <a:t> Desarrollo del pipeline de evaluación</a:t>
                      </a:r>
                    </a:p>
                  </a:txBody>
                  <a:tcPr marL="278550" marR="208913" marT="139276" marB="13927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b="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</a:rPr>
                        <a:t>Script de Python (pipeline) + documentación técnica</a:t>
                      </a:r>
                    </a:p>
                  </a:txBody>
                  <a:tcPr marL="278550" marR="208913" marT="139276" marB="13927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6473031"/>
                  </a:ext>
                </a:extLst>
              </a:tr>
            </a:tbl>
          </a:graphicData>
        </a:graphic>
      </p:graphicFrame>
      <p:pic>
        <p:nvPicPr>
          <p:cNvPr id="3" name="图片 2" descr="Ainwater - BlueTech Research">
            <a:extLst>
              <a:ext uri="{FF2B5EF4-FFF2-40B4-BE49-F238E27FC236}">
                <a16:creationId xmlns:a16="http://schemas.microsoft.com/office/drawing/2014/main" id="{277B4CB5-0416-580B-69C6-5B751D347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3542" y="4492598"/>
            <a:ext cx="6424916" cy="189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501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976F6-7720-F36F-1115-93C0178C9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>
            <a:normAutofit/>
          </a:bodyPr>
          <a:lstStyle/>
          <a:p>
            <a:r>
              <a:rPr lang="es-CL" noProof="0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ea typeface="+mj-lt"/>
                <a:cs typeface="+mj-lt"/>
              </a:rPr>
              <a:t>Métodos para la detección de valores atípicos</a:t>
            </a:r>
            <a:endParaRPr lang="es-CL" noProof="0" dirty="0"/>
          </a:p>
        </p:txBody>
      </p:sp>
      <p:graphicFrame>
        <p:nvGraphicFramePr>
          <p:cNvPr id="26" name="Content Placeholder 2">
            <a:extLst>
              <a:ext uri="{FF2B5EF4-FFF2-40B4-BE49-F238E27FC236}">
                <a16:creationId xmlns:a16="http://schemas.microsoft.com/office/drawing/2014/main" id="{B8C8851F-2F1E-41B4-E36C-72812B15D8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7877235"/>
              </p:ext>
            </p:extLst>
          </p:nvPr>
        </p:nvGraphicFramePr>
        <p:xfrm>
          <a:off x="914400" y="1731963"/>
          <a:ext cx="10353675" cy="4059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952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95CB840F-8E41-4CA5-B79B-25CC80AD2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2135852-0B37-87D9-DFC4-07DAF5176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3078749" cy="970450"/>
          </a:xfrm>
        </p:spPr>
        <p:txBody>
          <a:bodyPr anchor="b">
            <a:normAutofit/>
          </a:bodyPr>
          <a:lstStyle/>
          <a:p>
            <a:pPr algn="l"/>
            <a:r>
              <a:rPr lang="es-CL" sz="2400" b="1" noProof="0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Planta</a:t>
            </a:r>
            <a:endParaRPr lang="es-CL" sz="2400" b="1" noProof="0" dirty="0">
              <a:ln>
                <a:solidFill>
                  <a:srgbClr val="404040">
                    <a:alpha val="10000"/>
                  </a:srgbClr>
                </a:solidFill>
              </a:ln>
              <a:solidFill>
                <a:srgbClr val="DADADA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6024630-C518-E2F2-0B4F-26E3F5C23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3078749" cy="4482084"/>
          </a:xfrm>
        </p:spPr>
        <p:txBody>
          <a:bodyPr anchor="t">
            <a:normAutofit/>
          </a:bodyPr>
          <a:lstStyle/>
          <a:p>
            <a:pPr indent="-305435">
              <a:buClr>
                <a:srgbClr val="00B0F0"/>
              </a:buClr>
            </a:pPr>
            <a:r>
              <a:rPr lang="es-CL" sz="1800" noProof="0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Funcionamiento de una planta de trata de aguas</a:t>
            </a:r>
          </a:p>
          <a:p>
            <a:pPr indent="-305435">
              <a:buClr>
                <a:srgbClr val="00B0F0"/>
              </a:buClr>
            </a:pPr>
            <a:r>
              <a:rPr lang="es-CL" sz="1800" noProof="0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Varios procesos</a:t>
            </a:r>
          </a:p>
          <a:p>
            <a:pPr indent="-305435">
              <a:buClr>
                <a:srgbClr val="00B0F0"/>
              </a:buClr>
            </a:pPr>
            <a:r>
              <a:rPr lang="es-CL" sz="1800" noProof="0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Cada proceso tiene ciertos parámetros que influyen más</a:t>
            </a:r>
          </a:p>
          <a:p>
            <a:pPr indent="-305435">
              <a:buClr>
                <a:srgbClr val="00B0F0"/>
              </a:buClr>
            </a:pPr>
            <a:r>
              <a:rPr lang="es-CL" sz="1800" noProof="0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Sensores que miden estos parámetros</a:t>
            </a:r>
          </a:p>
        </p:txBody>
      </p:sp>
      <p:pic>
        <p:nvPicPr>
          <p:cNvPr id="3" name="图片 2" descr="图片包含 图形用户界面&#10;&#10;AI 生成的内容可能不正确。">
            <a:extLst>
              <a:ext uri="{FF2B5EF4-FFF2-40B4-BE49-F238E27FC236}">
                <a16:creationId xmlns:a16="http://schemas.microsoft.com/office/drawing/2014/main" id="{3EA7E930-8E35-E6CE-418C-2D7670DC0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339" y="1685424"/>
            <a:ext cx="6642193" cy="3487150"/>
          </a:xfrm>
          <a:prstGeom prst="rect">
            <a:avLst/>
          </a:prstGeom>
        </p:spPr>
      </p:pic>
      <p:pic>
        <p:nvPicPr>
          <p:cNvPr id="4" name="图片 2" descr="Ainwater - BlueTech Research">
            <a:extLst>
              <a:ext uri="{FF2B5EF4-FFF2-40B4-BE49-F238E27FC236}">
                <a16:creationId xmlns:a16="http://schemas.microsoft.com/office/drawing/2014/main" id="{D6A36C15-65CA-BDC3-8A61-A9D07D2B50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795" y="4562051"/>
            <a:ext cx="3619403" cy="1067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1459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22BF7C-3319-31BA-6F0A-7BE12E0A9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L" b="1" noProof="0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Situación actual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7E70190-94DF-F9C5-4629-0B072E9158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noProof="0" dirty="0" err="1"/>
              <a:t>Ph</a:t>
            </a:r>
            <a:r>
              <a:rPr lang="es-CL" noProof="0" dirty="0"/>
              <a:t> Clarificado</a:t>
            </a:r>
          </a:p>
        </p:txBody>
      </p:sp>
      <p:pic>
        <p:nvPicPr>
          <p:cNvPr id="10" name="Imagen 5" descr="Interfaz de usuario gráfica, Gráfico&#10;&#10;El contenido generado por IA puede ser incorrecto.">
            <a:extLst>
              <a:ext uri="{FF2B5EF4-FFF2-40B4-BE49-F238E27FC236}">
                <a16:creationId xmlns:a16="http://schemas.microsoft.com/office/drawing/2014/main" id="{D134AAC9-707A-D434-28E8-995D785ED30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006475" y="2569210"/>
            <a:ext cx="4875213" cy="3032443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410CF61-A9A7-864D-C279-89508B4221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CL" noProof="0" dirty="0"/>
              <a:t>Temperatura DAF</a:t>
            </a:r>
          </a:p>
        </p:txBody>
      </p:sp>
      <p:pic>
        <p:nvPicPr>
          <p:cNvPr id="13" name="Imagen 4" descr="Gráfico&#10;&#10;El contenido generado por IA puede ser incorrecto.">
            <a:extLst>
              <a:ext uri="{FF2B5EF4-FFF2-40B4-BE49-F238E27FC236}">
                <a16:creationId xmlns:a16="http://schemas.microsoft.com/office/drawing/2014/main" id="{FAD616A0-3EBF-AAE1-B5A7-E3D3E36F5A6C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/>
          <a:stretch>
            <a:fillRect/>
          </a:stretch>
        </p:blipFill>
        <p:spPr>
          <a:xfrm>
            <a:off x="6294438" y="2561833"/>
            <a:ext cx="4895850" cy="3047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133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51883-2780-DE21-B303-A86721C3A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C9E6B5-5ADF-EC44-9F69-3DC56A33D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L" b="1" noProof="0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Situación actual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B5CE57E-B986-15C8-34AA-96CF1C935D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noProof="0" dirty="0"/>
              <a:t>Nivel Pozo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2BCC6EA-201A-F64C-D25A-F9028D1122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CL" noProof="0" dirty="0"/>
              <a:t>Flujo Salida de Lodo</a:t>
            </a:r>
          </a:p>
        </p:txBody>
      </p:sp>
      <p:pic>
        <p:nvPicPr>
          <p:cNvPr id="7" name="Imagen 4" descr="Gráfico&#10;&#10;El contenido generado por IA puede ser incorrecto.">
            <a:extLst>
              <a:ext uri="{FF2B5EF4-FFF2-40B4-BE49-F238E27FC236}">
                <a16:creationId xmlns:a16="http://schemas.microsoft.com/office/drawing/2014/main" id="{EC5C07AD-8C6C-FD45-84B1-1134968F115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06475" y="2569210"/>
            <a:ext cx="4875213" cy="3032443"/>
          </a:xfrm>
          <a:prstGeom prst="rect">
            <a:avLst/>
          </a:prstGeom>
        </p:spPr>
      </p:pic>
      <p:pic>
        <p:nvPicPr>
          <p:cNvPr id="8" name="Marcador de contenido 3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23FEA4B2-8EF8-BB3A-FE4A-348239F64027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294438" y="2561833"/>
            <a:ext cx="4895850" cy="3047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1035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83D991DE-CFCC-286D-CA73-A7B6E9C5F0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4406537"/>
            <a:ext cx="9440034" cy="1088336"/>
          </a:xfrm>
        </p:spPr>
        <p:txBody>
          <a:bodyPr>
            <a:normAutofit/>
          </a:bodyPr>
          <a:lstStyle/>
          <a:p>
            <a:r>
              <a:rPr lang="es-CL" sz="4800"/>
              <a:t>¿Preguntas o comentarios?</a:t>
            </a:r>
          </a:p>
        </p:txBody>
      </p:sp>
      <p:sp>
        <p:nvSpPr>
          <p:cNvPr id="20" name="Subtitle 19">
            <a:extLst>
              <a:ext uri="{FF2B5EF4-FFF2-40B4-BE49-F238E27FC236}">
                <a16:creationId xmlns:a16="http://schemas.microsoft.com/office/drawing/2014/main" id="{7A5160E7-7E3A-EBDF-520E-EADD08C3BA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5494872"/>
            <a:ext cx="9440034" cy="62161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00AFE3"/>
                </a:solidFill>
              </a:rPr>
              <a:t>Gracias </a:t>
            </a:r>
            <a:r>
              <a:rPr lang="en-US" err="1">
                <a:solidFill>
                  <a:srgbClr val="00AFE3"/>
                </a:solidFill>
              </a:rPr>
              <a:t>por</a:t>
            </a:r>
            <a:r>
              <a:rPr lang="en-US">
                <a:solidFill>
                  <a:srgbClr val="00AFE3"/>
                </a:solidFill>
              </a:rPr>
              <a:t> su </a:t>
            </a:r>
            <a:r>
              <a:rPr lang="en-US" err="1">
                <a:solidFill>
                  <a:srgbClr val="00AFE3"/>
                </a:solidFill>
              </a:rPr>
              <a:t>Atención</a:t>
            </a:r>
            <a:endParaRPr lang="es-CL">
              <a:solidFill>
                <a:srgbClr val="00AFE3"/>
              </a:solidFill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BFB581C-2142-4222-9A3B-905AD6C09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-1" y="0"/>
            <a:ext cx="12192001" cy="4322278"/>
          </a:xfrm>
          <a:prstGeom prst="rect">
            <a:avLst/>
          </a:prstGeom>
        </p:spPr>
      </p:pic>
      <p:pic>
        <p:nvPicPr>
          <p:cNvPr id="6" name="图片 2" descr="Ainwater - BlueTech Research">
            <a:extLst>
              <a:ext uri="{FF2B5EF4-FFF2-40B4-BE49-F238E27FC236}">
                <a16:creationId xmlns:a16="http://schemas.microsoft.com/office/drawing/2014/main" id="{0A6DB9B8-34BC-0F6A-F1E0-A0C385015ED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" r="-359"/>
          <a:stretch>
            <a:fillRect/>
          </a:stretch>
        </p:blipFill>
        <p:spPr>
          <a:xfrm>
            <a:off x="172732" y="586929"/>
            <a:ext cx="11835955" cy="3479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630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BD01260-BD54-4710-A9A3-0F94C99179AA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856</Words>
  <Application>Microsoft Office PowerPoint</Application>
  <PresentationFormat>Widescreen</PresentationFormat>
  <Paragraphs>105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Calisto MT</vt:lpstr>
      <vt:lpstr>Wingdings</vt:lpstr>
      <vt:lpstr>Wingdings 2</vt:lpstr>
      <vt:lpstr>Slate</vt:lpstr>
      <vt:lpstr>Herramienta para Monitorear la Calidad de Datos</vt:lpstr>
      <vt:lpstr>PowerPoint Presentation</vt:lpstr>
      <vt:lpstr>PowerPoint Presentation</vt:lpstr>
      <vt:lpstr>PowerPoint Presentation</vt:lpstr>
      <vt:lpstr>PowerPoint Presentation</vt:lpstr>
      <vt:lpstr>¿Por qué nace este Proyecto?</vt:lpstr>
      <vt:lpstr>Objetivos</vt:lpstr>
      <vt:lpstr>Plan general/ Timeline</vt:lpstr>
      <vt:lpstr>Métodos para la detección de valores atípicos</vt:lpstr>
      <vt:lpstr>Planta</vt:lpstr>
      <vt:lpstr>Situación actual</vt:lpstr>
      <vt:lpstr>Situación actual</vt:lpstr>
      <vt:lpstr>¿Preguntas o comentarios?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Franco Andrés Chiappe Donoso</dc:creator>
  <cp:lastModifiedBy>Franco Andrés Chiappe Donoso</cp:lastModifiedBy>
  <cp:revision>32</cp:revision>
  <dcterms:created xsi:type="dcterms:W3CDTF">2025-08-15T20:44:23Z</dcterms:created>
  <dcterms:modified xsi:type="dcterms:W3CDTF">2025-08-23T00:18:19Z</dcterms:modified>
</cp:coreProperties>
</file>