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E_599A3B0C.xml" ContentType="application/vnd.ms-powerpoint.comments+xml"/>
  <Override PartName="/ppt/notesSlides/notesSlide3.xml" ContentType="application/vnd.openxmlformats-officedocument.presentationml.notesSlide+xml"/>
  <Override PartName="/ppt/comments/modernComment_12D_558DB916.xml" ContentType="application/vnd.ms-powerpoint.comments+xml"/>
  <Override PartName="/ppt/notesSlides/notesSlide4.xml" ContentType="application/vnd.openxmlformats-officedocument.presentationml.notesSlide+xml"/>
  <Override PartName="/ppt/comments/modernComment_110_83A6EC48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1"/>
  </p:sldMasterIdLst>
  <p:notesMasterIdLst>
    <p:notesMasterId r:id="rId15"/>
  </p:notesMasterIdLst>
  <p:sldIdLst>
    <p:sldId id="305" r:id="rId2"/>
    <p:sldId id="302" r:id="rId3"/>
    <p:sldId id="309" r:id="rId4"/>
    <p:sldId id="301" r:id="rId5"/>
    <p:sldId id="272" r:id="rId6"/>
    <p:sldId id="308" r:id="rId7"/>
    <p:sldId id="273" r:id="rId8"/>
    <p:sldId id="314" r:id="rId9"/>
    <p:sldId id="315" r:id="rId10"/>
    <p:sldId id="306" r:id="rId11"/>
    <p:sldId id="318" r:id="rId12"/>
    <p:sldId id="283" r:id="rId13"/>
    <p:sldId id="31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8D6C189-CBC5-434C-8B8A-1B7C83F66523}">
          <p14:sldIdLst>
            <p14:sldId id="305"/>
          </p14:sldIdLst>
        </p14:section>
        <p14:section name="Presentación" id="{638E7A3F-086E-49F8-9963-E166E048D7EF}">
          <p14:sldIdLst>
            <p14:sldId id="302"/>
            <p14:sldId id="309"/>
          </p14:sldIdLst>
        </p14:section>
        <p14:section name="Problema" id="{36770B6C-990C-452F-A852-D413C0048FFE}">
          <p14:sldIdLst>
            <p14:sldId id="301"/>
          </p14:sldIdLst>
        </p14:section>
        <p14:section name="Datos" id="{997ABD79-BB39-451C-AC7C-6F2FD9DF77B9}">
          <p14:sldIdLst>
            <p14:sldId id="272"/>
          </p14:sldIdLst>
        </p14:section>
        <p14:section name="Solución Propuesta" id="{65D40889-F279-4E01-9918-4C72936BA9BD}">
          <p14:sldIdLst>
            <p14:sldId id="308"/>
          </p14:sldIdLst>
        </p14:section>
        <p14:section name="Solución Propuesta (Outliers)" id="{0C6AC583-512F-4A1B-90B3-7CFBA15658B0}">
          <p14:sldIdLst>
            <p14:sldId id="273"/>
            <p14:sldId id="314"/>
          </p14:sldIdLst>
        </p14:section>
        <p14:section name="Solución Propuesta (Drift)" id="{9C3AAD4B-3A70-43F8-A017-6BD1E4126342}">
          <p14:sldIdLst>
            <p14:sldId id="315"/>
            <p14:sldId id="306"/>
            <p14:sldId id="318"/>
          </p14:sldIdLst>
        </p14:section>
        <p14:section name="Proximos Pasos" id="{E9DBC527-1375-4098-9759-AFDA6E422BD5}">
          <p14:sldIdLst>
            <p14:sldId id="283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65FD63-F91C-AD9C-A710-EEEA23880529}" name="Ziyu Guo ." initials="Z." userId="S::ziyuguo@uc.cl::5d0ee9bc-099e-4375-8de4-b9df224602ff" providerId="AD"/>
  <p188:author id="{76E1BA84-509A-CEFD-2DD6-BB5F7A5237BB}" name="Luis Cristóbal Rojas González" initials="LG" userId="S::luis.rojas@uc.cl::77fcfdbb-4eb8-44ac-acf7-9e4e5cd1838a" providerId="AD"/>
  <p188:author id="{7A9A41B8-83B5-7003-3082-961487D97213}" name="Franco Andrés Chiappe Donoso" initials="FC" userId="S::fchiappe@uc.cl::952ef6fb-7da9-433b-9cb5-ab1c1c91cce3" providerId="AD"/>
  <p188:author id="{A9F27DEE-20FD-0B97-634A-A122D0C9E633}" name="Joaquín Alonso Cabello Parra" initials="JACP" userId="S::jcabelloparra@uc.cl::34b43d23-d1ac-4a0b-8433-f6f5ea7554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34"/>
    <a:srgbClr val="426FBF"/>
    <a:srgbClr val="2AA6DD"/>
    <a:srgbClr val="3F4B55"/>
    <a:srgbClr val="FFFFFF"/>
    <a:srgbClr val="303E48"/>
    <a:srgbClr val="0666BB"/>
    <a:srgbClr val="096ABD"/>
    <a:srgbClr val="0B6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8568B-4248-7334-1BF1-ABB161FFBFC4}" v="488" dt="2025-10-30T01:56:53.084"/>
    <p1510:client id="{43140E48-6542-43A4-98A0-124E9F8E6C19}" v="1219" dt="2025-10-30T02:07:43.270"/>
    <p1510:client id="{79789B96-3DC9-0542-6205-3C6440AC07DC}" v="1" dt="2025-10-30T01:18:07.983"/>
    <p1510:client id="{B7994127-FF6C-1E05-3AF2-35DA531A4773}" v="23" dt="2025-10-30T00:20:22.95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nte Alfredo Garay Robertson" userId="S::vicente.garay@uc.cl::78783c43-e97e-49e6-a0de-64154ae66e65" providerId="AD" clId="Web-{79789B96-3DC9-0542-6205-3C6440AC07DC}"/>
    <pc:docChg chg="sldOrd">
      <pc:chgData name="Vicente Alfredo Garay Robertson" userId="S::vicente.garay@uc.cl::78783c43-e97e-49e6-a0de-64154ae66e65" providerId="AD" clId="Web-{79789B96-3DC9-0542-6205-3C6440AC07DC}" dt="2025-10-30T01:18:07.983" v="0"/>
      <pc:docMkLst>
        <pc:docMk/>
      </pc:docMkLst>
      <pc:sldChg chg="ord">
        <pc:chgData name="Vicente Alfredo Garay Robertson" userId="S::vicente.garay@uc.cl::78783c43-e97e-49e6-a0de-64154ae66e65" providerId="AD" clId="Web-{79789B96-3DC9-0542-6205-3C6440AC07DC}" dt="2025-10-30T01:18:07.983" v="0"/>
        <pc:sldMkLst>
          <pc:docMk/>
          <pc:sldMk cId="879623815" sldId="313"/>
        </pc:sldMkLst>
      </pc:sldChg>
    </pc:docChg>
  </pc:docChgLst>
  <pc:docChgLst>
    <pc:chgData name="Ziyu Guo ." userId="S::ziyuguo@uc.cl::5d0ee9bc-099e-4375-8de4-b9df224602ff" providerId="AD" clId="Web-{0808568B-4248-7334-1BF1-ABB161FFBFC4}"/>
    <pc:docChg chg="addSld delSld modSld modSection">
      <pc:chgData name="Ziyu Guo ." userId="S::ziyuguo@uc.cl::5d0ee9bc-099e-4375-8de4-b9df224602ff" providerId="AD" clId="Web-{0808568B-4248-7334-1BF1-ABB161FFBFC4}" dt="2025-10-30T01:56:53.084" v="512" actId="14100"/>
      <pc:docMkLst>
        <pc:docMk/>
      </pc:docMkLst>
      <pc:sldChg chg="add del">
        <pc:chgData name="Ziyu Guo ." userId="S::ziyuguo@uc.cl::5d0ee9bc-099e-4375-8de4-b9df224602ff" providerId="AD" clId="Web-{0808568B-4248-7334-1BF1-ABB161FFBFC4}" dt="2025-10-30T01:05:20.768" v="9"/>
        <pc:sldMkLst>
          <pc:docMk/>
          <pc:sldMk cId="1172878005" sldId="312"/>
        </pc:sldMkLst>
      </pc:sldChg>
      <pc:sldChg chg="addSp delSp modSp mod setBg">
        <pc:chgData name="Ziyu Guo ." userId="S::ziyuguo@uc.cl::5d0ee9bc-099e-4375-8de4-b9df224602ff" providerId="AD" clId="Web-{0808568B-4248-7334-1BF1-ABB161FFBFC4}" dt="2025-10-30T01:56:53.084" v="512" actId="14100"/>
        <pc:sldMkLst>
          <pc:docMk/>
          <pc:sldMk cId="879623815" sldId="313"/>
        </pc:sldMkLst>
        <pc:spChg chg="mod ord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2" creationId="{99590427-CC98-271D-5D53-A96EF1FDF5B5}"/>
          </ac:spMkLst>
        </pc:spChg>
        <pc:spChg chg="del">
          <ac:chgData name="Ziyu Guo ." userId="S::ziyuguo@uc.cl::5d0ee9bc-099e-4375-8de4-b9df224602ff" providerId="AD" clId="Web-{0808568B-4248-7334-1BF1-ABB161FFBFC4}" dt="2025-10-30T00:54:31.046" v="0"/>
          <ac:spMkLst>
            <pc:docMk/>
            <pc:sldMk cId="879623815" sldId="313"/>
            <ac:spMk id="3" creationId="{11A5E896-928D-BCD2-D8AC-2CEDC7126481}"/>
          </ac:spMkLst>
        </pc:spChg>
        <pc:spChg chg="del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4" creationId="{4C7C8455-8ACB-5835-DC42-EB60A52921B5}"/>
          </ac:spMkLst>
        </pc:spChg>
        <pc:spChg chg="add del mod">
          <ac:chgData name="Ziyu Guo ." userId="S::ziyuguo@uc.cl::5d0ee9bc-099e-4375-8de4-b9df224602ff" providerId="AD" clId="Web-{0808568B-4248-7334-1BF1-ABB161FFBFC4}" dt="2025-10-30T01:05:20.175" v="8"/>
          <ac:spMkLst>
            <pc:docMk/>
            <pc:sldMk cId="879623815" sldId="313"/>
            <ac:spMk id="7" creationId="{66D1BE31-5E4C-9723-BC3C-ED53E8A41C40}"/>
          </ac:spMkLst>
        </pc:spChg>
        <pc:spChg chg="add del mod">
          <ac:chgData name="Ziyu Guo ." userId="S::ziyuguo@uc.cl::5d0ee9bc-099e-4375-8de4-b9df224602ff" providerId="AD" clId="Web-{0808568B-4248-7334-1BF1-ABB161FFBFC4}" dt="2025-10-30T01:10:11.809" v="11"/>
          <ac:spMkLst>
            <pc:docMk/>
            <pc:sldMk cId="879623815" sldId="313"/>
            <ac:spMk id="9" creationId="{2C98556B-6010-80CD-324F-CA164CDD4AE9}"/>
          </ac:spMkLst>
        </pc:spChg>
        <pc:spChg chg="add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10" creationId="{DB691D59-8F51-4DD8-AD41-D568D29B08F8}"/>
          </ac:spMkLst>
        </pc:spChg>
        <pc:spChg chg="add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12" creationId="{204AEF18-0627-48F3-9B3D-F7E8F050B1D4}"/>
          </ac:spMkLst>
        </pc:spChg>
        <pc:spChg chg="add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14" creationId="{CEAEE08A-C572-438F-9753-B0D527A515A7}"/>
          </ac:spMkLst>
        </pc:spChg>
        <pc:spChg chg="add del mod">
          <ac:chgData name="Ziyu Guo ." userId="S::ziyuguo@uc.cl::5d0ee9bc-099e-4375-8de4-b9df224602ff" providerId="AD" clId="Web-{0808568B-4248-7334-1BF1-ABB161FFBFC4}" dt="2025-10-30T01:45:55.662" v="333" actId="14100"/>
          <ac:spMkLst>
            <pc:docMk/>
            <pc:sldMk cId="879623815" sldId="313"/>
            <ac:spMk id="15" creationId="{6950A0E6-F4C1-0203-456A-59380C05EB71}"/>
          </ac:spMkLst>
        </pc:spChg>
        <pc:spChg chg="add del">
          <ac:chgData name="Ziyu Guo ." userId="S::ziyuguo@uc.cl::5d0ee9bc-099e-4375-8de4-b9df224602ff" providerId="AD" clId="Web-{0808568B-4248-7334-1BF1-ABB161FFBFC4}" dt="2025-10-30T01:34:01.282" v="202"/>
          <ac:spMkLst>
            <pc:docMk/>
            <pc:sldMk cId="879623815" sldId="313"/>
            <ac:spMk id="16" creationId="{DB93146F-62ED-4C59-844C-0935D0FB5031}"/>
          </ac:spMkLst>
        </pc:spChg>
        <pc:spChg chg="add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18" creationId="{BF3D65BA-1C65-40FB-92EF-83951BDC1D7C}"/>
          </ac:spMkLst>
        </pc:spChg>
        <pc:spChg chg="add">
          <ac:chgData name="Ziyu Guo ." userId="S::ziyuguo@uc.cl::5d0ee9bc-099e-4375-8de4-b9df224602ff" providerId="AD" clId="Web-{0808568B-4248-7334-1BF1-ABB161FFBFC4}" dt="2025-10-30T00:54:37.515" v="2"/>
          <ac:spMkLst>
            <pc:docMk/>
            <pc:sldMk cId="879623815" sldId="313"/>
            <ac:spMk id="20" creationId="{ADF52CCA-FCDD-49A0-BFFC-3BD41F1B827A}"/>
          </ac:spMkLst>
        </pc:spChg>
        <pc:spChg chg="add mod">
          <ac:chgData name="Ziyu Guo ." userId="S::ziyuguo@uc.cl::5d0ee9bc-099e-4375-8de4-b9df224602ff" providerId="AD" clId="Web-{0808568B-4248-7334-1BF1-ABB161FFBFC4}" dt="2025-10-30T01:56:32.583" v="508" actId="1076"/>
          <ac:spMkLst>
            <pc:docMk/>
            <pc:sldMk cId="879623815" sldId="313"/>
            <ac:spMk id="21" creationId="{4224ECCA-6A92-1E2B-B4A8-45D2CF16FFA4}"/>
          </ac:spMkLst>
        </pc:spChg>
        <pc:spChg chg="add mod">
          <ac:chgData name="Ziyu Guo ." userId="S::ziyuguo@uc.cl::5d0ee9bc-099e-4375-8de4-b9df224602ff" providerId="AD" clId="Web-{0808568B-4248-7334-1BF1-ABB161FFBFC4}" dt="2025-10-30T01:56:53.084" v="512" actId="14100"/>
          <ac:spMkLst>
            <pc:docMk/>
            <pc:sldMk cId="879623815" sldId="313"/>
            <ac:spMk id="23" creationId="{EAE07D29-5269-9D64-DCCB-0D28BEA159A9}"/>
          </ac:spMkLst>
        </pc:spChg>
        <pc:spChg chg="add mod">
          <ac:chgData name="Ziyu Guo ." userId="S::ziyuguo@uc.cl::5d0ee9bc-099e-4375-8de4-b9df224602ff" providerId="AD" clId="Web-{0808568B-4248-7334-1BF1-ABB161FFBFC4}" dt="2025-10-30T01:56:36.302" v="509" actId="1076"/>
          <ac:spMkLst>
            <pc:docMk/>
            <pc:sldMk cId="879623815" sldId="313"/>
            <ac:spMk id="25" creationId="{EF6D5F98-5105-119F-165D-8D4FA99C5911}"/>
          </ac:spMkLst>
        </pc:spChg>
        <pc:spChg chg="add mod">
          <ac:chgData name="Ziyu Guo ." userId="S::ziyuguo@uc.cl::5d0ee9bc-099e-4375-8de4-b9df224602ff" providerId="AD" clId="Web-{0808568B-4248-7334-1BF1-ABB161FFBFC4}" dt="2025-10-30T01:56:40.005" v="510" actId="1076"/>
          <ac:spMkLst>
            <pc:docMk/>
            <pc:sldMk cId="879623815" sldId="313"/>
            <ac:spMk id="27" creationId="{CFC5E7B5-EAAE-15A9-4D8A-C46249DC99F1}"/>
          </ac:spMkLst>
        </pc:spChg>
        <pc:graphicFrameChg chg="add del mod ord modGraphic">
          <ac:chgData name="Ziyu Guo ." userId="S::ziyuguo@uc.cl::5d0ee9bc-099e-4375-8de4-b9df224602ff" providerId="AD" clId="Web-{0808568B-4248-7334-1BF1-ABB161FFBFC4}" dt="2025-10-30T01:11:34.342" v="19"/>
          <ac:graphicFrameMkLst>
            <pc:docMk/>
            <pc:sldMk cId="879623815" sldId="313"/>
            <ac:graphicFrameMk id="17" creationId="{2ABF7824-B928-9B68-086A-1652868C16AB}"/>
          </ac:graphicFrameMkLst>
        </pc:graphicFrameChg>
        <pc:picChg chg="add del mod ord">
          <ac:chgData name="Ziyu Guo ." userId="S::ziyuguo@uc.cl::5d0ee9bc-099e-4375-8de4-b9df224602ff" providerId="AD" clId="Web-{0808568B-4248-7334-1BF1-ABB161FFBFC4}" dt="2025-10-30T01:10:06.293" v="10"/>
          <ac:picMkLst>
            <pc:docMk/>
            <pc:sldMk cId="879623815" sldId="313"/>
            <ac:picMk id="5" creationId="{07EDF05B-173D-BD9A-DC8F-C79D2D9E80C8}"/>
          </ac:picMkLst>
        </pc:picChg>
        <pc:picChg chg="add del mod ord">
          <ac:chgData name="Ziyu Guo ." userId="S::ziyuguo@uc.cl::5d0ee9bc-099e-4375-8de4-b9df224602ff" providerId="AD" clId="Web-{0808568B-4248-7334-1BF1-ABB161FFBFC4}" dt="2025-10-30T01:10:17.106" v="13"/>
          <ac:picMkLst>
            <pc:docMk/>
            <pc:sldMk cId="879623815" sldId="313"/>
            <ac:picMk id="11" creationId="{B40B4681-9493-59F0-95AE-01B03D85A8E9}"/>
          </ac:picMkLst>
        </pc:picChg>
      </pc:sldChg>
    </pc:docChg>
  </pc:docChgLst>
  <pc:docChgLst>
    <pc:chgData name="Franco Andrés Chiappe Donoso" userId="952ef6fb-7da9-433b-9cb5-ab1c1c91cce3" providerId="ADAL" clId="{D482683E-DF45-4BA1-B60E-919AB3CEA91E}"/>
    <pc:docChg chg="undo redo custSel addSld delSld modSld sldOrd delSection modSection">
      <pc:chgData name="Franco Andrés Chiappe Donoso" userId="952ef6fb-7da9-433b-9cb5-ab1c1c91cce3" providerId="ADAL" clId="{D482683E-DF45-4BA1-B60E-919AB3CEA91E}" dt="2025-10-30T14:20:18.082" v="1233" actId="20577"/>
      <pc:docMkLst>
        <pc:docMk/>
      </pc:docMkLst>
      <pc:sldChg chg="addSp delSp modSp mod">
        <pc:chgData name="Franco Andrés Chiappe Donoso" userId="952ef6fb-7da9-433b-9cb5-ab1c1c91cce3" providerId="ADAL" clId="{D482683E-DF45-4BA1-B60E-919AB3CEA91E}" dt="2025-10-30T02:03:19.515" v="1209" actId="14100"/>
        <pc:sldMkLst>
          <pc:docMk/>
          <pc:sldMk cId="1453617272" sldId="273"/>
        </pc:sldMkLst>
        <pc:spChg chg="add del mod">
          <ac:chgData name="Franco Andrés Chiappe Donoso" userId="952ef6fb-7da9-433b-9cb5-ab1c1c91cce3" providerId="ADAL" clId="{D482683E-DF45-4BA1-B60E-919AB3CEA91E}" dt="2025-10-30T01:24:46.577" v="902" actId="478"/>
          <ac:spMkLst>
            <pc:docMk/>
            <pc:sldMk cId="1453617272" sldId="273"/>
            <ac:spMk id="2" creationId="{5E2ED7FC-2AFA-CCD9-BA7E-355E5DCFFE1A}"/>
          </ac:spMkLst>
        </pc:spChg>
        <pc:spChg chg="mod">
          <ac:chgData name="Franco Andrés Chiappe Donoso" userId="952ef6fb-7da9-433b-9cb5-ab1c1c91cce3" providerId="ADAL" clId="{D482683E-DF45-4BA1-B60E-919AB3CEA91E}" dt="2025-10-30T01:48:31.318" v="1134" actId="1076"/>
          <ac:spMkLst>
            <pc:docMk/>
            <pc:sldMk cId="1453617272" sldId="273"/>
            <ac:spMk id="3" creationId="{46C2D0EA-90D1-BC37-B26E-AF8CE5AEA162}"/>
          </ac:spMkLst>
        </pc:spChg>
        <pc:spChg chg="mod">
          <ac:chgData name="Franco Andrés Chiappe Donoso" userId="952ef6fb-7da9-433b-9cb5-ab1c1c91cce3" providerId="ADAL" clId="{D482683E-DF45-4BA1-B60E-919AB3CEA91E}" dt="2025-10-30T02:03:19.515" v="1209" actId="14100"/>
          <ac:spMkLst>
            <pc:docMk/>
            <pc:sldMk cId="1453617272" sldId="273"/>
            <ac:spMk id="4" creationId="{5E811C5F-0E93-1E2D-2BB4-5CF0B8085898}"/>
          </ac:spMkLst>
        </pc:spChg>
        <pc:spChg chg="add mod">
          <ac:chgData name="Franco Andrés Chiappe Donoso" userId="952ef6fb-7da9-433b-9cb5-ab1c1c91cce3" providerId="ADAL" clId="{D482683E-DF45-4BA1-B60E-919AB3CEA91E}" dt="2025-10-30T01:25:05.337" v="908"/>
          <ac:spMkLst>
            <pc:docMk/>
            <pc:sldMk cId="1453617272" sldId="273"/>
            <ac:spMk id="6" creationId="{E1A33F5D-76C8-19AC-DF40-F75A67E037D1}"/>
          </ac:spMkLst>
        </pc:spChg>
        <pc:spChg chg="add del">
          <ac:chgData name="Franco Andrés Chiappe Donoso" userId="952ef6fb-7da9-433b-9cb5-ab1c1c91cce3" providerId="ADAL" clId="{D482683E-DF45-4BA1-B60E-919AB3CEA91E}" dt="2025-10-30T01:25:17.951" v="910" actId="22"/>
          <ac:spMkLst>
            <pc:docMk/>
            <pc:sldMk cId="1453617272" sldId="273"/>
            <ac:spMk id="8" creationId="{456268B8-E32E-F762-E183-A63642F60785}"/>
          </ac:spMkLst>
        </pc:spChg>
        <pc:spChg chg="add del mod">
          <ac:chgData name="Franco Andrés Chiappe Donoso" userId="952ef6fb-7da9-433b-9cb5-ab1c1c91cce3" providerId="ADAL" clId="{D482683E-DF45-4BA1-B60E-919AB3CEA91E}" dt="2025-10-30T01:25:43.228" v="917" actId="478"/>
          <ac:spMkLst>
            <pc:docMk/>
            <pc:sldMk cId="1453617272" sldId="273"/>
            <ac:spMk id="9" creationId="{928D4EBF-0642-47A5-86BE-43B4B53577FD}"/>
          </ac:spMkLst>
        </pc:spChg>
        <pc:spChg chg="mod">
          <ac:chgData name="Franco Andrés Chiappe Donoso" userId="952ef6fb-7da9-433b-9cb5-ab1c1c91cce3" providerId="ADAL" clId="{D482683E-DF45-4BA1-B60E-919AB3CEA91E}" dt="2025-10-30T01:25:50.398" v="918"/>
          <ac:spMkLst>
            <pc:docMk/>
            <pc:sldMk cId="1453617272" sldId="273"/>
            <ac:spMk id="13" creationId="{4FCA1056-F0AA-07E5-60C9-9C6E6D2839AD}"/>
          </ac:spMkLst>
        </pc:spChg>
      </pc:sldChg>
      <pc:sldChg chg="modSp mod">
        <pc:chgData name="Franco Andrés Chiappe Donoso" userId="952ef6fb-7da9-433b-9cb5-ab1c1c91cce3" providerId="ADAL" clId="{D482683E-DF45-4BA1-B60E-919AB3CEA91E}" dt="2025-10-30T02:07:43.270" v="1218" actId="14100"/>
        <pc:sldMkLst>
          <pc:docMk/>
          <pc:sldMk cId="1048840110" sldId="283"/>
        </pc:sldMkLst>
        <pc:spChg chg="mod">
          <ac:chgData name="Franco Andrés Chiappe Donoso" userId="952ef6fb-7da9-433b-9cb5-ab1c1c91cce3" providerId="ADAL" clId="{D482683E-DF45-4BA1-B60E-919AB3CEA91E}" dt="2025-10-30T02:06:59.245" v="1216"/>
          <ac:spMkLst>
            <pc:docMk/>
            <pc:sldMk cId="1048840110" sldId="283"/>
            <ac:spMk id="2" creationId="{45C52258-5DCB-74B3-AC8D-644FFEDC4360}"/>
          </ac:spMkLst>
        </pc:spChg>
        <pc:spChg chg="mod">
          <ac:chgData name="Franco Andrés Chiappe Donoso" userId="952ef6fb-7da9-433b-9cb5-ab1c1c91cce3" providerId="ADAL" clId="{D482683E-DF45-4BA1-B60E-919AB3CEA91E}" dt="2025-10-30T02:07:43.270" v="1218" actId="14100"/>
          <ac:spMkLst>
            <pc:docMk/>
            <pc:sldMk cId="1048840110" sldId="283"/>
            <ac:spMk id="3" creationId="{26A3D6DD-510D-6A14-3402-4F48DAA77B5B}"/>
          </ac:spMkLst>
        </pc:spChg>
      </pc:sldChg>
      <pc:sldChg chg="addSp delSp modSp mod modCm">
        <pc:chgData name="Franco Andrés Chiappe Donoso" userId="952ef6fb-7da9-433b-9cb5-ab1c1c91cce3" providerId="ADAL" clId="{D482683E-DF45-4BA1-B60E-919AB3CEA91E}" dt="2025-10-30T01:46:04.529" v="1130"/>
        <pc:sldMkLst>
          <pc:docMk/>
          <pc:sldMk cId="1435351318" sldId="301"/>
        </pc:sldMkLst>
        <pc:spChg chg="add del mod">
          <ac:chgData name="Franco Andrés Chiappe Donoso" userId="952ef6fb-7da9-433b-9cb5-ab1c1c91cce3" providerId="ADAL" clId="{D482683E-DF45-4BA1-B60E-919AB3CEA91E}" dt="2025-10-30T01:43:14.478" v="1095" actId="478"/>
          <ac:spMkLst>
            <pc:docMk/>
            <pc:sldMk cId="1435351318" sldId="301"/>
            <ac:spMk id="3" creationId="{A3A20B35-4550-D98C-4523-39FA24246A62}"/>
          </ac:spMkLst>
        </pc:spChg>
        <pc:spChg chg="del mod">
          <ac:chgData name="Franco Andrés Chiappe Donoso" userId="952ef6fb-7da9-433b-9cb5-ab1c1c91cce3" providerId="ADAL" clId="{D482683E-DF45-4BA1-B60E-919AB3CEA91E}" dt="2025-10-30T01:45:56.659" v="1127" actId="478"/>
          <ac:spMkLst>
            <pc:docMk/>
            <pc:sldMk cId="1435351318" sldId="301"/>
            <ac:spMk id="5" creationId="{78522B85-A7E4-E0EE-121C-E80461A5F572}"/>
          </ac:spMkLst>
        </pc:spChg>
        <pc:spChg chg="add del mod">
          <ac:chgData name="Franco Andrés Chiappe Donoso" userId="952ef6fb-7da9-433b-9cb5-ab1c1c91cce3" providerId="ADAL" clId="{D482683E-DF45-4BA1-B60E-919AB3CEA91E}" dt="2025-10-30T01:46:01.256" v="1129" actId="478"/>
          <ac:spMkLst>
            <pc:docMk/>
            <pc:sldMk cId="1435351318" sldId="301"/>
            <ac:spMk id="6" creationId="{784009D1-E231-2824-2AE4-E43DAC7E5AA8}"/>
          </ac:spMkLst>
        </pc:spChg>
        <pc:spChg chg="add mod">
          <ac:chgData name="Franco Andrés Chiappe Donoso" userId="952ef6fb-7da9-433b-9cb5-ab1c1c91cce3" providerId="ADAL" clId="{D482683E-DF45-4BA1-B60E-919AB3CEA91E}" dt="2025-10-30T01:46:04.529" v="1130"/>
          <ac:spMkLst>
            <pc:docMk/>
            <pc:sldMk cId="1435351318" sldId="301"/>
            <ac:spMk id="7" creationId="{E88CA7DA-E5A8-E119-CD47-9E027147249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ranco Andrés Chiappe Donoso" userId="952ef6fb-7da9-433b-9cb5-ab1c1c91cce3" providerId="ADAL" clId="{D482683E-DF45-4BA1-B60E-919AB3CEA91E}" dt="2025-10-30T01:45:56.659" v="1127" actId="478"/>
              <pc2:cmMkLst xmlns:pc2="http://schemas.microsoft.com/office/powerpoint/2019/9/main/command">
                <pc:docMk/>
                <pc:sldMk cId="1435351318" sldId="301"/>
                <pc2:cmMk id="{973E605F-4F95-43DB-9723-CF12F3697A57}"/>
              </pc2:cmMkLst>
            </pc226:cmChg>
          </p:ext>
        </pc:extLst>
      </pc:sldChg>
      <pc:sldChg chg="addSp delSp modSp mod">
        <pc:chgData name="Franco Andrés Chiappe Donoso" userId="952ef6fb-7da9-433b-9cb5-ab1c1c91cce3" providerId="ADAL" clId="{D482683E-DF45-4BA1-B60E-919AB3CEA91E}" dt="2025-10-30T02:04:03.612" v="1215" actId="1036"/>
        <pc:sldMkLst>
          <pc:docMk/>
          <pc:sldMk cId="1503279884" sldId="302"/>
        </pc:sldMkLst>
        <pc:spChg chg="mod">
          <ac:chgData name="Franco Andrés Chiappe Donoso" userId="952ef6fb-7da9-433b-9cb5-ab1c1c91cce3" providerId="ADAL" clId="{D482683E-DF45-4BA1-B60E-919AB3CEA91E}" dt="2025-10-30T00:45:01.594" v="644" actId="20577"/>
          <ac:spMkLst>
            <pc:docMk/>
            <pc:sldMk cId="1503279884" sldId="302"/>
            <ac:spMk id="2" creationId="{CC6B04BF-FBB0-590D-5E8D-127AECABBD92}"/>
          </ac:spMkLst>
        </pc:spChg>
        <pc:spChg chg="mod">
          <ac:chgData name="Franco Andrés Chiappe Donoso" userId="952ef6fb-7da9-433b-9cb5-ab1c1c91cce3" providerId="ADAL" clId="{D482683E-DF45-4BA1-B60E-919AB3CEA91E}" dt="2025-10-30T01:45:02.670" v="1125" actId="14100"/>
          <ac:spMkLst>
            <pc:docMk/>
            <pc:sldMk cId="1503279884" sldId="302"/>
            <ac:spMk id="5" creationId="{35A23D5A-DE76-E82E-39D7-F04EC43E704F}"/>
          </ac:spMkLst>
        </pc:spChg>
        <pc:spChg chg="mod">
          <ac:chgData name="Franco Andrés Chiappe Donoso" userId="952ef6fb-7da9-433b-9cb5-ab1c1c91cce3" providerId="ADAL" clId="{D482683E-DF45-4BA1-B60E-919AB3CEA91E}" dt="2025-10-30T02:04:03.612" v="1215" actId="1036"/>
          <ac:spMkLst>
            <pc:docMk/>
            <pc:sldMk cId="1503279884" sldId="302"/>
            <ac:spMk id="6" creationId="{71FDD230-9297-89A9-1083-C732A196E681}"/>
          </ac:spMkLst>
        </pc:spChg>
        <pc:spChg chg="mod">
          <ac:chgData name="Franco Andrés Chiappe Donoso" userId="952ef6fb-7da9-433b-9cb5-ab1c1c91cce3" providerId="ADAL" clId="{D482683E-DF45-4BA1-B60E-919AB3CEA91E}" dt="2025-10-30T02:04:03.612" v="1215" actId="1036"/>
          <ac:spMkLst>
            <pc:docMk/>
            <pc:sldMk cId="1503279884" sldId="302"/>
            <ac:spMk id="14" creationId="{BC983D99-4283-F165-8C2F-213CE62D3D4F}"/>
          </ac:spMkLst>
        </pc:spChg>
        <pc:spChg chg="mod">
          <ac:chgData name="Franco Andrés Chiappe Donoso" userId="952ef6fb-7da9-433b-9cb5-ab1c1c91cce3" providerId="ADAL" clId="{D482683E-DF45-4BA1-B60E-919AB3CEA91E}" dt="2025-10-30T02:04:03.612" v="1215" actId="1036"/>
          <ac:spMkLst>
            <pc:docMk/>
            <pc:sldMk cId="1503279884" sldId="302"/>
            <ac:spMk id="29" creationId="{371F8149-79BD-D771-985A-1C532C8912FD}"/>
          </ac:spMkLst>
        </pc:spChg>
        <pc:picChg chg="add del mod">
          <ac:chgData name="Franco Andrés Chiappe Donoso" userId="952ef6fb-7da9-433b-9cb5-ab1c1c91cce3" providerId="ADAL" clId="{D482683E-DF45-4BA1-B60E-919AB3CEA91E}" dt="2025-10-29T23:22:32.799" v="535" actId="478"/>
          <ac:picMkLst>
            <pc:docMk/>
            <pc:sldMk cId="1503279884" sldId="302"/>
            <ac:picMk id="13" creationId="{A069A9C4-98AE-94CF-AC5C-0F5AFD5480AF}"/>
          </ac:picMkLst>
        </pc:picChg>
        <pc:picChg chg="mod">
          <ac:chgData name="Franco Andrés Chiappe Donoso" userId="952ef6fb-7da9-433b-9cb5-ab1c1c91cce3" providerId="ADAL" clId="{D482683E-DF45-4BA1-B60E-919AB3CEA91E}" dt="2025-10-30T02:04:03.612" v="1215" actId="1036"/>
          <ac:picMkLst>
            <pc:docMk/>
            <pc:sldMk cId="1503279884" sldId="302"/>
            <ac:picMk id="25" creationId="{1DDD4C1F-D94C-98C2-F569-3C7D58949398}"/>
          </ac:picMkLst>
        </pc:picChg>
        <pc:picChg chg="mod">
          <ac:chgData name="Franco Andrés Chiappe Donoso" userId="952ef6fb-7da9-433b-9cb5-ab1c1c91cce3" providerId="ADAL" clId="{D482683E-DF45-4BA1-B60E-919AB3CEA91E}" dt="2025-10-30T02:04:03.612" v="1215" actId="1036"/>
          <ac:picMkLst>
            <pc:docMk/>
            <pc:sldMk cId="1503279884" sldId="302"/>
            <ac:picMk id="1026" creationId="{0A825D96-E9C1-CEF6-FFDD-F0ACF50DEE83}"/>
          </ac:picMkLst>
        </pc:picChg>
      </pc:sldChg>
      <pc:sldChg chg="addSp delSp modSp mod">
        <pc:chgData name="Franco Andrés Chiappe Donoso" userId="952ef6fb-7da9-433b-9cb5-ab1c1c91cce3" providerId="ADAL" clId="{D482683E-DF45-4BA1-B60E-919AB3CEA91E}" dt="2025-10-29T23:32:04.692" v="632" actId="26606"/>
        <pc:sldMkLst>
          <pc:docMk/>
          <pc:sldMk cId="817429082" sldId="305"/>
        </pc:sldMkLst>
        <pc:spChg chg="mod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" creationId="{117BF3F8-6A2D-6314-A70D-F0D60EAD9D21}"/>
          </ac:spMkLst>
        </pc:spChg>
        <pc:spChg chg="mod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6" creationId="{AF454EC2-1493-F15B-2A88-D5B0AA9844BC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11" creationId="{D0AE6E20-272B-4965-A636-4C47C90BBAD6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18" creationId="{204AEF18-0627-48F3-9B3D-F7E8F050B1D4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22" creationId="{993F09C6-4F57-4B05-9592-E253D8BC6286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24" creationId="{9ADDB9E1-AB12-462E-8E0D-83CA31C6EB7F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26" creationId="{214040EB-4842-44D5-9380-BDF41FB7BA8F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28" creationId="{0C076E08-C160-41E7-8D09-E2436B5917C9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30" creationId="{25A65B62-07C4-4876-A101-9C85F48A0257}"/>
          </ac:spMkLst>
        </pc:spChg>
        <pc:spChg chg="add del">
          <ac:chgData name="Franco Andrés Chiappe Donoso" userId="952ef6fb-7da9-433b-9cb5-ab1c1c91cce3" providerId="ADAL" clId="{D482683E-DF45-4BA1-B60E-919AB3CEA91E}" dt="2025-10-29T23:32:00.285" v="630" actId="26606"/>
          <ac:spMkLst>
            <pc:docMk/>
            <pc:sldMk cId="817429082" sldId="305"/>
            <ac:spMk id="32" creationId="{D02BCE7C-4E97-4627-9FD1-DD7B633E558D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4" creationId="{DB691D59-8F51-4DD8-AD41-D568D29B08F8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5" creationId="{204AEF18-0627-48F3-9B3D-F7E8F050B1D4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6" creationId="{CEAEE08A-C572-438F-9753-B0D527A515A7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7" creationId="{993F09C6-4F57-4B05-9592-E253D8BC6286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8" creationId="{3CED7894-4F62-4A6C-8DB5-DB5BE08E9C03}"/>
          </ac:spMkLst>
        </pc:spChg>
        <pc:spChg chg="add del">
          <ac:chgData name="Franco Andrés Chiappe Donoso" userId="952ef6fb-7da9-433b-9cb5-ab1c1c91cce3" providerId="ADAL" clId="{D482683E-DF45-4BA1-B60E-919AB3CEA91E}" dt="2025-10-29T23:32:04.692" v="632" actId="26606"/>
          <ac:spMkLst>
            <pc:docMk/>
            <pc:sldMk cId="817429082" sldId="305"/>
            <ac:spMk id="39" creationId="{E536F3B4-50F6-4C52-8F76-4EB1214719DC}"/>
          </ac:spMkLst>
        </pc:spChg>
        <pc:picChg chg="mod">
          <ac:chgData name="Franco Andrés Chiappe Donoso" userId="952ef6fb-7da9-433b-9cb5-ab1c1c91cce3" providerId="ADAL" clId="{D482683E-DF45-4BA1-B60E-919AB3CEA91E}" dt="2025-10-29T23:32:04.692" v="632" actId="26606"/>
          <ac:picMkLst>
            <pc:docMk/>
            <pc:sldMk cId="817429082" sldId="305"/>
            <ac:picMk id="2" creationId="{52238C76-54F7-44F0-A407-24432A21F78B}"/>
          </ac:picMkLst>
        </pc:picChg>
      </pc:sldChg>
      <pc:sldChg chg="addSp delSp modSp mod modClrScheme chgLayout">
        <pc:chgData name="Franco Andrés Chiappe Donoso" userId="952ef6fb-7da9-433b-9cb5-ab1c1c91cce3" providerId="ADAL" clId="{D482683E-DF45-4BA1-B60E-919AB3CEA91E}" dt="2025-10-30T14:20:18.082" v="1233" actId="20577"/>
        <pc:sldMkLst>
          <pc:docMk/>
          <pc:sldMk cId="2664914889" sldId="306"/>
        </pc:sldMkLst>
        <pc:spChg chg="del mod ord">
          <ac:chgData name="Franco Andrés Chiappe Donoso" userId="952ef6fb-7da9-433b-9cb5-ab1c1c91cce3" providerId="ADAL" clId="{D482683E-DF45-4BA1-B60E-919AB3CEA91E}" dt="2025-10-30T01:24:18.746" v="897" actId="478"/>
          <ac:spMkLst>
            <pc:docMk/>
            <pc:sldMk cId="2664914889" sldId="306"/>
            <ac:spMk id="2" creationId="{8B000A97-91BF-160A-4CC9-6F7E76853867}"/>
          </ac:spMkLst>
        </pc:spChg>
        <pc:spChg chg="add mod ord">
          <ac:chgData name="Franco Andrés Chiappe Donoso" userId="952ef6fb-7da9-433b-9cb5-ab1c1c91cce3" providerId="ADAL" clId="{D482683E-DF45-4BA1-B60E-919AB3CEA91E}" dt="2025-10-30T14:20:18.082" v="1233" actId="20577"/>
          <ac:spMkLst>
            <pc:docMk/>
            <pc:sldMk cId="2664914889" sldId="306"/>
            <ac:spMk id="3" creationId="{9320A52B-4C9E-1F80-ACE4-6B5A3973A49B}"/>
          </ac:spMkLst>
        </pc:spChg>
        <pc:spChg chg="add del mod ord">
          <ac:chgData name="Franco Andrés Chiappe Donoso" userId="952ef6fb-7da9-433b-9cb5-ab1c1c91cce3" providerId="ADAL" clId="{D482683E-DF45-4BA1-B60E-919AB3CEA91E}" dt="2025-10-30T01:34:02.297" v="967" actId="700"/>
          <ac:spMkLst>
            <pc:docMk/>
            <pc:sldMk cId="2664914889" sldId="306"/>
            <ac:spMk id="4" creationId="{D11D2E0F-3A91-25B9-28A1-B15A64190423}"/>
          </ac:spMkLst>
        </pc:spChg>
        <pc:spChg chg="del mod ord">
          <ac:chgData name="Franco Andrés Chiappe Donoso" userId="952ef6fb-7da9-433b-9cb5-ab1c1c91cce3" providerId="ADAL" clId="{D482683E-DF45-4BA1-B60E-919AB3CEA91E}" dt="2025-10-30T01:18:05.989" v="809" actId="700"/>
          <ac:spMkLst>
            <pc:docMk/>
            <pc:sldMk cId="2664914889" sldId="306"/>
            <ac:spMk id="5" creationId="{A2DC002B-BA5E-74C2-1CE6-977AE55B48E8}"/>
          </ac:spMkLst>
        </pc:spChg>
        <pc:spChg chg="add">
          <ac:chgData name="Franco Andrés Chiappe Donoso" userId="952ef6fb-7da9-433b-9cb5-ab1c1c91cce3" providerId="ADAL" clId="{D482683E-DF45-4BA1-B60E-919AB3CEA91E}" dt="2025-10-30T01:18:34.376" v="813"/>
          <ac:spMkLst>
            <pc:docMk/>
            <pc:sldMk cId="2664914889" sldId="306"/>
            <ac:spMk id="6" creationId="{9AFA9963-3E8C-544E-0E9D-2A65AB3ADB85}"/>
          </ac:spMkLst>
        </pc:spChg>
        <pc:spChg chg="add mod">
          <ac:chgData name="Franco Andrés Chiappe Donoso" userId="952ef6fb-7da9-433b-9cb5-ab1c1c91cce3" providerId="ADAL" clId="{D482683E-DF45-4BA1-B60E-919AB3CEA91E}" dt="2025-10-30T01:41:24.986" v="1080" actId="113"/>
          <ac:spMkLst>
            <pc:docMk/>
            <pc:sldMk cId="2664914889" sldId="306"/>
            <ac:spMk id="7" creationId="{355E47EC-035E-602C-ED23-380C5F23D695}"/>
          </ac:spMkLst>
        </pc:spChg>
        <pc:spChg chg="add del mod">
          <ac:chgData name="Franco Andrés Chiappe Donoso" userId="952ef6fb-7da9-433b-9cb5-ab1c1c91cce3" providerId="ADAL" clId="{D482683E-DF45-4BA1-B60E-919AB3CEA91E}" dt="2025-10-30T01:24:22.263" v="898" actId="478"/>
          <ac:spMkLst>
            <pc:docMk/>
            <pc:sldMk cId="2664914889" sldId="306"/>
            <ac:spMk id="9" creationId="{8786EFC3-F70B-70DF-D94B-83FCDAA6547A}"/>
          </ac:spMkLst>
        </pc:spChg>
        <pc:spChg chg="del">
          <ac:chgData name="Franco Andrés Chiappe Donoso" userId="952ef6fb-7da9-433b-9cb5-ab1c1c91cce3" providerId="ADAL" clId="{D482683E-DF45-4BA1-B60E-919AB3CEA91E}" dt="2025-10-30T01:16:06.434" v="805" actId="478"/>
          <ac:spMkLst>
            <pc:docMk/>
            <pc:sldMk cId="2664914889" sldId="306"/>
            <ac:spMk id="10" creationId="{F76282E0-60A5-D3A2-CAAF-13A1757DDF43}"/>
          </ac:spMkLst>
        </pc:spChg>
        <pc:spChg chg="del">
          <ac:chgData name="Franco Andrés Chiappe Donoso" userId="952ef6fb-7da9-433b-9cb5-ab1c1c91cce3" providerId="ADAL" clId="{D482683E-DF45-4BA1-B60E-919AB3CEA91E}" dt="2025-10-30T01:16:06.434" v="805" actId="478"/>
          <ac:spMkLst>
            <pc:docMk/>
            <pc:sldMk cId="2664914889" sldId="306"/>
            <ac:spMk id="12" creationId="{D07B53EA-4E09-8F19-48E8-D6743462DD53}"/>
          </ac:spMkLst>
        </pc:spChg>
        <pc:spChg chg="add del mod ord">
          <ac:chgData name="Franco Andrés Chiappe Donoso" userId="952ef6fb-7da9-433b-9cb5-ab1c1c91cce3" providerId="ADAL" clId="{D482683E-DF45-4BA1-B60E-919AB3CEA91E}" dt="2025-10-30T01:34:25.342" v="973" actId="478"/>
          <ac:spMkLst>
            <pc:docMk/>
            <pc:sldMk cId="2664914889" sldId="306"/>
            <ac:spMk id="14" creationId="{47DF99A0-9760-A144-FFB8-D9B4ED37BA72}"/>
          </ac:spMkLst>
        </pc:spChg>
        <pc:spChg chg="add del mod">
          <ac:chgData name="Franco Andrés Chiappe Donoso" userId="952ef6fb-7da9-433b-9cb5-ab1c1c91cce3" providerId="ADAL" clId="{D482683E-DF45-4BA1-B60E-919AB3CEA91E}" dt="2025-10-30T01:36:10.058" v="1006" actId="478"/>
          <ac:spMkLst>
            <pc:docMk/>
            <pc:sldMk cId="2664914889" sldId="306"/>
            <ac:spMk id="15" creationId="{570FBB2A-4F9F-8D7C-089F-00C490CD2253}"/>
          </ac:spMkLst>
        </pc:spChg>
        <pc:spChg chg="add mod">
          <ac:chgData name="Franco Andrés Chiappe Donoso" userId="952ef6fb-7da9-433b-9cb5-ab1c1c91cce3" providerId="ADAL" clId="{D482683E-DF45-4BA1-B60E-919AB3CEA91E}" dt="2025-10-30T01:51:30.214" v="1169" actId="1076"/>
          <ac:spMkLst>
            <pc:docMk/>
            <pc:sldMk cId="2664914889" sldId="306"/>
            <ac:spMk id="16" creationId="{AD66B3D9-ACC0-0682-B784-D7CB03A4EB9C}"/>
          </ac:spMkLst>
        </pc:spChg>
        <pc:spChg chg="add del mod">
          <ac:chgData name="Franco Andrés Chiappe Donoso" userId="952ef6fb-7da9-433b-9cb5-ab1c1c91cce3" providerId="ADAL" clId="{D482683E-DF45-4BA1-B60E-919AB3CEA91E}" dt="2025-10-30T01:37:06.243" v="1039" actId="478"/>
          <ac:spMkLst>
            <pc:docMk/>
            <pc:sldMk cId="2664914889" sldId="306"/>
            <ac:spMk id="17" creationId="{621AF847-536F-7F74-4A1F-18F77527298E}"/>
          </ac:spMkLst>
        </pc:spChg>
        <pc:spChg chg="add mod">
          <ac:chgData name="Franco Andrés Chiappe Donoso" userId="952ef6fb-7da9-433b-9cb5-ab1c1c91cce3" providerId="ADAL" clId="{D482683E-DF45-4BA1-B60E-919AB3CEA91E}" dt="2025-10-30T01:38:39.177" v="1076" actId="1036"/>
          <ac:spMkLst>
            <pc:docMk/>
            <pc:sldMk cId="2664914889" sldId="306"/>
            <ac:spMk id="18" creationId="{00FB9C70-B76A-2AEB-D4EB-1E08F19031FF}"/>
          </ac:spMkLst>
        </pc:spChg>
        <pc:spChg chg="add del mod">
          <ac:chgData name="Franco Andrés Chiappe Donoso" userId="952ef6fb-7da9-433b-9cb5-ab1c1c91cce3" providerId="ADAL" clId="{D482683E-DF45-4BA1-B60E-919AB3CEA91E}" dt="2025-10-30T01:37:17.030" v="1042" actId="478"/>
          <ac:spMkLst>
            <pc:docMk/>
            <pc:sldMk cId="2664914889" sldId="306"/>
            <ac:spMk id="19" creationId="{A8892DF8-08C9-AF1E-D2CB-9642DB239EDB}"/>
          </ac:spMkLst>
        </pc:spChg>
        <pc:spChg chg="add del mod">
          <ac:chgData name="Franco Andrés Chiappe Donoso" userId="952ef6fb-7da9-433b-9cb5-ab1c1c91cce3" providerId="ADAL" clId="{D482683E-DF45-4BA1-B60E-919AB3CEA91E}" dt="2025-10-30T01:36:07.828" v="1005" actId="478"/>
          <ac:spMkLst>
            <pc:docMk/>
            <pc:sldMk cId="2664914889" sldId="306"/>
            <ac:spMk id="20" creationId="{F024E6BB-F773-A366-3D23-9786F7D21D42}"/>
          </ac:spMkLst>
        </pc:spChg>
        <pc:spChg chg="add mod">
          <ac:chgData name="Franco Andrés Chiappe Donoso" userId="952ef6fb-7da9-433b-9cb5-ab1c1c91cce3" providerId="ADAL" clId="{D482683E-DF45-4BA1-B60E-919AB3CEA91E}" dt="2025-10-30T01:38:39.177" v="1076" actId="1036"/>
          <ac:spMkLst>
            <pc:docMk/>
            <pc:sldMk cId="2664914889" sldId="306"/>
            <ac:spMk id="21" creationId="{C805813E-229E-F11F-018B-4351E707E52B}"/>
          </ac:spMkLst>
        </pc:spChg>
        <pc:spChg chg="add del mod">
          <ac:chgData name="Franco Andrés Chiappe Donoso" userId="952ef6fb-7da9-433b-9cb5-ab1c1c91cce3" providerId="ADAL" clId="{D482683E-DF45-4BA1-B60E-919AB3CEA91E}" dt="2025-10-30T01:38:09.161" v="1061" actId="478"/>
          <ac:spMkLst>
            <pc:docMk/>
            <pc:sldMk cId="2664914889" sldId="306"/>
            <ac:spMk id="22" creationId="{2CDDCD8B-1691-B742-0476-275C54275C14}"/>
          </ac:spMkLst>
        </pc:spChg>
        <pc:spChg chg="add del mod">
          <ac:chgData name="Franco Andrés Chiappe Donoso" userId="952ef6fb-7da9-433b-9cb5-ab1c1c91cce3" providerId="ADAL" clId="{D482683E-DF45-4BA1-B60E-919AB3CEA91E}" dt="2025-10-30T01:37:34.534" v="1049" actId="478"/>
          <ac:spMkLst>
            <pc:docMk/>
            <pc:sldMk cId="2664914889" sldId="306"/>
            <ac:spMk id="23" creationId="{964B0A17-1F6B-0AC9-7CAB-650372CBAA40}"/>
          </ac:spMkLst>
        </pc:spChg>
        <pc:spChg chg="add mod">
          <ac:chgData name="Franco Andrés Chiappe Donoso" userId="952ef6fb-7da9-433b-9cb5-ab1c1c91cce3" providerId="ADAL" clId="{D482683E-DF45-4BA1-B60E-919AB3CEA91E}" dt="2025-10-30T01:38:39.177" v="1076" actId="1036"/>
          <ac:spMkLst>
            <pc:docMk/>
            <pc:sldMk cId="2664914889" sldId="306"/>
            <ac:spMk id="24" creationId="{8AC46688-9849-2CB4-E478-9ED45FE71ABD}"/>
          </ac:spMkLst>
        </pc:spChg>
        <pc:spChg chg="add mod">
          <ac:chgData name="Franco Andrés Chiappe Donoso" userId="952ef6fb-7da9-433b-9cb5-ab1c1c91cce3" providerId="ADAL" clId="{D482683E-DF45-4BA1-B60E-919AB3CEA91E}" dt="2025-10-30T01:38:39.177" v="1076" actId="1036"/>
          <ac:spMkLst>
            <pc:docMk/>
            <pc:sldMk cId="2664914889" sldId="306"/>
            <ac:spMk id="25" creationId="{1B744BCD-3D24-A961-1743-4FFA3B80A454}"/>
          </ac:spMkLst>
        </pc:spChg>
        <pc:spChg chg="add mod">
          <ac:chgData name="Franco Andrés Chiappe Donoso" userId="952ef6fb-7da9-433b-9cb5-ab1c1c91cce3" providerId="ADAL" clId="{D482683E-DF45-4BA1-B60E-919AB3CEA91E}" dt="2025-10-30T01:38:39.177" v="1076" actId="1036"/>
          <ac:spMkLst>
            <pc:docMk/>
            <pc:sldMk cId="2664914889" sldId="306"/>
            <ac:spMk id="26" creationId="{48F6CDF0-18D1-8509-0D8B-4B594B367BC0}"/>
          </ac:spMkLst>
        </pc:spChg>
        <pc:spChg chg="add mod">
          <ac:chgData name="Franco Andrés Chiappe Donoso" userId="952ef6fb-7da9-433b-9cb5-ab1c1c91cce3" providerId="ADAL" clId="{D482683E-DF45-4BA1-B60E-919AB3CEA91E}" dt="2025-10-30T01:38:39.177" v="1076" actId="1036"/>
          <ac:spMkLst>
            <pc:docMk/>
            <pc:sldMk cId="2664914889" sldId="306"/>
            <ac:spMk id="27" creationId="{82DAD043-D34B-69E4-5949-A23377ABFADA}"/>
          </ac:spMkLst>
        </pc:spChg>
        <pc:picChg chg="del">
          <ac:chgData name="Franco Andrés Chiappe Donoso" userId="952ef6fb-7da9-433b-9cb5-ab1c1c91cce3" providerId="ADAL" clId="{D482683E-DF45-4BA1-B60E-919AB3CEA91E}" dt="2025-10-30T01:16:06.434" v="805" actId="478"/>
          <ac:picMkLst>
            <pc:docMk/>
            <pc:sldMk cId="2664914889" sldId="306"/>
            <ac:picMk id="11" creationId="{2DDD4D27-C40E-B092-1780-2A5E1BBF59BE}"/>
          </ac:picMkLst>
        </pc:picChg>
        <pc:picChg chg="del">
          <ac:chgData name="Franco Andrés Chiappe Donoso" userId="952ef6fb-7da9-433b-9cb5-ab1c1c91cce3" providerId="ADAL" clId="{D482683E-DF45-4BA1-B60E-919AB3CEA91E}" dt="2025-10-30T01:16:06.434" v="805" actId="478"/>
          <ac:picMkLst>
            <pc:docMk/>
            <pc:sldMk cId="2664914889" sldId="306"/>
            <ac:picMk id="13" creationId="{AF17DF72-3E8A-F9E4-9941-4C0F59B4B243}"/>
          </ac:picMkLst>
        </pc:picChg>
      </pc:sldChg>
      <pc:sldChg chg="del">
        <pc:chgData name="Franco Andrés Chiappe Donoso" userId="952ef6fb-7da9-433b-9cb5-ab1c1c91cce3" providerId="ADAL" clId="{D482683E-DF45-4BA1-B60E-919AB3CEA91E}" dt="2025-10-30T01:56:39.423" v="1200" actId="47"/>
        <pc:sldMkLst>
          <pc:docMk/>
          <pc:sldMk cId="1138497943" sldId="307"/>
        </pc:sldMkLst>
      </pc:sldChg>
      <pc:sldChg chg="addSp delSp modSp mod">
        <pc:chgData name="Franco Andrés Chiappe Donoso" userId="952ef6fb-7da9-433b-9cb5-ab1c1c91cce3" providerId="ADAL" clId="{D482683E-DF45-4BA1-B60E-919AB3CEA91E}" dt="2025-10-30T02:01:52.416" v="1208" actId="14100"/>
        <pc:sldMkLst>
          <pc:docMk/>
          <pc:sldMk cId="1742696663" sldId="308"/>
        </pc:sldMkLst>
        <pc:spChg chg="add del mod">
          <ac:chgData name="Franco Andrés Chiappe Donoso" userId="952ef6fb-7da9-433b-9cb5-ab1c1c91cce3" providerId="ADAL" clId="{D482683E-DF45-4BA1-B60E-919AB3CEA91E}" dt="2025-10-30T01:20:53.376" v="876" actId="478"/>
          <ac:spMkLst>
            <pc:docMk/>
            <pc:sldMk cId="1742696663" sldId="308"/>
            <ac:spMk id="3" creationId="{BAEC83CF-0601-8B63-C419-B8225C7E96A3}"/>
          </ac:spMkLst>
        </pc:spChg>
        <pc:spChg chg="add del mod">
          <ac:chgData name="Franco Andrés Chiappe Donoso" userId="952ef6fb-7da9-433b-9cb5-ab1c1c91cce3" providerId="ADAL" clId="{D482683E-DF45-4BA1-B60E-919AB3CEA91E}" dt="2025-10-30T01:47:46.782" v="1132" actId="1076"/>
          <ac:spMkLst>
            <pc:docMk/>
            <pc:sldMk cId="1742696663" sldId="308"/>
            <ac:spMk id="4" creationId="{16CDA68E-5988-A924-A172-CC11EA30E6A3}"/>
          </ac:spMkLst>
        </pc:spChg>
        <pc:spChg chg="mod">
          <ac:chgData name="Franco Andrés Chiappe Donoso" userId="952ef6fb-7da9-433b-9cb5-ab1c1c91cce3" providerId="ADAL" clId="{D482683E-DF45-4BA1-B60E-919AB3CEA91E}" dt="2025-10-30T02:01:52.416" v="1208" actId="14100"/>
          <ac:spMkLst>
            <pc:docMk/>
            <pc:sldMk cId="1742696663" sldId="308"/>
            <ac:spMk id="5" creationId="{157650D1-C1D1-B421-5DD9-6E0C401C990C}"/>
          </ac:spMkLst>
        </pc:spChg>
        <pc:spChg chg="add del mod">
          <ac:chgData name="Franco Andrés Chiappe Donoso" userId="952ef6fb-7da9-433b-9cb5-ab1c1c91cce3" providerId="ADAL" clId="{D482683E-DF45-4BA1-B60E-919AB3CEA91E}" dt="2025-10-30T01:20:47.644" v="874" actId="478"/>
          <ac:spMkLst>
            <pc:docMk/>
            <pc:sldMk cId="1742696663" sldId="308"/>
            <ac:spMk id="14" creationId="{CE1A3012-3726-4516-F39C-AD9566D71DDC}"/>
          </ac:spMkLst>
        </pc:spChg>
        <pc:spChg chg="add mod">
          <ac:chgData name="Franco Andrés Chiappe Donoso" userId="952ef6fb-7da9-433b-9cb5-ab1c1c91cce3" providerId="ADAL" clId="{D482683E-DF45-4BA1-B60E-919AB3CEA91E}" dt="2025-10-30T01:21:27.065" v="879"/>
          <ac:spMkLst>
            <pc:docMk/>
            <pc:sldMk cId="1742696663" sldId="308"/>
            <ac:spMk id="15" creationId="{D3D05FB2-41DB-AEA0-CBD6-11E3331BC3D7}"/>
          </ac:spMkLst>
        </pc:spChg>
      </pc:sldChg>
      <pc:sldChg chg="addSp delSp modSp new mod setBg delAnim modAnim">
        <pc:chgData name="Franco Andrés Chiappe Donoso" userId="952ef6fb-7da9-433b-9cb5-ab1c1c91cce3" providerId="ADAL" clId="{D482683E-DF45-4BA1-B60E-919AB3CEA91E}" dt="2025-10-30T01:44:32.876" v="1113" actId="14100"/>
        <pc:sldMkLst>
          <pc:docMk/>
          <pc:sldMk cId="2203496934" sldId="309"/>
        </pc:sldMkLst>
        <pc:spChg chg="add del mod">
          <ac:chgData name="Franco Andrés Chiappe Donoso" userId="952ef6fb-7da9-433b-9cb5-ab1c1c91cce3" providerId="ADAL" clId="{D482683E-DF45-4BA1-B60E-919AB3CEA91E}" dt="2025-10-30T00:45:04.526" v="645" actId="478"/>
          <ac:spMkLst>
            <pc:docMk/>
            <pc:sldMk cId="2203496934" sldId="309"/>
            <ac:spMk id="2" creationId="{BD5054A3-E7C4-6220-7DC2-C6B46356B219}"/>
          </ac:spMkLst>
        </pc:spChg>
        <pc:spChg chg="add del mod">
          <ac:chgData name="Franco Andrés Chiappe Donoso" userId="952ef6fb-7da9-433b-9cb5-ab1c1c91cce3" providerId="ADAL" clId="{D482683E-DF45-4BA1-B60E-919AB3CEA91E}" dt="2025-10-29T23:21:38.278" v="516" actId="478"/>
          <ac:spMkLst>
            <pc:docMk/>
            <pc:sldMk cId="2203496934" sldId="309"/>
            <ac:spMk id="3" creationId="{9E519C59-9C4A-C56E-BA49-7DF756999315}"/>
          </ac:spMkLst>
        </pc:spChg>
        <pc:spChg chg="add">
          <ac:chgData name="Franco Andrés Chiappe Donoso" userId="952ef6fb-7da9-433b-9cb5-ab1c1c91cce3" providerId="ADAL" clId="{D482683E-DF45-4BA1-B60E-919AB3CEA91E}" dt="2025-10-29T23:18:23.220" v="179"/>
          <ac:spMkLst>
            <pc:docMk/>
            <pc:sldMk cId="2203496934" sldId="309"/>
            <ac:spMk id="18" creationId="{CC66C1E3-6E41-B184-E021-AE237A7DCC8F}"/>
          </ac:spMkLst>
        </pc:spChg>
        <pc:spChg chg="add del mod">
          <ac:chgData name="Franco Andrés Chiappe Donoso" userId="952ef6fb-7da9-433b-9cb5-ab1c1c91cce3" providerId="ADAL" clId="{D482683E-DF45-4BA1-B60E-919AB3CEA91E}" dt="2025-10-29T23:20:36.464" v="499" actId="478"/>
          <ac:spMkLst>
            <pc:docMk/>
            <pc:sldMk cId="2203496934" sldId="309"/>
            <ac:spMk id="19" creationId="{D0BAB7D3-2F5C-AC9D-C70F-410D6FCCC93F}"/>
          </ac:spMkLst>
        </pc:spChg>
        <pc:spChg chg="add del mod">
          <ac:chgData name="Franco Andrés Chiappe Donoso" userId="952ef6fb-7da9-433b-9cb5-ab1c1c91cce3" providerId="ADAL" clId="{D482683E-DF45-4BA1-B60E-919AB3CEA91E}" dt="2025-10-29T23:21:02.432" v="503" actId="478"/>
          <ac:spMkLst>
            <pc:docMk/>
            <pc:sldMk cId="2203496934" sldId="309"/>
            <ac:spMk id="20" creationId="{F3374CC4-16F7-75AA-7BE8-0983E6B1FF3F}"/>
          </ac:spMkLst>
        </pc:spChg>
        <pc:spChg chg="add del mod">
          <ac:chgData name="Franco Andrés Chiappe Donoso" userId="952ef6fb-7da9-433b-9cb5-ab1c1c91cce3" providerId="ADAL" clId="{D482683E-DF45-4BA1-B60E-919AB3CEA91E}" dt="2025-10-29T23:21:32.178" v="515" actId="478"/>
          <ac:spMkLst>
            <pc:docMk/>
            <pc:sldMk cId="2203496934" sldId="309"/>
            <ac:spMk id="22" creationId="{7E37A485-00C2-51B1-BF79-741DBC70AEC9}"/>
          </ac:spMkLst>
        </pc:spChg>
        <pc:spChg chg="add mod">
          <ac:chgData name="Franco Andrés Chiappe Donoso" userId="952ef6fb-7da9-433b-9cb5-ab1c1c91cce3" providerId="ADAL" clId="{D482683E-DF45-4BA1-B60E-919AB3CEA91E}" dt="2025-10-29T23:21:31.543" v="514"/>
          <ac:spMkLst>
            <pc:docMk/>
            <pc:sldMk cId="2203496934" sldId="309"/>
            <ac:spMk id="23" creationId="{032C7F62-CF37-3E2F-9903-708375D03507}"/>
          </ac:spMkLst>
        </pc:spChg>
        <pc:spChg chg="add mod">
          <ac:chgData name="Franco Andrés Chiappe Donoso" userId="952ef6fb-7da9-433b-9cb5-ab1c1c91cce3" providerId="ADAL" clId="{D482683E-DF45-4BA1-B60E-919AB3CEA91E}" dt="2025-10-29T23:21:24.554" v="509"/>
          <ac:spMkLst>
            <pc:docMk/>
            <pc:sldMk cId="2203496934" sldId="309"/>
            <ac:spMk id="24" creationId="{2A05CCA7-C359-F9F4-03D3-B1BCFAD112A9}"/>
          </ac:spMkLst>
        </pc:spChg>
        <pc:spChg chg="add del mod">
          <ac:chgData name="Franco Andrés Chiappe Donoso" userId="952ef6fb-7da9-433b-9cb5-ab1c1c91cce3" providerId="ADAL" clId="{D482683E-DF45-4BA1-B60E-919AB3CEA91E}" dt="2025-10-29T23:21:45.102" v="518" actId="478"/>
          <ac:spMkLst>
            <pc:docMk/>
            <pc:sldMk cId="2203496934" sldId="309"/>
            <ac:spMk id="27" creationId="{83559236-224F-A4C0-AC1B-7998ACA7A6AC}"/>
          </ac:spMkLst>
        </pc:spChg>
        <pc:spChg chg="add del mod">
          <ac:chgData name="Franco Andrés Chiappe Donoso" userId="952ef6fb-7da9-433b-9cb5-ab1c1c91cce3" providerId="ADAL" clId="{D482683E-DF45-4BA1-B60E-919AB3CEA91E}" dt="2025-10-29T23:21:59.983" v="525" actId="478"/>
          <ac:spMkLst>
            <pc:docMk/>
            <pc:sldMk cId="2203496934" sldId="309"/>
            <ac:spMk id="29" creationId="{F03D5B7B-EE71-AB9E-2C4D-59FA0EF61F37}"/>
          </ac:spMkLst>
        </pc:spChg>
        <pc:spChg chg="add del mod">
          <ac:chgData name="Franco Andrés Chiappe Donoso" userId="952ef6fb-7da9-433b-9cb5-ab1c1c91cce3" providerId="ADAL" clId="{D482683E-DF45-4BA1-B60E-919AB3CEA91E}" dt="2025-10-30T01:44:01.517" v="1104" actId="478"/>
          <ac:spMkLst>
            <pc:docMk/>
            <pc:sldMk cId="2203496934" sldId="309"/>
            <ac:spMk id="30" creationId="{E4EBA623-60D7-EE46-EFCC-1B00849AD56B}"/>
          </ac:spMkLst>
        </pc:spChg>
        <pc:spChg chg="add mod">
          <ac:chgData name="Franco Andrés Chiappe Donoso" userId="952ef6fb-7da9-433b-9cb5-ab1c1c91cce3" providerId="ADAL" clId="{D482683E-DF45-4BA1-B60E-919AB3CEA91E}" dt="2025-10-30T00:44:35.183" v="638"/>
          <ac:spMkLst>
            <pc:docMk/>
            <pc:sldMk cId="2203496934" sldId="309"/>
            <ac:spMk id="34" creationId="{F910FCC1-2B9B-1A61-8C8F-22F016C6DF7A}"/>
          </ac:spMkLst>
        </pc:spChg>
        <pc:spChg chg="add del mod">
          <ac:chgData name="Franco Andrés Chiappe Donoso" userId="952ef6fb-7da9-433b-9cb5-ab1c1c91cce3" providerId="ADAL" clId="{D482683E-DF45-4BA1-B60E-919AB3CEA91E}" dt="2025-10-30T00:44:34.493" v="637" actId="478"/>
          <ac:spMkLst>
            <pc:docMk/>
            <pc:sldMk cId="2203496934" sldId="309"/>
            <ac:spMk id="36" creationId="{2DF8B375-1861-9DF6-F961-0F7421519AB5}"/>
          </ac:spMkLst>
        </pc:spChg>
        <pc:spChg chg="add del mod">
          <ac:chgData name="Franco Andrés Chiappe Donoso" userId="952ef6fb-7da9-433b-9cb5-ab1c1c91cce3" providerId="ADAL" clId="{D482683E-DF45-4BA1-B60E-919AB3CEA91E}" dt="2025-10-30T00:45:07.635" v="647" actId="478"/>
          <ac:spMkLst>
            <pc:docMk/>
            <pc:sldMk cId="2203496934" sldId="309"/>
            <ac:spMk id="38" creationId="{41B94A8C-667A-0371-4A6A-2E2BD4FBA355}"/>
          </ac:spMkLst>
        </pc:spChg>
        <pc:spChg chg="add del mod">
          <ac:chgData name="Franco Andrés Chiappe Donoso" userId="952ef6fb-7da9-433b-9cb5-ab1c1c91cce3" providerId="ADAL" clId="{D482683E-DF45-4BA1-B60E-919AB3CEA91E}" dt="2025-10-30T00:46:04.046" v="656" actId="478"/>
          <ac:spMkLst>
            <pc:docMk/>
            <pc:sldMk cId="2203496934" sldId="309"/>
            <ac:spMk id="39" creationId="{849C8F6C-9414-0D8E-F4E6-800F727688E3}"/>
          </ac:spMkLst>
        </pc:spChg>
        <pc:spChg chg="add mod">
          <ac:chgData name="Franco Andrés Chiappe Donoso" userId="952ef6fb-7da9-433b-9cb5-ab1c1c91cce3" providerId="ADAL" clId="{D482683E-DF45-4BA1-B60E-919AB3CEA91E}" dt="2025-10-30T00:46:05.265" v="657"/>
          <ac:spMkLst>
            <pc:docMk/>
            <pc:sldMk cId="2203496934" sldId="309"/>
            <ac:spMk id="40" creationId="{5D9921EE-2028-0F34-2466-DE95E8B574D8}"/>
          </ac:spMkLst>
        </pc:spChg>
        <pc:spChg chg="add del mod">
          <ac:chgData name="Franco Andrés Chiappe Donoso" userId="952ef6fb-7da9-433b-9cb5-ab1c1c91cce3" providerId="ADAL" clId="{D482683E-DF45-4BA1-B60E-919AB3CEA91E}" dt="2025-10-30T01:44:04.367" v="1105" actId="478"/>
          <ac:spMkLst>
            <pc:docMk/>
            <pc:sldMk cId="2203496934" sldId="309"/>
            <ac:spMk id="42" creationId="{78727E01-9641-90DA-66C1-F0D72ABB4C56}"/>
          </ac:spMkLst>
        </pc:spChg>
        <pc:spChg chg="add del mod">
          <ac:chgData name="Franco Andrés Chiappe Donoso" userId="952ef6fb-7da9-433b-9cb5-ab1c1c91cce3" providerId="ADAL" clId="{D482683E-DF45-4BA1-B60E-919AB3CEA91E}" dt="2025-10-30T01:44:24.518" v="1112" actId="478"/>
          <ac:spMkLst>
            <pc:docMk/>
            <pc:sldMk cId="2203496934" sldId="309"/>
            <ac:spMk id="44" creationId="{9D606497-92AB-3EBE-C6A8-8746D88866B6}"/>
          </ac:spMkLst>
        </pc:spChg>
        <pc:spChg chg="add mod">
          <ac:chgData name="Franco Andrés Chiappe Donoso" userId="952ef6fb-7da9-433b-9cb5-ab1c1c91cce3" providerId="ADAL" clId="{D482683E-DF45-4BA1-B60E-919AB3CEA91E}" dt="2025-10-30T01:44:32.876" v="1113" actId="14100"/>
          <ac:spMkLst>
            <pc:docMk/>
            <pc:sldMk cId="2203496934" sldId="309"/>
            <ac:spMk id="45" creationId="{37BA99A1-0FDF-2266-A615-5B5470418243}"/>
          </ac:spMkLst>
        </pc:spChg>
        <pc:picChg chg="add mod">
          <ac:chgData name="Franco Andrés Chiappe Donoso" userId="952ef6fb-7da9-433b-9cb5-ab1c1c91cce3" providerId="ADAL" clId="{D482683E-DF45-4BA1-B60E-919AB3CEA91E}" dt="2025-10-29T23:10:07.036" v="121"/>
          <ac:picMkLst>
            <pc:docMk/>
            <pc:sldMk cId="2203496934" sldId="309"/>
            <ac:picMk id="4" creationId="{8680793C-D2C0-5921-6494-1BBF09C717FA}"/>
          </ac:picMkLst>
        </pc:picChg>
        <pc:picChg chg="add del mod">
          <ac:chgData name="Franco Andrés Chiappe Donoso" userId="952ef6fb-7da9-433b-9cb5-ab1c1c91cce3" providerId="ADAL" clId="{D482683E-DF45-4BA1-B60E-919AB3CEA91E}" dt="2025-10-29T23:10:06.622" v="120" actId="22"/>
          <ac:picMkLst>
            <pc:docMk/>
            <pc:sldMk cId="2203496934" sldId="309"/>
            <ac:picMk id="6" creationId="{F3AA373A-613B-F4C6-A509-2EE8304BD1D2}"/>
          </ac:picMkLst>
        </pc:picChg>
        <pc:picChg chg="add del mod ord">
          <ac:chgData name="Franco Andrés Chiappe Donoso" userId="952ef6fb-7da9-433b-9cb5-ab1c1c91cce3" providerId="ADAL" clId="{D482683E-DF45-4BA1-B60E-919AB3CEA91E}" dt="2025-10-29T23:11:06.757" v="145" actId="478"/>
          <ac:picMkLst>
            <pc:docMk/>
            <pc:sldMk cId="2203496934" sldId="309"/>
            <ac:picMk id="8" creationId="{7B567B85-14DF-FB37-EE10-C6392322A7E9}"/>
          </ac:picMkLst>
        </pc:picChg>
        <pc:picChg chg="add del mod">
          <ac:chgData name="Franco Andrés Chiappe Donoso" userId="952ef6fb-7da9-433b-9cb5-ab1c1c91cce3" providerId="ADAL" clId="{D482683E-DF45-4BA1-B60E-919AB3CEA91E}" dt="2025-10-29T23:11:01.218" v="142" actId="478"/>
          <ac:picMkLst>
            <pc:docMk/>
            <pc:sldMk cId="2203496934" sldId="309"/>
            <ac:picMk id="10" creationId="{FA7AADDC-DC07-1E9C-4B10-02D7E0E4FE3D}"/>
          </ac:picMkLst>
        </pc:picChg>
        <pc:picChg chg="add mod">
          <ac:chgData name="Franco Andrés Chiappe Donoso" userId="952ef6fb-7da9-433b-9cb5-ab1c1c91cce3" providerId="ADAL" clId="{D482683E-DF45-4BA1-B60E-919AB3CEA91E}" dt="2025-10-29T23:10:28.331" v="132" actId="1076"/>
          <ac:picMkLst>
            <pc:docMk/>
            <pc:sldMk cId="2203496934" sldId="309"/>
            <ac:picMk id="11" creationId="{FA7AADDC-DC07-1E9C-4B10-02D7E0E4FE3D}"/>
          </ac:picMkLst>
        </pc:picChg>
        <pc:picChg chg="add del mod modCrop">
          <ac:chgData name="Franco Andrés Chiappe Donoso" userId="952ef6fb-7da9-433b-9cb5-ab1c1c91cce3" providerId="ADAL" clId="{D482683E-DF45-4BA1-B60E-919AB3CEA91E}" dt="2025-10-29T23:14:25.760" v="170" actId="478"/>
          <ac:picMkLst>
            <pc:docMk/>
            <pc:sldMk cId="2203496934" sldId="309"/>
            <ac:picMk id="12" creationId="{9DCE8BF0-7905-021D-A670-62F5F47FB1B0}"/>
          </ac:picMkLst>
        </pc:picChg>
        <pc:picChg chg="add del mod modCrop">
          <ac:chgData name="Franco Andrés Chiappe Donoso" userId="952ef6fb-7da9-433b-9cb5-ab1c1c91cce3" providerId="ADAL" clId="{D482683E-DF45-4BA1-B60E-919AB3CEA91E}" dt="2025-10-29T23:12:15.229" v="163" actId="21"/>
          <ac:picMkLst>
            <pc:docMk/>
            <pc:sldMk cId="2203496934" sldId="309"/>
            <ac:picMk id="13" creationId="{A069A9C4-98AE-94CF-AC5C-0F5AFD5480AF}"/>
          </ac:picMkLst>
        </pc:picChg>
        <pc:picChg chg="add del mod">
          <ac:chgData name="Franco Andrés Chiappe Donoso" userId="952ef6fb-7da9-433b-9cb5-ab1c1c91cce3" providerId="ADAL" clId="{D482683E-DF45-4BA1-B60E-919AB3CEA91E}" dt="2025-10-29T23:14:45.731" v="177" actId="21"/>
          <ac:picMkLst>
            <pc:docMk/>
            <pc:sldMk cId="2203496934" sldId="309"/>
            <ac:picMk id="14" creationId="{BB27272B-A930-9C96-EE47-593FC3CA9C5D}"/>
          </ac:picMkLst>
        </pc:picChg>
        <pc:picChg chg="add del mod">
          <ac:chgData name="Franco Andrés Chiappe Donoso" userId="952ef6fb-7da9-433b-9cb5-ab1c1c91cce3" providerId="ADAL" clId="{D482683E-DF45-4BA1-B60E-919AB3CEA91E}" dt="2025-10-29T23:29:22.946" v="596" actId="478"/>
          <ac:picMkLst>
            <pc:docMk/>
            <pc:sldMk cId="2203496934" sldId="309"/>
            <ac:picMk id="15" creationId="{7F48AFBA-FEE7-26C3-FD81-A8917C2D5828}"/>
          </ac:picMkLst>
        </pc:picChg>
        <pc:picChg chg="add del mod">
          <ac:chgData name="Franco Andrés Chiappe Donoso" userId="952ef6fb-7da9-433b-9cb5-ab1c1c91cce3" providerId="ADAL" clId="{D482683E-DF45-4BA1-B60E-919AB3CEA91E}" dt="2025-10-29T23:22:51.679" v="540" actId="478"/>
          <ac:picMkLst>
            <pc:docMk/>
            <pc:sldMk cId="2203496934" sldId="309"/>
            <ac:picMk id="16" creationId="{3A03404D-792B-2F01-B3C3-CD08C2C221BA}"/>
          </ac:picMkLst>
        </pc:picChg>
        <pc:picChg chg="add mod">
          <ac:chgData name="Franco Andrés Chiappe Donoso" userId="952ef6fb-7da9-433b-9cb5-ab1c1c91cce3" providerId="ADAL" clId="{D482683E-DF45-4BA1-B60E-919AB3CEA91E}" dt="2025-10-30T00:44:43.903" v="640" actId="1076"/>
          <ac:picMkLst>
            <pc:docMk/>
            <pc:sldMk cId="2203496934" sldId="309"/>
            <ac:picMk id="17" creationId="{BB27272B-A930-9C96-EE47-593FC3CA9C5D}"/>
          </ac:picMkLst>
        </pc:picChg>
        <pc:picChg chg="add">
          <ac:chgData name="Franco Andrés Chiappe Donoso" userId="952ef6fb-7da9-433b-9cb5-ab1c1c91cce3" providerId="ADAL" clId="{D482683E-DF45-4BA1-B60E-919AB3CEA91E}" dt="2025-10-29T23:21:28.351" v="510"/>
          <ac:picMkLst>
            <pc:docMk/>
            <pc:sldMk cId="2203496934" sldId="309"/>
            <ac:picMk id="25" creationId="{056BB227-82BB-8D45-977D-EFCDC9EF6D7B}"/>
          </ac:picMkLst>
        </pc:picChg>
        <pc:picChg chg="add del mod modCrop">
          <ac:chgData name="Franco Andrés Chiappe Donoso" userId="952ef6fb-7da9-433b-9cb5-ab1c1c91cce3" providerId="ADAL" clId="{D482683E-DF45-4BA1-B60E-919AB3CEA91E}" dt="2025-10-29T23:29:20.624" v="594" actId="478"/>
          <ac:picMkLst>
            <pc:docMk/>
            <pc:sldMk cId="2203496934" sldId="309"/>
            <ac:picMk id="31" creationId="{9F2228FE-169B-1D4B-03F4-22F319784CCF}"/>
          </ac:picMkLst>
        </pc:picChg>
        <pc:picChg chg="add del mod">
          <ac:chgData name="Franco Andrés Chiappe Donoso" userId="952ef6fb-7da9-433b-9cb5-ab1c1c91cce3" providerId="ADAL" clId="{D482683E-DF45-4BA1-B60E-919AB3CEA91E}" dt="2025-10-29T23:29:57.952" v="607" actId="21"/>
          <ac:picMkLst>
            <pc:docMk/>
            <pc:sldMk cId="2203496934" sldId="309"/>
            <ac:picMk id="32" creationId="{97E4E2A4-5D2D-2220-EFA8-39C862AC3FFF}"/>
          </ac:picMkLst>
        </pc:picChg>
        <pc:picChg chg="add del mod">
          <ac:chgData name="Franco Andrés Chiappe Donoso" userId="952ef6fb-7da9-433b-9cb5-ab1c1c91cce3" providerId="ADAL" clId="{D482683E-DF45-4BA1-B60E-919AB3CEA91E}" dt="2025-10-29T23:30:49.788" v="626" actId="478"/>
          <ac:picMkLst>
            <pc:docMk/>
            <pc:sldMk cId="2203496934" sldId="309"/>
            <ac:picMk id="33" creationId="{0E36A2B1-D60C-A9EC-6B8B-CBACE68E328A}"/>
          </ac:picMkLst>
        </pc:picChg>
      </pc:sldChg>
      <pc:sldChg chg="addSp delSp modSp add del mod setBg">
        <pc:chgData name="Franco Andrés Chiappe Donoso" userId="952ef6fb-7da9-433b-9cb5-ab1c1c91cce3" providerId="ADAL" clId="{D482683E-DF45-4BA1-B60E-919AB3CEA91E}" dt="2025-10-30T01:03:12.896" v="748" actId="47"/>
        <pc:sldMkLst>
          <pc:docMk/>
          <pc:sldMk cId="1786306404" sldId="310"/>
        </pc:sldMkLst>
        <pc:spChg chg="del">
          <ac:chgData name="Franco Andrés Chiappe Donoso" userId="952ef6fb-7da9-433b-9cb5-ab1c1c91cce3" providerId="ADAL" clId="{D482683E-DF45-4BA1-B60E-919AB3CEA91E}" dt="2025-10-30T00:45:11.385" v="648" actId="478"/>
          <ac:spMkLst>
            <pc:docMk/>
            <pc:sldMk cId="1786306404" sldId="310"/>
            <ac:spMk id="2" creationId="{603A4B30-8A88-E514-C7CC-229FA8240F86}"/>
          </ac:spMkLst>
        </pc:spChg>
        <pc:spChg chg="add del mod">
          <ac:chgData name="Franco Andrés Chiappe Donoso" userId="952ef6fb-7da9-433b-9cb5-ab1c1c91cce3" providerId="ADAL" clId="{D482683E-DF45-4BA1-B60E-919AB3CEA91E}" dt="2025-10-30T00:45:13.244" v="650" actId="478"/>
          <ac:spMkLst>
            <pc:docMk/>
            <pc:sldMk cId="1786306404" sldId="310"/>
            <ac:spMk id="7" creationId="{33FF3F28-F1D2-AEDC-F412-B377BC62899F}"/>
          </ac:spMkLst>
        </pc:spChg>
        <pc:spChg chg="add del mod">
          <ac:chgData name="Franco Andrés Chiappe Donoso" userId="952ef6fb-7da9-433b-9cb5-ab1c1c91cce3" providerId="ADAL" clId="{D482683E-DF45-4BA1-B60E-919AB3CEA91E}" dt="2025-10-30T00:45:59.227" v="654" actId="478"/>
          <ac:spMkLst>
            <pc:docMk/>
            <pc:sldMk cId="1786306404" sldId="310"/>
            <ac:spMk id="8" creationId="{E02AECCD-9ADF-7B15-9AB6-D48CA179FA28}"/>
          </ac:spMkLst>
        </pc:spChg>
        <pc:spChg chg="add mod">
          <ac:chgData name="Franco Andrés Chiappe Donoso" userId="952ef6fb-7da9-433b-9cb5-ab1c1c91cce3" providerId="ADAL" clId="{D482683E-DF45-4BA1-B60E-919AB3CEA91E}" dt="2025-10-30T00:46:00.659" v="655"/>
          <ac:spMkLst>
            <pc:docMk/>
            <pc:sldMk cId="1786306404" sldId="310"/>
            <ac:spMk id="9" creationId="{F6CB5D23-3B68-FE23-07CE-B23720E627E3}"/>
          </ac:spMkLst>
        </pc:spChg>
        <pc:grpChg chg="add del mod">
          <ac:chgData name="Franco Andrés Chiappe Donoso" userId="952ef6fb-7da9-433b-9cb5-ab1c1c91cce3" providerId="ADAL" clId="{D482683E-DF45-4BA1-B60E-919AB3CEA91E}" dt="2025-10-29T23:30:00.066" v="608" actId="478"/>
          <ac:grpSpMkLst>
            <pc:docMk/>
            <pc:sldMk cId="1786306404" sldId="310"/>
            <ac:grpSpMk id="3" creationId="{CA36891B-EA64-B841-642D-7306FEC79AF2}"/>
          </ac:grpSpMkLst>
        </pc:grpChg>
        <pc:picChg chg="mod">
          <ac:chgData name="Franco Andrés Chiappe Donoso" userId="952ef6fb-7da9-433b-9cb5-ab1c1c91cce3" providerId="ADAL" clId="{D482683E-DF45-4BA1-B60E-919AB3CEA91E}" dt="2025-10-29T23:29:45.560" v="603"/>
          <ac:picMkLst>
            <pc:docMk/>
            <pc:sldMk cId="1786306404" sldId="310"/>
            <ac:picMk id="4" creationId="{9E7876E4-3B54-F1DB-C4E3-EAD0531C6750}"/>
          </ac:picMkLst>
        </pc:picChg>
        <pc:picChg chg="mod">
          <ac:chgData name="Franco Andrés Chiappe Donoso" userId="952ef6fb-7da9-433b-9cb5-ab1c1c91cce3" providerId="ADAL" clId="{D482683E-DF45-4BA1-B60E-919AB3CEA91E}" dt="2025-10-29T23:29:45.560" v="603"/>
          <ac:picMkLst>
            <pc:docMk/>
            <pc:sldMk cId="1786306404" sldId="310"/>
            <ac:picMk id="5" creationId="{AC28A4A8-DB86-101C-7A3E-2A030F171CDA}"/>
          </ac:picMkLst>
        </pc:picChg>
        <pc:picChg chg="del">
          <ac:chgData name="Franco Andrés Chiappe Donoso" userId="952ef6fb-7da9-433b-9cb5-ab1c1c91cce3" providerId="ADAL" clId="{D482683E-DF45-4BA1-B60E-919AB3CEA91E}" dt="2025-10-29T23:29:45.193" v="602" actId="478"/>
          <ac:picMkLst>
            <pc:docMk/>
            <pc:sldMk cId="1786306404" sldId="310"/>
            <ac:picMk id="17" creationId="{DC8134E2-3B01-A9E0-5659-EB28B2B1C567}"/>
          </ac:picMkLst>
        </pc:picChg>
        <pc:picChg chg="add mod">
          <ac:chgData name="Franco Andrés Chiappe Donoso" userId="952ef6fb-7da9-433b-9cb5-ab1c1c91cce3" providerId="ADAL" clId="{D482683E-DF45-4BA1-B60E-919AB3CEA91E}" dt="2025-10-29T23:30:00.412" v="609"/>
          <ac:picMkLst>
            <pc:docMk/>
            <pc:sldMk cId="1786306404" sldId="310"/>
            <ac:picMk id="32" creationId="{97E4E2A4-5D2D-2220-EFA8-39C862AC3FFF}"/>
          </ac:picMkLst>
        </pc:picChg>
      </pc:sldChg>
      <pc:sldChg chg="addSp delSp modSp add del mod setBg">
        <pc:chgData name="Franco Andrés Chiappe Donoso" userId="952ef6fb-7da9-433b-9cb5-ab1c1c91cce3" providerId="ADAL" clId="{D482683E-DF45-4BA1-B60E-919AB3CEA91E}" dt="2025-10-30T01:03:08.788" v="747" actId="47"/>
        <pc:sldMkLst>
          <pc:docMk/>
          <pc:sldMk cId="1408930623" sldId="311"/>
        </pc:sldMkLst>
        <pc:spChg chg="del">
          <ac:chgData name="Franco Andrés Chiappe Donoso" userId="952ef6fb-7da9-433b-9cb5-ab1c1c91cce3" providerId="ADAL" clId="{D482683E-DF45-4BA1-B60E-919AB3CEA91E}" dt="2025-10-30T00:45:16.854" v="651" actId="478"/>
          <ac:spMkLst>
            <pc:docMk/>
            <pc:sldMk cId="1408930623" sldId="311"/>
            <ac:spMk id="2" creationId="{64886A7A-F071-8597-CCCC-9C5F0C5566EE}"/>
          </ac:spMkLst>
        </pc:spChg>
        <pc:spChg chg="add del mod">
          <ac:chgData name="Franco Andrés Chiappe Donoso" userId="952ef6fb-7da9-433b-9cb5-ab1c1c91cce3" providerId="ADAL" clId="{D482683E-DF45-4BA1-B60E-919AB3CEA91E}" dt="2025-10-30T00:45:19.045" v="652" actId="478"/>
          <ac:spMkLst>
            <pc:docMk/>
            <pc:sldMk cId="1408930623" sldId="311"/>
            <ac:spMk id="6" creationId="{2EB61418-B79E-5726-2EC5-5FE9DC32C7B8}"/>
          </ac:spMkLst>
        </pc:spChg>
        <pc:spChg chg="add mod">
          <ac:chgData name="Franco Andrés Chiappe Donoso" userId="952ef6fb-7da9-433b-9cb5-ab1c1c91cce3" providerId="ADAL" clId="{D482683E-DF45-4BA1-B60E-919AB3CEA91E}" dt="2025-10-30T00:45:19.541" v="653"/>
          <ac:spMkLst>
            <pc:docMk/>
            <pc:sldMk cId="1408930623" sldId="311"/>
            <ac:spMk id="7" creationId="{1BCEE7D2-0248-CCAE-A2B0-EA611337E00A}"/>
          </ac:spMkLst>
        </pc:spChg>
        <pc:picChg chg="add del mod modCrop">
          <ac:chgData name="Franco Andrés Chiappe Donoso" userId="952ef6fb-7da9-433b-9cb5-ab1c1c91cce3" providerId="ADAL" clId="{D482683E-DF45-4BA1-B60E-919AB3CEA91E}" dt="2025-10-29T23:30:37.788" v="624" actId="478"/>
          <ac:picMkLst>
            <pc:docMk/>
            <pc:sldMk cId="1408930623" sldId="311"/>
            <ac:picMk id="3" creationId="{85695FE7-4572-C7CC-3B3A-3EF89F81FF50}"/>
          </ac:picMkLst>
        </pc:picChg>
        <pc:picChg chg="add mod">
          <ac:chgData name="Franco Andrés Chiappe Donoso" userId="952ef6fb-7da9-433b-9cb5-ab1c1c91cce3" providerId="ADAL" clId="{D482683E-DF45-4BA1-B60E-919AB3CEA91E}" dt="2025-10-29T23:30:38.067" v="625"/>
          <ac:picMkLst>
            <pc:docMk/>
            <pc:sldMk cId="1408930623" sldId="311"/>
            <ac:picMk id="4" creationId="{136646BC-2902-1073-EFD9-BC1CAE659FBC}"/>
          </ac:picMkLst>
        </pc:picChg>
        <pc:picChg chg="del mod">
          <ac:chgData name="Franco Andrés Chiappe Donoso" userId="952ef6fb-7da9-433b-9cb5-ab1c1c91cce3" providerId="ADAL" clId="{D482683E-DF45-4BA1-B60E-919AB3CEA91E}" dt="2025-10-29T23:30:04.267" v="611" actId="478"/>
          <ac:picMkLst>
            <pc:docMk/>
            <pc:sldMk cId="1408930623" sldId="311"/>
            <ac:picMk id="17" creationId="{4B0BF524-47EB-38DD-F374-937BB627E43D}"/>
          </ac:picMkLst>
        </pc:picChg>
      </pc:sldChg>
      <pc:sldChg chg="del">
        <pc:chgData name="Franco Andrés Chiappe Donoso" userId="952ef6fb-7da9-433b-9cb5-ab1c1c91cce3" providerId="ADAL" clId="{D482683E-DF45-4BA1-B60E-919AB3CEA91E}" dt="2025-10-30T01:14:07.027" v="788" actId="47"/>
        <pc:sldMkLst>
          <pc:docMk/>
          <pc:sldMk cId="1172878005" sldId="312"/>
        </pc:sldMkLst>
      </pc:sldChg>
      <pc:sldChg chg="modSp del mod">
        <pc:chgData name="Franco Andrés Chiappe Donoso" userId="952ef6fb-7da9-433b-9cb5-ab1c1c91cce3" providerId="ADAL" clId="{D482683E-DF45-4BA1-B60E-919AB3CEA91E}" dt="2025-10-30T02:00:24.264" v="1203" actId="47"/>
        <pc:sldMkLst>
          <pc:docMk/>
          <pc:sldMk cId="879623815" sldId="313"/>
        </pc:sldMkLst>
        <pc:spChg chg="mod">
          <ac:chgData name="Franco Andrés Chiappe Donoso" userId="952ef6fb-7da9-433b-9cb5-ab1c1c91cce3" providerId="ADAL" clId="{D482683E-DF45-4BA1-B60E-919AB3CEA91E}" dt="2025-10-30T01:51:55.072" v="1173" actId="27636"/>
          <ac:spMkLst>
            <pc:docMk/>
            <pc:sldMk cId="879623815" sldId="313"/>
            <ac:spMk id="15" creationId="{6950A0E6-F4C1-0203-456A-59380C05EB71}"/>
          </ac:spMkLst>
        </pc:spChg>
      </pc:sldChg>
      <pc:sldChg chg="modSp add del mod modClrScheme chgLayout">
        <pc:chgData name="Franco Andrés Chiappe Donoso" userId="952ef6fb-7da9-433b-9cb5-ab1c1c91cce3" providerId="ADAL" clId="{D482683E-DF45-4BA1-B60E-919AB3CEA91E}" dt="2025-10-30T00:52:51.284" v="666" actId="47"/>
        <pc:sldMkLst>
          <pc:docMk/>
          <pc:sldMk cId="1253391284" sldId="314"/>
        </pc:sldMkLst>
        <pc:spChg chg="mod ord">
          <ac:chgData name="Franco Andrés Chiappe Donoso" userId="952ef6fb-7da9-433b-9cb5-ab1c1c91cce3" providerId="ADAL" clId="{D482683E-DF45-4BA1-B60E-919AB3CEA91E}" dt="2025-10-30T00:51:28.047" v="661" actId="700"/>
          <ac:spMkLst>
            <pc:docMk/>
            <pc:sldMk cId="1253391284" sldId="314"/>
            <ac:spMk id="3" creationId="{21AC852B-CE24-FE73-9A29-18F5ECA5BAF4}"/>
          </ac:spMkLst>
        </pc:spChg>
        <pc:spChg chg="mod ord">
          <ac:chgData name="Franco Andrés Chiappe Donoso" userId="952ef6fb-7da9-433b-9cb5-ab1c1c91cce3" providerId="ADAL" clId="{D482683E-DF45-4BA1-B60E-919AB3CEA91E}" dt="2025-10-30T00:52:47.169" v="665" actId="1076"/>
          <ac:spMkLst>
            <pc:docMk/>
            <pc:sldMk cId="1253391284" sldId="314"/>
            <ac:spMk id="4" creationId="{C9CAEE8A-E321-14CE-1FA3-DC74F17AEA8F}"/>
          </ac:spMkLst>
        </pc:spChg>
        <pc:spChg chg="mod ord">
          <ac:chgData name="Franco Andrés Chiappe Donoso" userId="952ef6fb-7da9-433b-9cb5-ab1c1c91cce3" providerId="ADAL" clId="{D482683E-DF45-4BA1-B60E-919AB3CEA91E}" dt="2025-10-30T00:52:42.776" v="663" actId="255"/>
          <ac:spMkLst>
            <pc:docMk/>
            <pc:sldMk cId="1253391284" sldId="314"/>
            <ac:spMk id="13" creationId="{AF777C67-F987-BE9D-C85C-062098F99CEB}"/>
          </ac:spMkLst>
        </pc:spChg>
      </pc:sldChg>
      <pc:sldChg chg="new del">
        <pc:chgData name="Franco Andrés Chiappe Donoso" userId="952ef6fb-7da9-433b-9cb5-ab1c1c91cce3" providerId="ADAL" clId="{D482683E-DF45-4BA1-B60E-919AB3CEA91E}" dt="2025-10-30T00:51:16.350" v="659" actId="680"/>
        <pc:sldMkLst>
          <pc:docMk/>
          <pc:sldMk cId="1822437101" sldId="314"/>
        </pc:sldMkLst>
      </pc:sldChg>
      <pc:sldChg chg="addSp delSp modSp add mod delAnim">
        <pc:chgData name="Franco Andrés Chiappe Donoso" userId="952ef6fb-7da9-433b-9cb5-ab1c1c91cce3" providerId="ADAL" clId="{D482683E-DF45-4BA1-B60E-919AB3CEA91E}" dt="2025-10-30T02:00:47.854" v="1206" actId="14100"/>
        <pc:sldMkLst>
          <pc:docMk/>
          <pc:sldMk cId="1922780917" sldId="314"/>
        </pc:sldMkLst>
        <pc:spChg chg="mod">
          <ac:chgData name="Franco Andrés Chiappe Donoso" userId="952ef6fb-7da9-433b-9cb5-ab1c1c91cce3" providerId="ADAL" clId="{D482683E-DF45-4BA1-B60E-919AB3CEA91E}" dt="2025-10-30T01:56:15.329" v="1199" actId="14100"/>
          <ac:spMkLst>
            <pc:docMk/>
            <pc:sldMk cId="1922780917" sldId="314"/>
            <ac:spMk id="3" creationId="{90C2D83A-1601-6264-CA1F-14B7FE9BC973}"/>
          </ac:spMkLst>
        </pc:spChg>
        <pc:spChg chg="mod">
          <ac:chgData name="Franco Andrés Chiappe Donoso" userId="952ef6fb-7da9-433b-9cb5-ab1c1c91cce3" providerId="ADAL" clId="{D482683E-DF45-4BA1-B60E-919AB3CEA91E}" dt="2025-10-30T02:00:47.854" v="1206" actId="14100"/>
          <ac:spMkLst>
            <pc:docMk/>
            <pc:sldMk cId="1922780917" sldId="314"/>
            <ac:spMk id="4" creationId="{EE133477-90DB-5612-AC2C-91D199652957}"/>
          </ac:spMkLst>
        </pc:spChg>
        <pc:spChg chg="add del mod">
          <ac:chgData name="Franco Andrés Chiappe Donoso" userId="952ef6fb-7da9-433b-9cb5-ab1c1c91cce3" providerId="ADAL" clId="{D482683E-DF45-4BA1-B60E-919AB3CEA91E}" dt="2025-10-30T01:26:13.210" v="922" actId="478"/>
          <ac:spMkLst>
            <pc:docMk/>
            <pc:sldMk cId="1922780917" sldId="314"/>
            <ac:spMk id="11" creationId="{5508DC61-8D91-F320-0839-8F33218ED485}"/>
          </ac:spMkLst>
        </pc:spChg>
        <pc:spChg chg="add mod">
          <ac:chgData name="Franco Andrés Chiappe Donoso" userId="952ef6fb-7da9-433b-9cb5-ab1c1c91cce3" providerId="ADAL" clId="{D482683E-DF45-4BA1-B60E-919AB3CEA91E}" dt="2025-10-30T01:26:11.597" v="921"/>
          <ac:spMkLst>
            <pc:docMk/>
            <pc:sldMk cId="1922780917" sldId="314"/>
            <ac:spMk id="12" creationId="{A1C97367-7F58-735E-1D2B-08262074C092}"/>
          </ac:spMkLst>
        </pc:spChg>
        <pc:spChg chg="del">
          <ac:chgData name="Franco Andrés Chiappe Donoso" userId="952ef6fb-7da9-433b-9cb5-ab1c1c91cce3" providerId="ADAL" clId="{D482683E-DF45-4BA1-B60E-919AB3CEA91E}" dt="2025-10-30T01:26:10.569" v="919" actId="478"/>
          <ac:spMkLst>
            <pc:docMk/>
            <pc:sldMk cId="1922780917" sldId="314"/>
            <ac:spMk id="13" creationId="{52C691C2-59B3-DBFB-16BE-00D13753E35A}"/>
          </ac:spMkLst>
        </pc:spChg>
        <pc:spChg chg="del">
          <ac:chgData name="Franco Andrés Chiappe Donoso" userId="952ef6fb-7da9-433b-9cb5-ab1c1c91cce3" providerId="ADAL" clId="{D482683E-DF45-4BA1-B60E-919AB3CEA91E}" dt="2025-10-30T00:57:07.338" v="672" actId="478"/>
          <ac:spMkLst>
            <pc:docMk/>
            <pc:sldMk cId="1922780917" sldId="314"/>
            <ac:spMk id="14" creationId="{664F734F-3841-8624-99F8-74EDB8EDDDBD}"/>
          </ac:spMkLst>
        </pc:spChg>
        <pc:spChg chg="add mod">
          <ac:chgData name="Franco Andrés Chiappe Donoso" userId="952ef6fb-7da9-433b-9cb5-ab1c1c91cce3" providerId="ADAL" clId="{D482683E-DF45-4BA1-B60E-919AB3CEA91E}" dt="2025-10-30T01:26:13.528" v="923"/>
          <ac:spMkLst>
            <pc:docMk/>
            <pc:sldMk cId="1922780917" sldId="314"/>
            <ac:spMk id="15" creationId="{6E0E44F1-F51D-E652-EAF0-B503555107B7}"/>
          </ac:spMkLst>
        </pc:spChg>
        <pc:spChg chg="del">
          <ac:chgData name="Franco Andrés Chiappe Donoso" userId="952ef6fb-7da9-433b-9cb5-ab1c1c91cce3" providerId="ADAL" clId="{D482683E-DF45-4BA1-B60E-919AB3CEA91E}" dt="2025-10-30T00:57:07.338" v="672" actId="478"/>
          <ac:spMkLst>
            <pc:docMk/>
            <pc:sldMk cId="1922780917" sldId="314"/>
            <ac:spMk id="18" creationId="{3779BEF2-2680-1951-363A-3A8DAE5FB107}"/>
          </ac:spMkLst>
        </pc:spChg>
        <pc:spChg chg="del">
          <ac:chgData name="Franco Andrés Chiappe Donoso" userId="952ef6fb-7da9-433b-9cb5-ab1c1c91cce3" providerId="ADAL" clId="{D482683E-DF45-4BA1-B60E-919AB3CEA91E}" dt="2025-10-30T00:57:07.338" v="672" actId="478"/>
          <ac:spMkLst>
            <pc:docMk/>
            <pc:sldMk cId="1922780917" sldId="314"/>
            <ac:spMk id="19" creationId="{9F79B89A-8633-6390-0EF7-F97542B3CB2B}"/>
          </ac:spMkLst>
        </pc:spChg>
        <pc:spChg chg="del">
          <ac:chgData name="Franco Andrés Chiappe Donoso" userId="952ef6fb-7da9-433b-9cb5-ab1c1c91cce3" providerId="ADAL" clId="{D482683E-DF45-4BA1-B60E-919AB3CEA91E}" dt="2025-10-30T00:57:07.338" v="672" actId="478"/>
          <ac:spMkLst>
            <pc:docMk/>
            <pc:sldMk cId="1922780917" sldId="314"/>
            <ac:spMk id="21" creationId="{8F627CD8-11EF-60EF-B7C7-A628E086320D}"/>
          </ac:spMkLst>
        </pc:spChg>
        <pc:spChg chg="del">
          <ac:chgData name="Franco Andrés Chiappe Donoso" userId="952ef6fb-7da9-433b-9cb5-ab1c1c91cce3" providerId="ADAL" clId="{D482683E-DF45-4BA1-B60E-919AB3CEA91E}" dt="2025-10-30T00:57:07.338" v="672" actId="478"/>
          <ac:spMkLst>
            <pc:docMk/>
            <pc:sldMk cId="1922780917" sldId="314"/>
            <ac:spMk id="22" creationId="{D8403645-E0F9-D455-B442-32FEE7B6DF9E}"/>
          </ac:spMkLst>
        </pc:spChg>
        <pc:spChg chg="del">
          <ac:chgData name="Franco Andrés Chiappe Donoso" userId="952ef6fb-7da9-433b-9cb5-ab1c1c91cce3" providerId="ADAL" clId="{D482683E-DF45-4BA1-B60E-919AB3CEA91E}" dt="2025-10-30T00:56:58.311" v="669" actId="478"/>
          <ac:spMkLst>
            <pc:docMk/>
            <pc:sldMk cId="1922780917" sldId="314"/>
            <ac:spMk id="23" creationId="{09C01613-FB7C-515E-85F3-BCFE7EE004E5}"/>
          </ac:spMkLst>
        </pc:spChg>
        <pc:spChg chg="del">
          <ac:chgData name="Franco Andrés Chiappe Donoso" userId="952ef6fb-7da9-433b-9cb5-ab1c1c91cce3" providerId="ADAL" clId="{D482683E-DF45-4BA1-B60E-919AB3CEA91E}" dt="2025-10-30T00:56:58.311" v="669" actId="478"/>
          <ac:spMkLst>
            <pc:docMk/>
            <pc:sldMk cId="1922780917" sldId="314"/>
            <ac:spMk id="24" creationId="{9BDA281D-E676-3A7A-A6AF-1A231E01E211}"/>
          </ac:spMkLst>
        </pc:spChg>
        <pc:graphicFrameChg chg="add mod modGraphic">
          <ac:chgData name="Franco Andrés Chiappe Donoso" userId="952ef6fb-7da9-433b-9cb5-ab1c1c91cce3" providerId="ADAL" clId="{D482683E-DF45-4BA1-B60E-919AB3CEA91E}" dt="2025-10-30T00:58:23.903" v="695" actId="14100"/>
          <ac:graphicFrameMkLst>
            <pc:docMk/>
            <pc:sldMk cId="1922780917" sldId="314"/>
            <ac:graphicFrameMk id="2" creationId="{2899D575-225F-8DAC-300C-2F579E3C6338}"/>
          </ac:graphicFrameMkLst>
        </pc:graphicFrameChg>
        <pc:graphicFrameChg chg="add mod modGraphic">
          <ac:chgData name="Franco Andrés Chiappe Donoso" userId="952ef6fb-7da9-433b-9cb5-ab1c1c91cce3" providerId="ADAL" clId="{D482683E-DF45-4BA1-B60E-919AB3CEA91E}" dt="2025-10-30T01:05:54.856" v="787" actId="12385"/>
          <ac:graphicFrameMkLst>
            <pc:docMk/>
            <pc:sldMk cId="1922780917" sldId="314"/>
            <ac:graphicFrameMk id="6" creationId="{D366FF07-7F5A-95AD-24B6-8F430928C324}"/>
          </ac:graphicFrameMkLst>
        </pc:graphicFrameChg>
        <pc:graphicFrameChg chg="add del mod modGraphic">
          <ac:chgData name="Franco Andrés Chiappe Donoso" userId="952ef6fb-7da9-433b-9cb5-ab1c1c91cce3" providerId="ADAL" clId="{D482683E-DF45-4BA1-B60E-919AB3CEA91E}" dt="2025-10-30T01:00:18.337" v="725" actId="21"/>
          <ac:graphicFrameMkLst>
            <pc:docMk/>
            <pc:sldMk cId="1922780917" sldId="314"/>
            <ac:graphicFrameMk id="7" creationId="{AD41C9D5-45BE-85EB-3485-2D7E18CF69C7}"/>
          </ac:graphicFrameMkLst>
        </pc:graphicFrameChg>
        <pc:graphicFrameChg chg="add del mod modGraphic">
          <ac:chgData name="Franco Andrés Chiappe Donoso" userId="952ef6fb-7da9-433b-9cb5-ab1c1c91cce3" providerId="ADAL" clId="{D482683E-DF45-4BA1-B60E-919AB3CEA91E}" dt="2025-10-30T01:04:28.660" v="763" actId="21"/>
          <ac:graphicFrameMkLst>
            <pc:docMk/>
            <pc:sldMk cId="1922780917" sldId="314"/>
            <ac:graphicFrameMk id="8" creationId="{69F54078-C3D6-5111-0821-1336F9FEC1A5}"/>
          </ac:graphicFrameMkLst>
        </pc:graphicFrameChg>
        <pc:graphicFrameChg chg="add del mod modGraphic">
          <ac:chgData name="Franco Andrés Chiappe Donoso" userId="952ef6fb-7da9-433b-9cb5-ab1c1c91cce3" providerId="ADAL" clId="{D482683E-DF45-4BA1-B60E-919AB3CEA91E}" dt="2025-10-30T01:05:38.403" v="786" actId="1076"/>
          <ac:graphicFrameMkLst>
            <pc:docMk/>
            <pc:sldMk cId="1922780917" sldId="314"/>
            <ac:graphicFrameMk id="9" creationId="{69F54078-C3D6-5111-0821-1336F9FEC1A5}"/>
          </ac:graphicFrameMkLst>
        </pc:graphicFrameChg>
        <pc:picChg chg="del">
          <ac:chgData name="Franco Andrés Chiappe Donoso" userId="952ef6fb-7da9-433b-9cb5-ab1c1c91cce3" providerId="ADAL" clId="{D482683E-DF45-4BA1-B60E-919AB3CEA91E}" dt="2025-10-30T00:56:54.748" v="668" actId="478"/>
          <ac:picMkLst>
            <pc:docMk/>
            <pc:sldMk cId="1922780917" sldId="314"/>
            <ac:picMk id="5" creationId="{FF155109-CE4A-D763-047F-3B777E97CA9A}"/>
          </ac:picMkLst>
        </pc:picChg>
        <pc:picChg chg="del">
          <ac:chgData name="Franco Andrés Chiappe Donoso" userId="952ef6fb-7da9-433b-9cb5-ab1c1c91cce3" providerId="ADAL" clId="{D482683E-DF45-4BA1-B60E-919AB3CEA91E}" dt="2025-10-30T00:57:07.338" v="672" actId="478"/>
          <ac:picMkLst>
            <pc:docMk/>
            <pc:sldMk cId="1922780917" sldId="314"/>
            <ac:picMk id="30" creationId="{04E74BE7-F0FC-BD63-D69E-71E7DCCAD147}"/>
          </ac:picMkLst>
        </pc:picChg>
        <pc:cxnChg chg="del">
          <ac:chgData name="Franco Andrés Chiappe Donoso" userId="952ef6fb-7da9-433b-9cb5-ab1c1c91cce3" providerId="ADAL" clId="{D482683E-DF45-4BA1-B60E-919AB3CEA91E}" dt="2025-10-30T00:57:07.338" v="672" actId="478"/>
          <ac:cxnSpMkLst>
            <pc:docMk/>
            <pc:sldMk cId="1922780917" sldId="314"/>
            <ac:cxnSpMk id="16" creationId="{95030B00-012D-88E2-F5C4-A71AEB4A49AA}"/>
          </ac:cxnSpMkLst>
        </pc:cxnChg>
        <pc:cxnChg chg="del">
          <ac:chgData name="Franco Andrés Chiappe Donoso" userId="952ef6fb-7da9-433b-9cb5-ab1c1c91cce3" providerId="ADAL" clId="{D482683E-DF45-4BA1-B60E-919AB3CEA91E}" dt="2025-10-30T00:56:58.311" v="669" actId="478"/>
          <ac:cxnSpMkLst>
            <pc:docMk/>
            <pc:sldMk cId="1922780917" sldId="314"/>
            <ac:cxnSpMk id="17" creationId="{E3FC47F1-8459-1337-2841-621FBAD71249}"/>
          </ac:cxnSpMkLst>
        </pc:cxnChg>
        <pc:cxnChg chg="del mod">
          <ac:chgData name="Franco Andrés Chiappe Donoso" userId="952ef6fb-7da9-433b-9cb5-ab1c1c91cce3" providerId="ADAL" clId="{D482683E-DF45-4BA1-B60E-919AB3CEA91E}" dt="2025-10-30T00:57:04.177" v="670" actId="478"/>
          <ac:cxnSpMkLst>
            <pc:docMk/>
            <pc:sldMk cId="1922780917" sldId="314"/>
            <ac:cxnSpMk id="20" creationId="{C0B3E3DC-2665-C14A-BE9B-90B74DFEA07C}"/>
          </ac:cxnSpMkLst>
        </pc:cxnChg>
        <pc:cxnChg chg="del mod">
          <ac:chgData name="Franco Andrés Chiappe Donoso" userId="952ef6fb-7da9-433b-9cb5-ab1c1c91cce3" providerId="ADAL" clId="{D482683E-DF45-4BA1-B60E-919AB3CEA91E}" dt="2025-10-30T00:57:07.338" v="672" actId="478"/>
          <ac:cxnSpMkLst>
            <pc:docMk/>
            <pc:sldMk cId="1922780917" sldId="314"/>
            <ac:cxnSpMk id="25" creationId="{E694F482-3D8B-AE2F-867F-EF74969B8EBC}"/>
          </ac:cxnSpMkLst>
        </pc:cxnChg>
      </pc:sldChg>
      <pc:sldChg chg="addSp delSp modSp add mod ord">
        <pc:chgData name="Franco Andrés Chiappe Donoso" userId="952ef6fb-7da9-433b-9cb5-ab1c1c91cce3" providerId="ADAL" clId="{D482683E-DF45-4BA1-B60E-919AB3CEA91E}" dt="2025-10-30T01:40:54.308" v="1078"/>
        <pc:sldMkLst>
          <pc:docMk/>
          <pc:sldMk cId="2528429738" sldId="315"/>
        </pc:sldMkLst>
        <pc:spChg chg="mod">
          <ac:chgData name="Franco Andrés Chiappe Donoso" userId="952ef6fb-7da9-433b-9cb5-ab1c1c91cce3" providerId="ADAL" clId="{D482683E-DF45-4BA1-B60E-919AB3CEA91E}" dt="2025-10-30T01:16:00.452" v="804" actId="6549"/>
          <ac:spMkLst>
            <pc:docMk/>
            <pc:sldMk cId="2528429738" sldId="315"/>
            <ac:spMk id="5" creationId="{5C3515ED-CEAD-55F9-1477-039DF9CCEDF8}"/>
          </ac:spMkLst>
        </pc:spChg>
        <pc:spChg chg="add del">
          <ac:chgData name="Franco Andrés Chiappe Donoso" userId="952ef6fb-7da9-433b-9cb5-ab1c1c91cce3" providerId="ADAL" clId="{D482683E-DF45-4BA1-B60E-919AB3CEA91E}" dt="2025-10-30T01:15:59.811" v="802" actId="478"/>
          <ac:spMkLst>
            <pc:docMk/>
            <pc:sldMk cId="2528429738" sldId="315"/>
            <ac:spMk id="10" creationId="{C92EBDED-C8B7-D345-2246-EE7A17F4EE4B}"/>
          </ac:spMkLst>
        </pc:spChg>
        <pc:spChg chg="add del mod">
          <ac:chgData name="Franco Andrés Chiappe Donoso" userId="952ef6fb-7da9-433b-9cb5-ab1c1c91cce3" providerId="ADAL" clId="{D482683E-DF45-4BA1-B60E-919AB3CEA91E}" dt="2025-10-30T01:15:58.182" v="800" actId="6549"/>
          <ac:spMkLst>
            <pc:docMk/>
            <pc:sldMk cId="2528429738" sldId="315"/>
            <ac:spMk id="12" creationId="{F40AB9A3-6914-B76C-9E39-F1D8830C96E8}"/>
          </ac:spMkLst>
        </pc:spChg>
        <pc:picChg chg="add del">
          <ac:chgData name="Franco Andrés Chiappe Donoso" userId="952ef6fb-7da9-433b-9cb5-ab1c1c91cce3" providerId="ADAL" clId="{D482683E-DF45-4BA1-B60E-919AB3CEA91E}" dt="2025-10-30T01:15:59.328" v="801" actId="478"/>
          <ac:picMkLst>
            <pc:docMk/>
            <pc:sldMk cId="2528429738" sldId="315"/>
            <ac:picMk id="11" creationId="{D803F78D-32DF-429B-5CAB-91E79C632C0C}"/>
          </ac:picMkLst>
        </pc:picChg>
        <pc:picChg chg="add del">
          <ac:chgData name="Franco Andrés Chiappe Donoso" userId="952ef6fb-7da9-433b-9cb5-ab1c1c91cce3" providerId="ADAL" clId="{D482683E-DF45-4BA1-B60E-919AB3CEA91E}" dt="2025-10-30T01:16:00.159" v="803" actId="478"/>
          <ac:picMkLst>
            <pc:docMk/>
            <pc:sldMk cId="2528429738" sldId="315"/>
            <ac:picMk id="13" creationId="{27B75554-818F-80A1-0BD7-6562DC609A7D}"/>
          </ac:picMkLst>
        </pc:picChg>
      </pc:sldChg>
      <pc:sldChg chg="add del">
        <pc:chgData name="Franco Andrés Chiappe Donoso" userId="952ef6fb-7da9-433b-9cb5-ab1c1c91cce3" providerId="ADAL" clId="{D482683E-DF45-4BA1-B60E-919AB3CEA91E}" dt="2025-10-30T01:20:22.107" v="869" actId="47"/>
        <pc:sldMkLst>
          <pc:docMk/>
          <pc:sldMk cId="612248101" sldId="316"/>
        </pc:sldMkLst>
      </pc:sldChg>
      <pc:sldChg chg="modSp new del mod">
        <pc:chgData name="Franco Andrés Chiappe Donoso" userId="952ef6fb-7da9-433b-9cb5-ab1c1c91cce3" providerId="ADAL" clId="{D482683E-DF45-4BA1-B60E-919AB3CEA91E}" dt="2025-10-30T01:31:40.864" v="956" actId="47"/>
        <pc:sldMkLst>
          <pc:docMk/>
          <pc:sldMk cId="1026141321" sldId="316"/>
        </pc:sldMkLst>
        <pc:spChg chg="mod">
          <ac:chgData name="Franco Andrés Chiappe Donoso" userId="952ef6fb-7da9-433b-9cb5-ab1c1c91cce3" providerId="ADAL" clId="{D482683E-DF45-4BA1-B60E-919AB3CEA91E}" dt="2025-10-30T01:31:35.430" v="954" actId="255"/>
          <ac:spMkLst>
            <pc:docMk/>
            <pc:sldMk cId="1026141321" sldId="316"/>
            <ac:spMk id="3" creationId="{68265BC2-D659-ECF6-F5A2-560089614309}"/>
          </ac:spMkLst>
        </pc:spChg>
      </pc:sldChg>
      <pc:sldChg chg="add del">
        <pc:chgData name="Franco Andrés Chiappe Donoso" userId="952ef6fb-7da9-433b-9cb5-ab1c1c91cce3" providerId="ADAL" clId="{D482683E-DF45-4BA1-B60E-919AB3CEA91E}" dt="2025-10-30T01:15:29.900" v="791"/>
        <pc:sldMkLst>
          <pc:docMk/>
          <pc:sldMk cId="2790303942" sldId="316"/>
        </pc:sldMkLst>
      </pc:sldChg>
      <pc:sldChg chg="addSp delSp modSp new del mod modClrScheme chgLayout">
        <pc:chgData name="Franco Andrés Chiappe Donoso" userId="952ef6fb-7da9-433b-9cb5-ab1c1c91cce3" providerId="ADAL" clId="{D482683E-DF45-4BA1-B60E-919AB3CEA91E}" dt="2025-10-30T01:30:57.486" v="948" actId="680"/>
        <pc:sldMkLst>
          <pc:docMk/>
          <pc:sldMk cId="4074017993" sldId="316"/>
        </pc:sldMkLst>
        <pc:spChg chg="add del mod ord">
          <ac:chgData name="Franco Andrés Chiappe Donoso" userId="952ef6fb-7da9-433b-9cb5-ab1c1c91cce3" providerId="ADAL" clId="{D482683E-DF45-4BA1-B60E-919AB3CEA91E}" dt="2025-10-30T01:30:57.153" v="947" actId="700"/>
          <ac:spMkLst>
            <pc:docMk/>
            <pc:sldMk cId="4074017993" sldId="316"/>
            <ac:spMk id="2" creationId="{2F3A5508-8D95-FD5D-6700-52A829555485}"/>
          </ac:spMkLst>
        </pc:spChg>
        <pc:spChg chg="add del mod ord">
          <ac:chgData name="Franco Andrés Chiappe Donoso" userId="952ef6fb-7da9-433b-9cb5-ab1c1c91cce3" providerId="ADAL" clId="{D482683E-DF45-4BA1-B60E-919AB3CEA91E}" dt="2025-10-30T01:30:57.153" v="947" actId="700"/>
          <ac:spMkLst>
            <pc:docMk/>
            <pc:sldMk cId="4074017993" sldId="316"/>
            <ac:spMk id="3" creationId="{778678AD-403E-9C24-4C4F-E515560B3C48}"/>
          </ac:spMkLst>
        </pc:spChg>
        <pc:spChg chg="add del">
          <ac:chgData name="Franco Andrés Chiappe Donoso" userId="952ef6fb-7da9-433b-9cb5-ab1c1c91cce3" providerId="ADAL" clId="{D482683E-DF45-4BA1-B60E-919AB3CEA91E}" dt="2025-10-30T01:30:57.153" v="947" actId="700"/>
          <ac:spMkLst>
            <pc:docMk/>
            <pc:sldMk cId="4074017993" sldId="316"/>
            <ac:spMk id="4" creationId="{06864C3E-2F46-7C21-C65A-C63C168B9184}"/>
          </ac:spMkLst>
        </pc:spChg>
        <pc:spChg chg="add del mod ord">
          <ac:chgData name="Franco Andrés Chiappe Donoso" userId="952ef6fb-7da9-433b-9cb5-ab1c1c91cce3" providerId="ADAL" clId="{D482683E-DF45-4BA1-B60E-919AB3CEA91E}" dt="2025-10-30T01:30:57.153" v="947" actId="700"/>
          <ac:spMkLst>
            <pc:docMk/>
            <pc:sldMk cId="4074017993" sldId="316"/>
            <ac:spMk id="5" creationId="{20D9522A-5C19-4178-111F-40D24D444208}"/>
          </ac:spMkLst>
        </pc:spChg>
        <pc:spChg chg="add del mod ord">
          <ac:chgData name="Franco Andrés Chiappe Donoso" userId="952ef6fb-7da9-433b-9cb5-ab1c1c91cce3" providerId="ADAL" clId="{D482683E-DF45-4BA1-B60E-919AB3CEA91E}" dt="2025-10-30T01:30:57.153" v="947" actId="700"/>
          <ac:spMkLst>
            <pc:docMk/>
            <pc:sldMk cId="4074017993" sldId="316"/>
            <ac:spMk id="6" creationId="{CC086132-3FF3-BED9-65E8-FE92638169C3}"/>
          </ac:spMkLst>
        </pc:spChg>
      </pc:sldChg>
      <pc:sldChg chg="addSp delSp modSp new add del mod modClrScheme chgLayout">
        <pc:chgData name="Franco Andrés Chiappe Donoso" userId="952ef6fb-7da9-433b-9cb5-ab1c1c91cce3" providerId="ADAL" clId="{D482683E-DF45-4BA1-B60E-919AB3CEA91E}" dt="2025-10-30T01:54:41.530" v="1192" actId="47"/>
        <pc:sldMkLst>
          <pc:docMk/>
          <pc:sldMk cId="128666886" sldId="317"/>
        </pc:sldMkLst>
        <pc:spChg chg="del mod ord">
          <ac:chgData name="Franco Andrés Chiappe Donoso" userId="952ef6fb-7da9-433b-9cb5-ab1c1c91cce3" providerId="ADAL" clId="{D482683E-DF45-4BA1-B60E-919AB3CEA91E}" dt="2025-10-30T01:50:38.099" v="1145" actId="700"/>
          <ac:spMkLst>
            <pc:docMk/>
            <pc:sldMk cId="128666886" sldId="317"/>
            <ac:spMk id="2" creationId="{B4094DC2-107A-15B0-D601-7753ECA92BF6}"/>
          </ac:spMkLst>
        </pc:spChg>
        <pc:spChg chg="mod ord">
          <ac:chgData name="Franco Andrés Chiappe Donoso" userId="952ef6fb-7da9-433b-9cb5-ab1c1c91cce3" providerId="ADAL" clId="{D482683E-DF45-4BA1-B60E-919AB3CEA91E}" dt="2025-10-30T01:50:55.272" v="1163" actId="255"/>
          <ac:spMkLst>
            <pc:docMk/>
            <pc:sldMk cId="128666886" sldId="317"/>
            <ac:spMk id="3" creationId="{2D21E371-2A7B-F344-E9AB-A4B03308C51A}"/>
          </ac:spMkLst>
        </pc:spChg>
        <pc:spChg chg="mod ord">
          <ac:chgData name="Franco Andrés Chiappe Donoso" userId="952ef6fb-7da9-433b-9cb5-ab1c1c91cce3" providerId="ADAL" clId="{D482683E-DF45-4BA1-B60E-919AB3CEA91E}" dt="2025-10-30T01:51:00.585" v="1167" actId="113"/>
          <ac:spMkLst>
            <pc:docMk/>
            <pc:sldMk cId="128666886" sldId="317"/>
            <ac:spMk id="4" creationId="{9BC9914D-8A3F-935D-9738-898B1D19C797}"/>
          </ac:spMkLst>
        </pc:spChg>
        <pc:spChg chg="add mod ord">
          <ac:chgData name="Franco Andrés Chiappe Donoso" userId="952ef6fb-7da9-433b-9cb5-ab1c1c91cce3" providerId="ADAL" clId="{D482683E-DF45-4BA1-B60E-919AB3CEA91E}" dt="2025-10-30T01:50:38.099" v="1145" actId="700"/>
          <ac:spMkLst>
            <pc:docMk/>
            <pc:sldMk cId="128666886" sldId="317"/>
            <ac:spMk id="5" creationId="{13196671-4E62-58ED-492E-60DE8BA2AEEC}"/>
          </ac:spMkLst>
        </pc:spChg>
        <pc:spChg chg="add mod ord">
          <ac:chgData name="Franco Andrés Chiappe Donoso" userId="952ef6fb-7da9-433b-9cb5-ab1c1c91cce3" providerId="ADAL" clId="{D482683E-DF45-4BA1-B60E-919AB3CEA91E}" dt="2025-10-30T01:50:44.463" v="1152" actId="20577"/>
          <ac:spMkLst>
            <pc:docMk/>
            <pc:sldMk cId="128666886" sldId="317"/>
            <ac:spMk id="6" creationId="{69C7EAD3-E048-7C30-C9D8-FD1C804E1EBF}"/>
          </ac:spMkLst>
        </pc:spChg>
        <pc:spChg chg="add mod ord">
          <ac:chgData name="Franco Andrés Chiappe Donoso" userId="952ef6fb-7da9-433b-9cb5-ab1c1c91cce3" providerId="ADAL" clId="{D482683E-DF45-4BA1-B60E-919AB3CEA91E}" dt="2025-10-30T01:50:47.463" v="1154" actId="20577"/>
          <ac:spMkLst>
            <pc:docMk/>
            <pc:sldMk cId="128666886" sldId="317"/>
            <ac:spMk id="7" creationId="{9E6FC230-7073-D99B-FAFC-08DAB322A160}"/>
          </ac:spMkLst>
        </pc:spChg>
      </pc:sldChg>
      <pc:sldChg chg="addSp delSp modSp new mod">
        <pc:chgData name="Franco Andrés Chiappe Donoso" userId="952ef6fb-7da9-433b-9cb5-ab1c1c91cce3" providerId="ADAL" clId="{D482683E-DF45-4BA1-B60E-919AB3CEA91E}" dt="2025-10-30T14:19:45.896" v="1227" actId="20577"/>
        <pc:sldMkLst>
          <pc:docMk/>
          <pc:sldMk cId="1828876654" sldId="318"/>
        </pc:sldMkLst>
        <pc:spChg chg="mod">
          <ac:chgData name="Franco Andrés Chiappe Donoso" userId="952ef6fb-7da9-433b-9cb5-ab1c1c91cce3" providerId="ADAL" clId="{D482683E-DF45-4BA1-B60E-919AB3CEA91E}" dt="2025-10-30T01:54:46.796" v="1196" actId="27636"/>
          <ac:spMkLst>
            <pc:docMk/>
            <pc:sldMk cId="1828876654" sldId="318"/>
            <ac:spMk id="2" creationId="{250C6120-8003-E039-A070-A76FAFEF2461}"/>
          </ac:spMkLst>
        </pc:spChg>
        <pc:spChg chg="del">
          <ac:chgData name="Franco Andrés Chiappe Donoso" userId="952ef6fb-7da9-433b-9cb5-ab1c1c91cce3" providerId="ADAL" clId="{D482683E-DF45-4BA1-B60E-919AB3CEA91E}" dt="2025-10-30T01:51:54.564" v="1171" actId="478"/>
          <ac:spMkLst>
            <pc:docMk/>
            <pc:sldMk cId="1828876654" sldId="318"/>
            <ac:spMk id="3" creationId="{90398154-5A60-46ED-D7C5-55037066F8CC}"/>
          </ac:spMkLst>
        </pc:spChg>
        <pc:spChg chg="add mod">
          <ac:chgData name="Franco Andrés Chiappe Donoso" userId="952ef6fb-7da9-433b-9cb5-ab1c1c91cce3" providerId="ADAL" clId="{D482683E-DF45-4BA1-B60E-919AB3CEA91E}" dt="2025-10-30T01:52:28.527" v="1184" actId="113"/>
          <ac:spMkLst>
            <pc:docMk/>
            <pc:sldMk cId="1828876654" sldId="318"/>
            <ac:spMk id="4" creationId="{1847E77A-BFE3-D4DC-8CFA-E122294A5BBD}"/>
          </ac:spMkLst>
        </pc:spChg>
        <pc:spChg chg="add mod">
          <ac:chgData name="Franco Andrés Chiappe Donoso" userId="952ef6fb-7da9-433b-9cb5-ab1c1c91cce3" providerId="ADAL" clId="{D482683E-DF45-4BA1-B60E-919AB3CEA91E}" dt="2025-10-30T14:19:35.752" v="1223" actId="20577"/>
          <ac:spMkLst>
            <pc:docMk/>
            <pc:sldMk cId="1828876654" sldId="318"/>
            <ac:spMk id="5" creationId="{EB9DFE3C-F19F-C211-5F58-75FA530E6F26}"/>
          </ac:spMkLst>
        </pc:spChg>
        <pc:spChg chg="add mod">
          <ac:chgData name="Franco Andrés Chiappe Donoso" userId="952ef6fb-7da9-433b-9cb5-ab1c1c91cce3" providerId="ADAL" clId="{D482683E-DF45-4BA1-B60E-919AB3CEA91E}" dt="2025-10-30T01:54:59.551" v="1198" actId="1076"/>
          <ac:spMkLst>
            <pc:docMk/>
            <pc:sldMk cId="1828876654" sldId="318"/>
            <ac:spMk id="6" creationId="{8AFADFC0-16B5-586A-9A3A-F32743A8CA4D}"/>
          </ac:spMkLst>
        </pc:spChg>
        <pc:spChg chg="add mod">
          <ac:chgData name="Franco Andrés Chiappe Donoso" userId="952ef6fb-7da9-433b-9cb5-ab1c1c91cce3" providerId="ADAL" clId="{D482683E-DF45-4BA1-B60E-919AB3CEA91E}" dt="2025-10-30T14:19:45.896" v="1227" actId="20577"/>
          <ac:spMkLst>
            <pc:docMk/>
            <pc:sldMk cId="1828876654" sldId="318"/>
            <ac:spMk id="7" creationId="{2B49864A-0AEC-892B-6D24-818EED0A04B3}"/>
          </ac:spMkLst>
        </pc:spChg>
      </pc:sldChg>
      <pc:sldChg chg="add del setBg">
        <pc:chgData name="Franco Andrés Chiappe Donoso" userId="952ef6fb-7da9-433b-9cb5-ab1c1c91cce3" providerId="ADAL" clId="{D482683E-DF45-4BA1-B60E-919AB3CEA91E}" dt="2025-10-30T01:42:59.156" v="1093"/>
        <pc:sldMkLst>
          <pc:docMk/>
          <pc:sldMk cId="3226677229" sldId="318"/>
        </pc:sldMkLst>
      </pc:sldChg>
      <pc:sldChg chg="delSp add setBg delDesignElem">
        <pc:chgData name="Franco Andrés Chiappe Donoso" userId="952ef6fb-7da9-433b-9cb5-ab1c1c91cce3" providerId="ADAL" clId="{D482683E-DF45-4BA1-B60E-919AB3CEA91E}" dt="2025-10-30T01:56:40.134" v="1202"/>
        <pc:sldMkLst>
          <pc:docMk/>
          <pc:sldMk cId="3059818524" sldId="319"/>
        </pc:sldMkLst>
        <pc:spChg chg="del">
          <ac:chgData name="Franco Andrés Chiappe Donoso" userId="952ef6fb-7da9-433b-9cb5-ab1c1c91cce3" providerId="ADAL" clId="{D482683E-DF45-4BA1-B60E-919AB3CEA91E}" dt="2025-10-30T01:56:40.134" v="1202"/>
          <ac:spMkLst>
            <pc:docMk/>
            <pc:sldMk cId="3059818524" sldId="319"/>
            <ac:spMk id="11" creationId="{2CA844FE-4378-C85D-5448-6956932F893E}"/>
          </ac:spMkLst>
        </pc:spChg>
      </pc:sldChg>
    </pc:docChg>
  </pc:docChgLst>
  <pc:docChgLst>
    <pc:chgData name="Ziyu Guo ." userId="S::ziyuguo@uc.cl::5d0ee9bc-099e-4375-8de4-b9df224602ff" providerId="AD" clId="Web-{B7994127-FF6C-1E05-3AF2-35DA531A4773}"/>
    <pc:docChg chg="addSld modSld sldOrd addSection modSection">
      <pc:chgData name="Ziyu Guo ." userId="S::ziyuguo@uc.cl::5d0ee9bc-099e-4375-8de4-b9df224602ff" providerId="AD" clId="Web-{B7994127-FF6C-1E05-3AF2-35DA531A4773}" dt="2025-10-30T00:20:22.956" v="20" actId="20577"/>
      <pc:docMkLst>
        <pc:docMk/>
      </pc:docMkLst>
      <pc:sldChg chg="ord">
        <pc:chgData name="Ziyu Guo ." userId="S::ziyuguo@uc.cl::5d0ee9bc-099e-4375-8de4-b9df224602ff" providerId="AD" clId="Web-{B7994127-FF6C-1E05-3AF2-35DA531A4773}" dt="2025-10-30T00:20:05.985" v="9"/>
        <pc:sldMkLst>
          <pc:docMk/>
          <pc:sldMk cId="2664914889" sldId="306"/>
        </pc:sldMkLst>
      </pc:sldChg>
      <pc:sldChg chg="addSp delSp modSp new">
        <pc:chgData name="Ziyu Guo ." userId="S::ziyuguo@uc.cl::5d0ee9bc-099e-4375-8de4-b9df224602ff" providerId="AD" clId="Web-{B7994127-FF6C-1E05-3AF2-35DA531A4773}" dt="2025-10-30T00:20:02.766" v="8" actId="20577"/>
        <pc:sldMkLst>
          <pc:docMk/>
          <pc:sldMk cId="1172878005" sldId="312"/>
        </pc:sldMkLst>
        <pc:spChg chg="mod">
          <ac:chgData name="Ziyu Guo ." userId="S::ziyuguo@uc.cl::5d0ee9bc-099e-4375-8de4-b9df224602ff" providerId="AD" clId="Web-{B7994127-FF6C-1E05-3AF2-35DA531A4773}" dt="2025-10-30T00:20:02.766" v="8" actId="20577"/>
          <ac:spMkLst>
            <pc:docMk/>
            <pc:sldMk cId="1172878005" sldId="312"/>
            <ac:spMk id="2" creationId="{47AA103A-68D4-E091-0B05-67DDFC437125}"/>
          </ac:spMkLst>
        </pc:spChg>
        <pc:spChg chg="del">
          <ac:chgData name="Ziyu Guo ." userId="S::ziyuguo@uc.cl::5d0ee9bc-099e-4375-8de4-b9df224602ff" providerId="AD" clId="Web-{B7994127-FF6C-1E05-3AF2-35DA531A4773}" dt="2025-10-29T23:57:48.270" v="1"/>
          <ac:spMkLst>
            <pc:docMk/>
            <pc:sldMk cId="1172878005" sldId="312"/>
            <ac:spMk id="3" creationId="{5BAEC911-3C3D-F9D5-F4A0-98176A7E5F74}"/>
          </ac:spMkLst>
        </pc:spChg>
        <pc:picChg chg="add mod ord">
          <ac:chgData name="Ziyu Guo ." userId="S::ziyuguo@uc.cl::5d0ee9bc-099e-4375-8de4-b9df224602ff" providerId="AD" clId="Web-{B7994127-FF6C-1E05-3AF2-35DA531A4773}" dt="2025-10-29T23:57:48.270" v="1"/>
          <ac:picMkLst>
            <pc:docMk/>
            <pc:sldMk cId="1172878005" sldId="312"/>
            <ac:picMk id="4" creationId="{9242ADE2-98B5-4B7D-131C-F55AA0CB183B}"/>
          </ac:picMkLst>
        </pc:picChg>
      </pc:sldChg>
      <pc:sldChg chg="modSp new ord">
        <pc:chgData name="Ziyu Guo ." userId="S::ziyuguo@uc.cl::5d0ee9bc-099e-4375-8de4-b9df224602ff" providerId="AD" clId="Web-{B7994127-FF6C-1E05-3AF2-35DA531A4773}" dt="2025-10-30T00:20:22.956" v="20" actId="20577"/>
        <pc:sldMkLst>
          <pc:docMk/>
          <pc:sldMk cId="879623815" sldId="313"/>
        </pc:sldMkLst>
        <pc:spChg chg="mod">
          <ac:chgData name="Ziyu Guo ." userId="S::ziyuguo@uc.cl::5d0ee9bc-099e-4375-8de4-b9df224602ff" providerId="AD" clId="Web-{B7994127-FF6C-1E05-3AF2-35DA531A4773}" dt="2025-10-30T00:20:22.956" v="20" actId="20577"/>
          <ac:spMkLst>
            <pc:docMk/>
            <pc:sldMk cId="879623815" sldId="313"/>
            <ac:spMk id="2" creationId="{99590427-CC98-271D-5D53-A96EF1FDF5B5}"/>
          </ac:spMkLst>
        </pc:spChg>
      </pc:sldChg>
    </pc:docChg>
  </pc:docChgLst>
</pc:chgInfo>
</file>

<file path=ppt/comments/modernComment_12D_558DB9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7E623C-EAD1-4DBA-A2A2-F22436DE13B7}" authorId="{76E1BA84-509A-CEFD-2DD6-BB5F7A5237BB}" created="2025-10-14T12:23:19.940">
    <pc:sldMkLst xmlns:pc="http://schemas.microsoft.com/office/powerpoint/2013/main/command">
      <pc:docMk/>
      <pc:sldMk cId="1435351318" sldId="301"/>
    </pc:sldMkLst>
    <p188:txBody>
      <a:bodyPr/>
      <a:lstStyle/>
      <a:p>
        <a:r>
          <a:rPr lang="en-US"/>
          <a:t>lo mismo aqui</a:t>
        </a:r>
      </a:p>
    </p188:txBody>
  </p188:cm>
  <p188:cm id="{973E605F-4F95-43DB-9723-CF12F3697A57}" authorId="{76E1BA84-509A-CEFD-2DD6-BB5F7A5237BB}" status="resolved" created="2025-10-14T12:23:49.9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35351318" sldId="301"/>
      <ac:spMk id="2" creationId="{5937D349-F3D3-8D07-2B10-26188A94F97B}"/>
      <ac:txMk cp="0">
        <ac:context len="63" hash="2382703556"/>
      </ac:txMk>
    </ac:txMkLst>
    <p188:pos x="8628944" y="84666"/>
    <p188:txBody>
      <a:bodyPr/>
      <a:lstStyle/>
      <a:p>
        <a:r>
          <a:rPr lang="en-US"/>
          <a:t>más corto: "Control manual de datos reduce..."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0-14T12:30:23.866" authorId="{7A9A41B8-83B5-7003-3082-961487D97213}"/>
          </p223:rxn>
        </p223:reactions>
      </p:ext>
    </p188:extLst>
  </p188:cm>
</p188:cmLst>
</file>

<file path=ppt/comments/modernComment_12E_599A3B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8BDF9C-7EA2-4001-9731-062D63AB5951}" authorId="{76E1BA84-509A-CEFD-2DD6-BB5F7A5237BB}" created="2025-10-14T12:23:12.925">
    <pc:sldMkLst xmlns:pc="http://schemas.microsoft.com/office/powerpoint/2013/main/command">
      <pc:docMk/>
      <pc:sldMk cId="1503279884" sldId="302"/>
    </pc:sldMkLst>
    <p188:txBody>
      <a:bodyPr/>
      <a:lstStyle/>
      <a:p>
        <a:r>
          <a:rPr lang="en-US"/>
          <a:t>Pueden usar material visual para ocupar mejor el espacio blanco que queda abajo</a:t>
        </a:r>
      </a:p>
    </p188:txBody>
  </p188:cm>
</p188:cmLst>
</file>

<file path=ppt/comments/modernComment_110_83A6EC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7E88D-AD58-E140-A3D3-AECFFFC50186}" authorId="{A9F27DEE-20FD-0B97-634A-A122D0C9E633}" status="resolved" created="2025-10-14T12:39:10.100" complete="100000">
    <pc:sldMkLst xmlns:pc="http://schemas.microsoft.com/office/powerpoint/2013/main/command">
      <pc:docMk/>
      <pc:sldMk cId="2208754760" sldId="272"/>
    </pc:sldMkLst>
    <p188:txBody>
      <a:bodyPr/>
      <a:lstStyle/>
      <a:p>
        <a:r>
          <a:rPr lang="en-US"/>
          <a:t>demasiado texto redundante, aprovechen el elemento visual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0C773-1EBF-4445-96D5-9CDB7DE9012C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52814-0D18-4CD3-91F9-34B0161C624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173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8B9D-8EE9-4441-3468-1E9FC149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4898E-3A74-070A-BFF0-352591129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5A4D2-AF1C-6EB1-0D24-321CDC920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3A7C4-2818-9F81-A706-2B13369D6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832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817F-F401-AC74-C7BB-C911B8C4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A996D-2623-4C77-A3CF-D5F8E8DA3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CFBE1-AEE3-0A72-213B-FADD46773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La falta de control continuo en la calidad de los datos impacta directamente en la eficiencia y el costo de operación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2AE50-7E76-F35B-D739-1FB5E0CED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99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La falta de control continuo en la calidad de los datos impacta directamente en la eficiencia y el costo de operación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031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258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4361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1830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3162-2AA2-2035-C28E-0C7655D4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07E24-8ACC-0FA9-3385-7CAA45A80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A7C58-459E-DF9A-01FB-D11ACEC38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E68C-2419-0ABB-1651-D3A4285CE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711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235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425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74AF-F109-3473-B621-8F5E5FC1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5262E-6319-BAC2-20DF-01AC0E23A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F71C5-F218-FB06-64C6-5D80C7190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32559-5A00-7512-C853-A35CD8EB1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476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06A26-47F9-7C23-7B36-61DBD1B388CA}"/>
              </a:ext>
            </a:extLst>
          </p:cNvPr>
          <p:cNvSpPr txBox="1">
            <a:spLocks/>
          </p:cNvSpPr>
          <p:nvPr userDrawn="1"/>
        </p:nvSpPr>
        <p:spPr>
          <a:xfrm>
            <a:off x="1219724" y="3429000"/>
            <a:ext cx="9440034" cy="1017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L" sz="4600" b="1">
              <a:solidFill>
                <a:srgbClr val="303E48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00375C9-C882-9CC3-043E-7830244FCE32}"/>
              </a:ext>
            </a:extLst>
          </p:cNvPr>
          <p:cNvSpPr txBox="1">
            <a:spLocks/>
          </p:cNvSpPr>
          <p:nvPr userDrawn="1"/>
        </p:nvSpPr>
        <p:spPr>
          <a:xfrm>
            <a:off x="1375983" y="4906292"/>
            <a:ext cx="9440034" cy="652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L" sz="1800">
              <a:solidFill>
                <a:srgbClr val="00AFE3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089E6D1-FBC3-1DB0-8AEB-C8B35D6D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4" y="704499"/>
            <a:ext cx="11029616" cy="11895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4635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232914"/>
            <a:ext cx="11309338" cy="15707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19" y="511410"/>
            <a:ext cx="11029616" cy="1013800"/>
          </a:xfrm>
        </p:spPr>
        <p:txBody>
          <a:bodyPr anchor="ctr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/>
          <a:lstStyle>
            <a:lvl1pPr algn="just">
              <a:lnSpc>
                <a:spcPct val="150000"/>
              </a:lnSpc>
              <a:defRPr>
                <a:latin typeface="+mj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1446" y="6138699"/>
            <a:ext cx="2844799" cy="365125"/>
          </a:xfrm>
        </p:spPr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2181" y="6138699"/>
            <a:ext cx="691721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32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9E09-CC47-95E7-EBA9-7ECFF67E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9613C-8E9E-F29A-BD9F-15FE9E95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48450-3203-6216-5F2A-D2F5D4FD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91DFA-A6B7-F3BA-F3CB-FB96EC0D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9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945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3323AB-41F9-BAA7-5EEA-C50BC4F38F9A}"/>
              </a:ext>
            </a:extLst>
          </p:cNvPr>
          <p:cNvSpPr>
            <a:spLocks noChangeAspect="1"/>
          </p:cNvSpPr>
          <p:nvPr userDrawn="1"/>
        </p:nvSpPr>
        <p:spPr>
          <a:xfrm>
            <a:off x="440286" y="232914"/>
            <a:ext cx="11309338" cy="15707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374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307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706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140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5761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9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1362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846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30-10-2025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877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6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E_599A3B0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D_558DB9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83A6EC4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5261B-1E4E-BEA5-7E61-0012FF12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AE6E20-272B-4965-A636-4C47C90B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54EC2-1493-F15B-2A88-D5B0AA9844BC}"/>
              </a:ext>
            </a:extLst>
          </p:cNvPr>
          <p:cNvSpPr txBox="1"/>
          <p:nvPr/>
        </p:nvSpPr>
        <p:spPr>
          <a:xfrm>
            <a:off x="581191" y="4174315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000" b="1"/>
              <a:t>Optimización de modelos predictivos mediante detección de outliers y drift</a:t>
            </a:r>
            <a:endParaRPr lang="en-US" sz="4000" b="1" cap="all" noProof="0">
              <a:ln w="3175" cmpd="sng">
                <a:noFill/>
              </a:ln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BF3F8-6A2D-6314-A70D-F0D60EAD9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67" y="5444479"/>
            <a:ext cx="10993546" cy="5255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1000"/>
              <a:t>Proyecto de Grado Licenciatura en Ingeniería en Ciencia de Datos</a:t>
            </a:r>
          </a:p>
          <a:p>
            <a:pPr algn="ctr">
              <a:lnSpc>
                <a:spcPct val="90000"/>
              </a:lnSpc>
            </a:pPr>
            <a:r>
              <a:rPr lang="en-US" sz="1000" noProof="0"/>
              <a:t>Franco Chiappe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Vicente Garay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Ziyu Guo</a:t>
            </a:r>
          </a:p>
        </p:txBody>
      </p:sp>
      <p:pic>
        <p:nvPicPr>
          <p:cNvPr id="2" name="图片 2" descr="Ainwater - BlueTech Research">
            <a:extLst>
              <a:ext uri="{FF2B5EF4-FFF2-40B4-BE49-F238E27FC236}">
                <a16:creationId xmlns:a16="http://schemas.microsoft.com/office/drawing/2014/main" id="{52238C76-54F7-44F0-A407-24432A21F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87" y="723900"/>
            <a:ext cx="10150226" cy="2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2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A6CA-C27E-3A4F-5EE6-2CE9A248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04BF-FBB0-590D-5E8D-127AECAB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INTELIGENCIA ARTIFICIAL PARA UNA GESTIÓN EFICIENTE Y SOSTENIBLE DEL AGUA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23D5A-DE76-E82E-39D7-F04EC43E7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540360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/>
            <a:r>
              <a:rPr lang="es-CL">
                <a:solidFill>
                  <a:srgbClr val="3F4B55"/>
                </a:solidFill>
              </a:rPr>
              <a:t>Desarrolla software como servicio (SaaS) para optimización de plantas de tratamiento de aguas</a:t>
            </a:r>
            <a:endParaRPr lang="zh-CN">
              <a:ea typeface="华文中宋"/>
            </a:endParaRPr>
          </a:p>
          <a:p>
            <a:pPr marL="305435" indent="-305435"/>
            <a:r>
              <a:rPr lang="es-CL"/>
              <a:t>Su tecnología se implementa en plantas que procesan más de un millón de m³ diarios</a:t>
            </a:r>
            <a:endParaRPr lang="es-CL">
              <a:solidFill>
                <a:srgbClr val="3F4B55"/>
              </a:solidFill>
            </a:endParaRPr>
          </a:p>
          <a:p>
            <a:pPr marL="305435" indent="-305435"/>
            <a:r>
              <a:rPr lang="es-CL"/>
              <a:t>Aplicaciones en agua potable, aguas residuales, desalinización, manufactura y comunidades rurales</a:t>
            </a:r>
          </a:p>
          <a:p>
            <a:pPr marL="305435" indent="-305435"/>
            <a:r>
              <a:rPr lang="es-CL"/>
              <a:t>Su plataforma Poseidón ya opera en más de 100 plantas y ha logrado reducir hasta un 30 % los costos operacionales</a:t>
            </a:r>
          </a:p>
          <a:p>
            <a:pPr marL="305435" indent="-305435"/>
            <a:endParaRPr lang="es-CL"/>
          </a:p>
        </p:txBody>
      </p:sp>
      <p:sp>
        <p:nvSpPr>
          <p:cNvPr id="3" name="AutoShape 2" descr="Investigación reciente muestra cómo la inteligencia artificial optimiza la  gestión del agua – El blog de Víctor Yepes">
            <a:extLst>
              <a:ext uri="{FF2B5EF4-FFF2-40B4-BE49-F238E27FC236}">
                <a16:creationId xmlns:a16="http://schemas.microsoft.com/office/drawing/2014/main" id="{83AE7620-D223-EDD1-B48D-599F9FDDB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DD230-9297-89A9-1083-C732A196E681}"/>
              </a:ext>
            </a:extLst>
          </p:cNvPr>
          <p:cNvSpPr txBox="1"/>
          <p:nvPr/>
        </p:nvSpPr>
        <p:spPr>
          <a:xfrm>
            <a:off x="3255109" y="4689340"/>
            <a:ext cx="1287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1 Millón m³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83D99-4283-F165-8C2F-213CE62D3D4F}"/>
              </a:ext>
            </a:extLst>
          </p:cNvPr>
          <p:cNvSpPr txBox="1"/>
          <p:nvPr/>
        </p:nvSpPr>
        <p:spPr>
          <a:xfrm>
            <a:off x="7184791" y="4702474"/>
            <a:ext cx="242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400 Piscinas Olímpicas</a:t>
            </a:r>
          </a:p>
        </p:txBody>
      </p:sp>
      <p:pic>
        <p:nvPicPr>
          <p:cNvPr id="25" name="Picture 10" descr="Tokio inaugura su flamante centro acuático para los Juegos Olímpicos">
            <a:extLst>
              <a:ext uri="{FF2B5EF4-FFF2-40B4-BE49-F238E27FC236}">
                <a16:creationId xmlns:a16="http://schemas.microsoft.com/office/drawing/2014/main" id="{1DDD4C1F-D94C-98C2-F569-3C7D58949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43236" r="11382"/>
          <a:stretch>
            <a:fillRect/>
          </a:stretch>
        </p:blipFill>
        <p:spPr bwMode="auto">
          <a:xfrm>
            <a:off x="6864539" y="5078906"/>
            <a:ext cx="3068678" cy="147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Equals 28">
            <a:extLst>
              <a:ext uri="{FF2B5EF4-FFF2-40B4-BE49-F238E27FC236}">
                <a16:creationId xmlns:a16="http://schemas.microsoft.com/office/drawing/2014/main" id="{371F8149-79BD-D771-985A-1C532C8912FD}"/>
              </a:ext>
            </a:extLst>
          </p:cNvPr>
          <p:cNvSpPr/>
          <p:nvPr/>
        </p:nvSpPr>
        <p:spPr>
          <a:xfrm>
            <a:off x="5486400" y="5293752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1026" name="Picture 2" descr="Valoremos el agua - Santo Tomás en Línea">
            <a:extLst>
              <a:ext uri="{FF2B5EF4-FFF2-40B4-BE49-F238E27FC236}">
                <a16:creationId xmlns:a16="http://schemas.microsoft.com/office/drawing/2014/main" id="{0A825D96-E9C1-CEF6-FFDD-F0ACF50D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024" y="5071806"/>
            <a:ext cx="2367999" cy="147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279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56;p2">
            <a:extLst>
              <a:ext uri="{FF2B5EF4-FFF2-40B4-BE49-F238E27FC236}">
                <a16:creationId xmlns:a16="http://schemas.microsoft.com/office/drawing/2014/main" id="{BB27272B-A930-9C96-EE47-593FC3CA9C5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9248" y="2670016"/>
            <a:ext cx="4095834" cy="253641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5D9921EE-2028-0F34-2466-DE95E8B5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019" y="511410"/>
            <a:ext cx="11029616" cy="1013800"/>
          </a:xfrm>
        </p:spPr>
        <p:txBody>
          <a:bodyPr>
            <a:noAutofit/>
          </a:bodyPr>
          <a:lstStyle/>
          <a:p>
            <a:r>
              <a:rPr lang="es-CL" sz="2800">
                <a:solidFill>
                  <a:srgbClr val="FFFFFF"/>
                </a:solidFill>
              </a:rPr>
              <a:t>Optimizar, predecir y controlar una planta de agua</a:t>
            </a:r>
            <a:endParaRPr lang="es-CL" sz="2800"/>
          </a:p>
        </p:txBody>
      </p:sp>
      <p:sp>
        <p:nvSpPr>
          <p:cNvPr id="45" name="Content Placeholder 4">
            <a:extLst>
              <a:ext uri="{FF2B5EF4-FFF2-40B4-BE49-F238E27FC236}">
                <a16:creationId xmlns:a16="http://schemas.microsoft.com/office/drawing/2014/main" id="{37BA99A1-0FDF-2266-A615-5B547041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755273" cy="3571718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L"/>
              <a:t>Integra monitoreo, análisis y control en tiempo real</a:t>
            </a:r>
          </a:p>
          <a:p>
            <a:r>
              <a:rPr lang="es-CL"/>
              <a:t>Centraliza la información de sensores, alarmas y reportes operativos</a:t>
            </a:r>
          </a:p>
          <a:p>
            <a:r>
              <a:rPr lang="es-CL"/>
              <a:t>Genera alertas automáticas ante valores fuera de rango o fallas de registro </a:t>
            </a:r>
          </a:p>
          <a:p>
            <a:r>
              <a:rPr lang="es-CL"/>
              <a:t>Permite decisiones basadas en datos, optimizando la operación de las plantas </a:t>
            </a:r>
          </a:p>
          <a:p>
            <a:pPr marL="305435" indent="-305435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349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distribution curve&#10;&#10;AI-generated content may be incorrect.">
            <a:extLst>
              <a:ext uri="{FF2B5EF4-FFF2-40B4-BE49-F238E27FC236}">
                <a16:creationId xmlns:a16="http://schemas.microsoft.com/office/drawing/2014/main" id="{99B7BCD6-B929-AD11-51D2-5277878FD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7" r="9534"/>
          <a:stretch>
            <a:fillRect/>
          </a:stretch>
        </p:blipFill>
        <p:spPr>
          <a:xfrm>
            <a:off x="8001834" y="2110922"/>
            <a:ext cx="3114990" cy="2193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7D349-F3D3-8D07-2B10-26188A94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CONTROL MANUAL DE DATOS AFECTA LA CONFIABILIDAD DE LOS MODELOS</a:t>
            </a:r>
          </a:p>
        </p:txBody>
      </p:sp>
      <p:pic>
        <p:nvPicPr>
          <p:cNvPr id="5130" name="Picture 10" descr="What is Machine Learning? - Let's Talk Science">
            <a:extLst>
              <a:ext uri="{FF2B5EF4-FFF2-40B4-BE49-F238E27FC236}">
                <a16:creationId xmlns:a16="http://schemas.microsoft.com/office/drawing/2014/main" id="{5D19D530-39CF-4A95-16AE-D7441DF08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08"/>
          <a:stretch>
            <a:fillRect/>
          </a:stretch>
        </p:blipFill>
        <p:spPr bwMode="auto">
          <a:xfrm>
            <a:off x="8348756" y="4019647"/>
            <a:ext cx="2421146" cy="191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88CA7DA-E5A8-E119-CD47-9E027147249A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6755273" cy="357171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06000" indent="-306000" algn="just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/>
              <a:t>El control de calidad de los datos es actualmente manual y reactivo</a:t>
            </a:r>
          </a:p>
          <a:p>
            <a:r>
              <a:rPr lang="es-CL"/>
              <a:t>No existen sistemas automáticos para detectar anomalías o </a:t>
            </a:r>
            <a:r>
              <a:rPr lang="es-CL" err="1"/>
              <a:t>drift</a:t>
            </a:r>
            <a:r>
              <a:rPr lang="es-CL"/>
              <a:t> en los sensores</a:t>
            </a:r>
          </a:p>
          <a:p>
            <a:r>
              <a:rPr lang="es-CL"/>
              <a:t>En la práctica, los modelos pierden precisión y requieren reentrenamientos frecuentes</a:t>
            </a:r>
          </a:p>
          <a:p>
            <a:r>
              <a:rPr lang="es-CL"/>
              <a:t>Esto genera menor confiabilidad en los modelos predictivos y mayores costos operativos</a:t>
            </a:r>
          </a:p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53513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2A4A-8CAF-9DE4-3B6F-2AD1DC69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CL" sz="2800"/>
              <a:t>DATOS: SERIES DE TIEMPO MULTIVARIABLES DE SENSORES EN PLANTAS DE TRATAMIENTO</a:t>
            </a:r>
            <a:endParaRPr lang="es-CL" sz="2800" b="1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DB8F-F650-2650-3478-AD025A8F6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200" y="2109882"/>
            <a:ext cx="4965566" cy="4110182"/>
          </a:xfrm>
          <a:ln w="12700"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pPr marL="305435" indent="-305435"/>
            <a:r>
              <a:rPr lang="es-CL" noProof="0"/>
              <a:t>Los datos presentan variabilidad entre plantas y sensores, lo que exige ajustar los modelos por tipo de variable y contexto operativo</a:t>
            </a:r>
          </a:p>
          <a:p>
            <a:pPr marL="305435" indent="-305435"/>
            <a:r>
              <a:rPr lang="es-CL" noProof="0"/>
              <a:t>Se trabaja con series de tiempo minuto a minuto, lo que permite un monitoreo continuo y una respuesta temprana ante desviaciones.</a:t>
            </a:r>
          </a:p>
          <a:p>
            <a:pPr marL="305435" indent="-305435"/>
            <a:r>
              <a:rPr lang="es-CL" noProof="0"/>
              <a:t>Contamos con datos etiquetados manualmente por nosotros para entrenar y validar los modelos de detección de </a:t>
            </a:r>
            <a:r>
              <a:rPr lang="es-CL" noProof="0" err="1"/>
              <a:t>outliers</a:t>
            </a:r>
            <a:r>
              <a:rPr lang="es-CL" noProof="0"/>
              <a:t>.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AA2B38B9-51DB-DB49-0CCD-A383BA2C7F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07"/>
          <a:stretch>
            <a:fillRect/>
          </a:stretch>
        </p:blipFill>
        <p:spPr>
          <a:xfrm>
            <a:off x="479137" y="2251363"/>
            <a:ext cx="5930542" cy="411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547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55FB-3F5A-5F02-A04F-1B63CFDD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/>
              <a:t>SISTEMA AUTOMÁTICO PARA EVALUAR LA CALIDAD DE DATOS Y MEJORAR LA CONFIABILIDAD DE LOS MODELOS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16CDA68E-5988-A924-A172-CC11EA30E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600" y="2181600"/>
            <a:ext cx="5742330" cy="3992059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 anchor="t">
            <a:noAutofit/>
          </a:bodyPr>
          <a:lstStyle/>
          <a:p>
            <a:pPr marL="305435" indent="-305435" algn="just"/>
            <a:r>
              <a:rPr lang="es-CL"/>
              <a:t>Desarrollamos un sistema que evalúa automáticamente la calidad de los datos de sensores, anomalías (</a:t>
            </a:r>
            <a:r>
              <a:rPr lang="es-CL" err="1"/>
              <a:t>outliers</a:t>
            </a:r>
            <a:r>
              <a:rPr lang="es-CL"/>
              <a:t>) y cambios de distribución (</a:t>
            </a:r>
            <a:r>
              <a:rPr lang="es-CL" err="1"/>
              <a:t>drift</a:t>
            </a:r>
            <a:r>
              <a:rPr lang="es-CL"/>
              <a:t>)</a:t>
            </a:r>
            <a:endParaRPr lang="zh-CN" altLang="en-US"/>
          </a:p>
          <a:p>
            <a:pPr marL="305435" indent="-305435" algn="just"/>
            <a:r>
              <a:rPr lang="es-CL"/>
              <a:t>El modelo se ejecuta por variable y por planta, analizando las series de tiempo y entregando indicadores de calidad</a:t>
            </a:r>
          </a:p>
          <a:p>
            <a:pPr marL="305435" indent="-305435" algn="just"/>
            <a:r>
              <a:rPr lang="es-CL"/>
              <a:t>El monitoreo de </a:t>
            </a:r>
            <a:r>
              <a:rPr lang="es-CL" err="1"/>
              <a:t>drift</a:t>
            </a:r>
            <a:r>
              <a:rPr lang="es-CL"/>
              <a:t> permite anticipar desajustes en los modelos predictivos, evitando pérdida de precisión y reentrenamientos innecesarios</a:t>
            </a:r>
            <a:endParaRPr lang="es-CL" noProof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57650D1-C1D1-B421-5DD9-6E0C401C990C}"/>
              </a:ext>
            </a:extLst>
          </p:cNvPr>
          <p:cNvSpPr txBox="1">
            <a:spLocks/>
          </p:cNvSpPr>
          <p:nvPr/>
        </p:nvSpPr>
        <p:spPr>
          <a:xfrm>
            <a:off x="6602819" y="2181601"/>
            <a:ext cx="5007989" cy="3992058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CL"/>
              <a:t>Impacto del monitoreo de Drift en los modelos predictivos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es-CL"/>
          </a:p>
          <a:p>
            <a:pPr algn="ctr"/>
            <a:endParaRPr lang="es-C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5E8F8E-3D06-06D0-1475-0EE5E2EDC2FF}"/>
              </a:ext>
            </a:extLst>
          </p:cNvPr>
          <p:cNvSpPr/>
          <p:nvPr/>
        </p:nvSpPr>
        <p:spPr>
          <a:xfrm>
            <a:off x="6744804" y="5444060"/>
            <a:ext cx="2264054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Menor Perdida de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Precisión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3146C7-BFF8-EBC7-4FE8-5C9C34D0C7AD}"/>
              </a:ext>
            </a:extLst>
          </p:cNvPr>
          <p:cNvSpPr/>
          <p:nvPr/>
        </p:nvSpPr>
        <p:spPr>
          <a:xfrm>
            <a:off x="7940418" y="4240515"/>
            <a:ext cx="2264055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Menos Retraining de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Modelos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7E6C1C-5DDD-B1A3-9FE4-EEBA712518F8}"/>
              </a:ext>
            </a:extLst>
          </p:cNvPr>
          <p:cNvSpPr/>
          <p:nvPr/>
        </p:nvSpPr>
        <p:spPr>
          <a:xfrm>
            <a:off x="9181747" y="5444061"/>
            <a:ext cx="2281202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Menor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costo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Mantenimiento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5966F6-2182-B16E-EC90-D6AC1968CEAB}"/>
              </a:ext>
            </a:extLst>
          </p:cNvPr>
          <p:cNvSpPr/>
          <p:nvPr/>
        </p:nvSpPr>
        <p:spPr>
          <a:xfrm>
            <a:off x="7969813" y="3020330"/>
            <a:ext cx="2264055" cy="551407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Monitoreo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Drift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A107E1E-199D-8EF5-A2DA-BFE6976BFE45}"/>
              </a:ext>
            </a:extLst>
          </p:cNvPr>
          <p:cNvSpPr/>
          <p:nvPr/>
        </p:nvSpPr>
        <p:spPr>
          <a:xfrm>
            <a:off x="8751481" y="3618370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62AA3CF-87FB-106B-92B2-105BC6313923}"/>
              </a:ext>
            </a:extLst>
          </p:cNvPr>
          <p:cNvSpPr/>
          <p:nvPr/>
        </p:nvSpPr>
        <p:spPr>
          <a:xfrm rot="2239025">
            <a:off x="8317494" y="4854680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40EF76C-6D12-D8E9-E407-C8E075D10777}"/>
              </a:ext>
            </a:extLst>
          </p:cNvPr>
          <p:cNvSpPr/>
          <p:nvPr/>
        </p:nvSpPr>
        <p:spPr>
          <a:xfrm rot="19141279">
            <a:off x="9341733" y="4841791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</p:spTree>
    <p:extLst>
      <p:ext uri="{BB962C8B-B14F-4D97-AF65-F5344CB8AC3E}">
        <p14:creationId xmlns:p14="http://schemas.microsoft.com/office/powerpoint/2010/main" val="1742696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Marcador de contenido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3694BC21-9FB2-3CFF-877A-5F7A32AD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5" b="1782"/>
          <a:stretch>
            <a:fillRect/>
          </a:stretch>
        </p:blipFill>
        <p:spPr>
          <a:xfrm>
            <a:off x="6478607" y="3292606"/>
            <a:ext cx="4971346" cy="23011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2D0EA-90D1-BC37-B26E-AF8CE5AEA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181600"/>
            <a:ext cx="542239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Diferenciación estadística, para identificar variaciones bruscas respecto al histórico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1C5F-0E93-1E2D-2BB4-5CF0B8085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21" y="2181600"/>
            <a:ext cx="542160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Modelos AR(2), que aprenden patrones temporales y marcan desviaciones significativas como </a:t>
            </a:r>
            <a:r>
              <a:rPr lang="es-CL" err="1"/>
              <a:t>outliers</a:t>
            </a:r>
            <a:endParaRPr lang="es-CL"/>
          </a:p>
          <a:p>
            <a:pPr marL="305435" indent="-305435">
              <a:lnSpc>
                <a:spcPct val="150000"/>
              </a:lnSpc>
            </a:pPr>
            <a:endParaRPr lang="es-CL" i="1"/>
          </a:p>
          <a:p>
            <a:pPr marL="0" indent="0">
              <a:lnSpc>
                <a:spcPct val="150000"/>
              </a:lnSpc>
              <a:buNone/>
            </a:pPr>
            <a:endParaRPr lang="es-CL"/>
          </a:p>
        </p:txBody>
      </p:sp>
      <p:pic>
        <p:nvPicPr>
          <p:cNvPr id="5" name="Marcador de contenido 7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1BA58950-D556-AA4A-CAE1-2392097D2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47" y="3194745"/>
            <a:ext cx="5138182" cy="24488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FCA1056-F0AA-07E5-60C9-9C6E6D28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37232"/>
            <a:ext cx="11029616" cy="1013800"/>
          </a:xfrm>
        </p:spPr>
        <p:txBody>
          <a:bodyPr anchor="ctr">
            <a:noAutofit/>
          </a:bodyPr>
          <a:lstStyle/>
          <a:p>
            <a:r>
              <a:rPr lang="es-CL" b="1"/>
              <a:t>IMPLEMENTACIÓN DE MÉTODOS AUTOMÁTICOS PARA DETECTAR ANOMALÍAS EN SERIES DE TIEMPO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2CE96-935C-2D3D-ACE0-152763F0C35A}"/>
              </a:ext>
            </a:extLst>
          </p:cNvPr>
          <p:cNvCxnSpPr>
            <a:cxnSpLocks/>
          </p:cNvCxnSpPr>
          <p:nvPr/>
        </p:nvCxnSpPr>
        <p:spPr>
          <a:xfrm>
            <a:off x="2821489" y="4849051"/>
            <a:ext cx="822209" cy="219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1EAF3C-7DF8-9759-6E92-CB3D8F5951F3}"/>
              </a:ext>
            </a:extLst>
          </p:cNvPr>
          <p:cNvSpPr/>
          <p:nvPr/>
        </p:nvSpPr>
        <p:spPr>
          <a:xfrm>
            <a:off x="1767672" y="4711328"/>
            <a:ext cx="1053816" cy="30058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err="1">
                <a:solidFill>
                  <a:schemeClr val="accent6">
                    <a:lumMod val="10000"/>
                  </a:schemeClr>
                </a:solidFill>
              </a:rPr>
              <a:t>Outlier</a:t>
            </a:r>
            <a:endParaRPr lang="es-CL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4" name="椭圆 5">
            <a:extLst>
              <a:ext uri="{FF2B5EF4-FFF2-40B4-BE49-F238E27FC236}">
                <a16:creationId xmlns:a16="http://schemas.microsoft.com/office/drawing/2014/main" id="{D61A5DAD-C907-4B67-8D1C-128EE2CF95F6}"/>
              </a:ext>
            </a:extLst>
          </p:cNvPr>
          <p:cNvSpPr/>
          <p:nvPr/>
        </p:nvSpPr>
        <p:spPr>
          <a:xfrm>
            <a:off x="3603580" y="4973178"/>
            <a:ext cx="303414" cy="2753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5">
            <a:extLst>
              <a:ext uri="{FF2B5EF4-FFF2-40B4-BE49-F238E27FC236}">
                <a16:creationId xmlns:a16="http://schemas.microsoft.com/office/drawing/2014/main" id="{4675854B-B3DD-F4DD-6889-48826BA9301D}"/>
              </a:ext>
            </a:extLst>
          </p:cNvPr>
          <p:cNvSpPr/>
          <p:nvPr/>
        </p:nvSpPr>
        <p:spPr>
          <a:xfrm>
            <a:off x="8272622" y="5181209"/>
            <a:ext cx="288977" cy="28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4FFD42-60A6-C66E-359C-804E50105E57}"/>
              </a:ext>
            </a:extLst>
          </p:cNvPr>
          <p:cNvCxnSpPr>
            <a:cxnSpLocks/>
          </p:cNvCxnSpPr>
          <p:nvPr/>
        </p:nvCxnSpPr>
        <p:spPr>
          <a:xfrm flipH="1">
            <a:off x="8547863" y="4918766"/>
            <a:ext cx="767685" cy="353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1EAF3C-7DF8-9759-6E92-CB3D8F5951F3}"/>
              </a:ext>
            </a:extLst>
          </p:cNvPr>
          <p:cNvSpPr/>
          <p:nvPr/>
        </p:nvSpPr>
        <p:spPr>
          <a:xfrm>
            <a:off x="9315547" y="4773923"/>
            <a:ext cx="1104041" cy="28019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err="1">
                <a:solidFill>
                  <a:schemeClr val="accent6">
                    <a:lumMod val="10000"/>
                  </a:schemeClr>
                </a:solidFill>
              </a:rPr>
              <a:t>Outlier</a:t>
            </a:r>
            <a:endParaRPr lang="es-CL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" name="椭圆 5">
            <a:extLst>
              <a:ext uri="{FF2B5EF4-FFF2-40B4-BE49-F238E27FC236}">
                <a16:creationId xmlns:a16="http://schemas.microsoft.com/office/drawing/2014/main" id="{38AE1725-715B-3480-CD5E-4C6BEE3ACE8A}"/>
              </a:ext>
            </a:extLst>
          </p:cNvPr>
          <p:cNvSpPr/>
          <p:nvPr/>
        </p:nvSpPr>
        <p:spPr>
          <a:xfrm>
            <a:off x="8755996" y="3350836"/>
            <a:ext cx="317874" cy="317200"/>
          </a:xfrm>
          <a:prstGeom prst="ellipse">
            <a:avLst/>
          </a:prstGeom>
          <a:noFill/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C39C92-4DB6-ABB5-9659-D91F05E49F80}"/>
              </a:ext>
            </a:extLst>
          </p:cNvPr>
          <p:cNvCxnSpPr>
            <a:cxnSpLocks/>
            <a:stCxn id="21" idx="3"/>
            <a:endCxn id="19" idx="2"/>
          </p:cNvCxnSpPr>
          <p:nvPr/>
        </p:nvCxnSpPr>
        <p:spPr>
          <a:xfrm flipV="1">
            <a:off x="7807811" y="3509436"/>
            <a:ext cx="948185" cy="58608"/>
          </a:xfrm>
          <a:prstGeom prst="straightConnector1">
            <a:avLst/>
          </a:prstGeom>
          <a:ln>
            <a:solidFill>
              <a:srgbClr val="FFB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70FCF5-5430-ECF1-6D72-07354B42215E}"/>
              </a:ext>
            </a:extLst>
          </p:cNvPr>
          <p:cNvSpPr/>
          <p:nvPr/>
        </p:nvSpPr>
        <p:spPr>
          <a:xfrm>
            <a:off x="6703770" y="3427946"/>
            <a:ext cx="1104041" cy="280195"/>
          </a:xfrm>
          <a:prstGeom prst="roundRect">
            <a:avLst/>
          </a:prstGeom>
          <a:solidFill>
            <a:schemeClr val="bg1"/>
          </a:solidFill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>
                <a:solidFill>
                  <a:schemeClr val="accent6">
                    <a:lumMod val="10000"/>
                  </a:schemeClr>
                </a:solidFill>
              </a:rPr>
              <a:t>Change</a:t>
            </a:r>
          </a:p>
        </p:txBody>
      </p:sp>
      <p:sp>
        <p:nvSpPr>
          <p:cNvPr id="22" name="椭圆 5">
            <a:extLst>
              <a:ext uri="{FF2B5EF4-FFF2-40B4-BE49-F238E27FC236}">
                <a16:creationId xmlns:a16="http://schemas.microsoft.com/office/drawing/2014/main" id="{41ADE973-AB43-55AD-98F2-605BF63EA4E5}"/>
              </a:ext>
            </a:extLst>
          </p:cNvPr>
          <p:cNvSpPr/>
          <p:nvPr/>
        </p:nvSpPr>
        <p:spPr>
          <a:xfrm>
            <a:off x="8249432" y="4363057"/>
            <a:ext cx="317874" cy="317200"/>
          </a:xfrm>
          <a:prstGeom prst="ellipse">
            <a:avLst/>
          </a:prstGeom>
          <a:noFill/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C702BB-D6E7-5DAB-CBAA-C45A30A341F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807811" y="3568044"/>
            <a:ext cx="488173" cy="841466"/>
          </a:xfrm>
          <a:prstGeom prst="straightConnector1">
            <a:avLst/>
          </a:prstGeom>
          <a:ln>
            <a:solidFill>
              <a:srgbClr val="FFB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61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14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D3F3-F3D0-841D-3E1E-CBC87C3C0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D83A-1601-6264-CA1F-14B7FE9BC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181600"/>
            <a:ext cx="5422390" cy="3740177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Modelo Diferenciación estadística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33477-90DB-5612-AC2C-91D199652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21" y="2181600"/>
            <a:ext cx="542160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Modelo AR</a:t>
            </a:r>
            <a:endParaRPr lang="es-CL" i="1"/>
          </a:p>
          <a:p>
            <a:pPr marL="0" indent="0">
              <a:lnSpc>
                <a:spcPct val="150000"/>
              </a:lnSpc>
              <a:buNone/>
            </a:pPr>
            <a:endParaRPr lang="es-C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66FF07-7F5A-95AD-24B6-8F430928C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59449"/>
              </p:ext>
            </p:extLst>
          </p:nvPr>
        </p:nvGraphicFramePr>
        <p:xfrm>
          <a:off x="1190625" y="2772539"/>
          <a:ext cx="3996717" cy="283828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44042">
                  <a:extLst>
                    <a:ext uri="{9D8B030D-6E8A-4147-A177-3AD203B41FA5}">
                      <a16:colId xmlns:a16="http://schemas.microsoft.com/office/drawing/2014/main" val="356769511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913280278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938662581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1894560863"/>
                    </a:ext>
                  </a:extLst>
                </a:gridCol>
              </a:tblGrid>
              <a:tr h="22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Variable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Precisión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 err="1"/>
                        <a:t>Recall</a:t>
                      </a:r>
                      <a:endParaRPr lang="es-CL" sz="1200" b="1"/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F1-Score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455973580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coagulación entrada DAF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0.579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0.846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0.688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1844478300"/>
                  </a:ext>
                </a:extLst>
              </a:tr>
              <a:tr h="437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pH Clarificado DAF (Tk_80m3)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070974633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salida a Parshall 02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945881387"/>
                  </a:ext>
                </a:extLst>
              </a:tr>
              <a:tr h="437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Salida de Lodo Sed. Sec. 3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0.692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0.964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0.806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027731740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Afluente PTAR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895116948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Cámara de contacto 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8673969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F54078-C3D6-5111-0821-1336F9FE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87868"/>
              </p:ext>
            </p:extLst>
          </p:nvPr>
        </p:nvGraphicFramePr>
        <p:xfrm>
          <a:off x="6965921" y="2782828"/>
          <a:ext cx="3996717" cy="284737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26373">
                  <a:extLst>
                    <a:ext uri="{9D8B030D-6E8A-4147-A177-3AD203B41FA5}">
                      <a16:colId xmlns:a16="http://schemas.microsoft.com/office/drawing/2014/main" val="1688121998"/>
                    </a:ext>
                  </a:extLst>
                </a:gridCol>
                <a:gridCol w="879376">
                  <a:extLst>
                    <a:ext uri="{9D8B030D-6E8A-4147-A177-3AD203B41FA5}">
                      <a16:colId xmlns:a16="http://schemas.microsoft.com/office/drawing/2014/main" val="2866746681"/>
                    </a:ext>
                  </a:extLst>
                </a:gridCol>
                <a:gridCol w="642985">
                  <a:extLst>
                    <a:ext uri="{9D8B030D-6E8A-4147-A177-3AD203B41FA5}">
                      <a16:colId xmlns:a16="http://schemas.microsoft.com/office/drawing/2014/main" val="3213415377"/>
                    </a:ext>
                  </a:extLst>
                </a:gridCol>
                <a:gridCol w="847983">
                  <a:extLst>
                    <a:ext uri="{9D8B030D-6E8A-4147-A177-3AD203B41FA5}">
                      <a16:colId xmlns:a16="http://schemas.microsoft.com/office/drawing/2014/main" val="309379845"/>
                    </a:ext>
                  </a:extLst>
                </a:gridCol>
              </a:tblGrid>
              <a:tr h="26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Variable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Precisión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 err="1"/>
                        <a:t>Recall</a:t>
                      </a:r>
                      <a:endParaRPr lang="es-CL" sz="1200" b="1"/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F1-Score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2316556305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coagulación entrada DAF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0.455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0.769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0.572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628115509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pH Clarificado DAF (Tk_80m3)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0.286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0.445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706387525"/>
                  </a:ext>
                </a:extLst>
              </a:tr>
              <a:tr h="388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salida a Parshall 02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0.000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424320285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Salida de Lodo Sed. Sec. 3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0.789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0.536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0.638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080929138"/>
                  </a:ext>
                </a:extLst>
              </a:tr>
              <a:tr h="372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Afluente PTAR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0.118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0.211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168834072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Cámara de contacto 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0.105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0.190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2360181082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6E0E44F1-F51D-E652-EAF0-B50355510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37232"/>
            <a:ext cx="11029616" cy="1013800"/>
          </a:xfrm>
        </p:spPr>
        <p:txBody>
          <a:bodyPr anchor="ctr">
            <a:noAutofit/>
          </a:bodyPr>
          <a:lstStyle/>
          <a:p>
            <a:r>
              <a:rPr lang="es-CL" b="1"/>
              <a:t>IMPLEMENTACIÓN DE MÉTODOS AUTOMÁTICOS PARA DETECTAR ANOMALÍAS EN SERIES DE TIEMPO</a:t>
            </a:r>
          </a:p>
        </p:txBody>
      </p:sp>
    </p:spTree>
    <p:extLst>
      <p:ext uri="{BB962C8B-B14F-4D97-AF65-F5344CB8AC3E}">
        <p14:creationId xmlns:p14="http://schemas.microsoft.com/office/powerpoint/2010/main" val="1922780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E8C0-A640-6F23-5570-CCC9AA2D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BDEE-0F97-B7AE-5525-D3648D9E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s-CL" sz="2800"/>
              <a:t>DETECTAR DRIFT PERMITE MANTENER MODELOS ESTABLES Y EVITAR RETRAINING INNECESARIO</a:t>
            </a:r>
            <a:endParaRPr lang="es-CL" sz="2800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3515ED-CEAD-55F9-1477-039DF9CCE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73570"/>
          </a:xfrm>
          <a:ln>
            <a:solidFill>
              <a:schemeClr val="tx1">
                <a:lumMod val="50000"/>
              </a:schemeClr>
            </a:solidFill>
          </a:ln>
        </p:spPr>
        <p:txBody>
          <a:bodyPr/>
          <a:lstStyle/>
          <a:p>
            <a:r>
              <a:rPr lang="es-CL"/>
              <a:t>Detectarlo a tiempo evita desviaciones en los sensores y pérdida de precisión en los modelos</a:t>
            </a:r>
          </a:p>
          <a:p>
            <a:r>
              <a:rPr lang="es-CL"/>
              <a:t>En </a:t>
            </a:r>
            <a:r>
              <a:rPr lang="es-CL" err="1"/>
              <a:t>Ainwater</a:t>
            </a:r>
            <a:r>
              <a:rPr lang="es-CL"/>
              <a:t>, el monitoreo de </a:t>
            </a:r>
            <a:r>
              <a:rPr lang="es-CL" err="1"/>
              <a:t>drift</a:t>
            </a:r>
            <a:r>
              <a:rPr lang="es-CL"/>
              <a:t> mantiene los modelos estables, evitando reentrenamientos innecesarios</a:t>
            </a:r>
          </a:p>
          <a:p>
            <a:r>
              <a:rPr lang="es-CL"/>
              <a:t>Con esta herramienta se mejora la confiabilidad de las predicciones y reduce el costo de mantenimiento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AB9A3-6914-B76C-9E39-F1D8830C96E8}"/>
              </a:ext>
            </a:extLst>
          </p:cNvPr>
          <p:cNvSpPr txBox="1"/>
          <p:nvPr/>
        </p:nvSpPr>
        <p:spPr>
          <a:xfrm>
            <a:off x="3229167" y="4142670"/>
            <a:ext cx="5223695" cy="37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Flujo Aire Reactor 3 – </a:t>
            </a:r>
            <a:r>
              <a:rPr lang="es-CL" err="1"/>
              <a:t>drift</a:t>
            </a:r>
            <a:r>
              <a:rPr lang="es-CL"/>
              <a:t> no detectado (score 0.06)</a:t>
            </a:r>
          </a:p>
        </p:txBody>
      </p:sp>
      <p:pic>
        <p:nvPicPr>
          <p:cNvPr id="13" name="Picture 12" descr="A graph showing a graph of a heart rate&#10;&#10;AI-generated content may be incorrect.">
            <a:extLst>
              <a:ext uri="{FF2B5EF4-FFF2-40B4-BE49-F238E27FC236}">
                <a16:creationId xmlns:a16="http://schemas.microsoft.com/office/drawing/2014/main" id="{27B75554-818F-80A1-0BD7-6562DC609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 r="10961" b="7246"/>
          <a:stretch>
            <a:fillRect/>
          </a:stretch>
        </p:blipFill>
        <p:spPr>
          <a:xfrm>
            <a:off x="2995900" y="4497870"/>
            <a:ext cx="6209778" cy="1502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03F78D-32DF-429B-5CAB-91E79C63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33" r="4731" b="13950"/>
          <a:stretch>
            <a:fillRect/>
          </a:stretch>
        </p:blipFill>
        <p:spPr>
          <a:xfrm>
            <a:off x="8286183" y="4157472"/>
            <a:ext cx="927923" cy="3952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EBDED-C8B7-D345-2246-EE7A17F4EE4B}"/>
              </a:ext>
            </a:extLst>
          </p:cNvPr>
          <p:cNvSpPr/>
          <p:nvPr/>
        </p:nvSpPr>
        <p:spPr>
          <a:xfrm>
            <a:off x="2904646" y="4057095"/>
            <a:ext cx="6382707" cy="1952143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842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3051-2012-2342-729F-1C14D06C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0A52B-4C9E-1F80-ACE4-6B5A3973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169943" cy="4166094"/>
          </a:xfrm>
          <a:ln w="12700">
            <a:solidFill>
              <a:schemeClr val="tx1"/>
            </a:solidFill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s-CL" dirty="0" err="1"/>
              <a:t>Decay</a:t>
            </a:r>
            <a:r>
              <a:rPr lang="es-CL" dirty="0"/>
              <a:t> Reference (exponencial)</a:t>
            </a:r>
          </a:p>
          <a:p>
            <a:pPr lvl="1"/>
            <a:r>
              <a:rPr lang="es-CL" sz="1800" dirty="0"/>
              <a:t>Prioriza los datos más recientes mediante pesos exponenciales</a:t>
            </a:r>
          </a:p>
          <a:p>
            <a:pPr lvl="1"/>
            <a:r>
              <a:rPr lang="es-CL" sz="1800" dirty="0"/>
              <a:t>Reacciona rápido a cambios recientes, ideal para sensores inestables</a:t>
            </a:r>
          </a:p>
          <a:p>
            <a:r>
              <a:rPr lang="es-CL" dirty="0"/>
              <a:t>Golden Reference (ventanas estables)</a:t>
            </a:r>
          </a:p>
          <a:p>
            <a:pPr lvl="1"/>
            <a:r>
              <a:rPr lang="es-CL" sz="1800" dirty="0"/>
              <a:t>Se construye con los periodos más estables del histórico</a:t>
            </a:r>
          </a:p>
          <a:p>
            <a:pPr lvl="1"/>
            <a:r>
              <a:rPr lang="es-CL" sz="1800" dirty="0"/>
              <a:t>Proporciona una referencia robusta ante ruido o picos aislados</a:t>
            </a:r>
          </a:p>
          <a:p>
            <a:r>
              <a:rPr lang="es-CL" dirty="0" err="1"/>
              <a:t>Seasonal</a:t>
            </a:r>
            <a:r>
              <a:rPr lang="es-CL" dirty="0"/>
              <a:t> Reference (estacionalidad)</a:t>
            </a:r>
          </a:p>
          <a:p>
            <a:pPr lvl="1"/>
            <a:r>
              <a:rPr lang="es-CL" sz="1800" dirty="0"/>
              <a:t>Compara con semanas equivalentes (misma hora y día)</a:t>
            </a:r>
          </a:p>
          <a:p>
            <a:pPr lvl="1"/>
            <a:r>
              <a:rPr lang="es-CL" sz="1800" dirty="0"/>
              <a:t>Captura patrones cíclicos diarios </a:t>
            </a:r>
            <a:r>
              <a:rPr lang="es-CL" sz="1800"/>
              <a:t>o semanales</a:t>
            </a:r>
            <a:endParaRPr lang="es-CL"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5E47EC-035E-602C-ED23-380C5F23D695}"/>
              </a:ext>
            </a:extLst>
          </p:cNvPr>
          <p:cNvSpPr txBox="1">
            <a:spLocks/>
          </p:cNvSpPr>
          <p:nvPr/>
        </p:nvSpPr>
        <p:spPr>
          <a:xfrm>
            <a:off x="570019" y="511410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L" b="1"/>
              <a:t>Estrategias para construir la referencia histórica del </a:t>
            </a:r>
            <a:r>
              <a:rPr lang="es-CL" b="1" err="1"/>
              <a:t>Drift</a:t>
            </a:r>
            <a:endParaRPr lang="es-CL" b="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66B3D9-ACC0-0682-B784-D7CB03A4EB9C}"/>
              </a:ext>
            </a:extLst>
          </p:cNvPr>
          <p:cNvSpPr/>
          <p:nvPr/>
        </p:nvSpPr>
        <p:spPr>
          <a:xfrm>
            <a:off x="7996256" y="3352914"/>
            <a:ext cx="3287933" cy="589216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Estrategia de referencia </a:t>
            </a:r>
          </a:p>
          <a:p>
            <a:pPr algn="ctr"/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(</a:t>
            </a:r>
            <a:r>
              <a:rPr lang="es-CL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Decay</a:t>
            </a:r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/ Golden / </a:t>
            </a:r>
            <a:r>
              <a:rPr lang="es-CL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Seasonal</a:t>
            </a:r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FB9C70-B76A-2AEB-D4EB-1E08F19031FF}"/>
              </a:ext>
            </a:extLst>
          </p:cNvPr>
          <p:cNvSpPr/>
          <p:nvPr/>
        </p:nvSpPr>
        <p:spPr>
          <a:xfrm>
            <a:off x="8469543" y="2297460"/>
            <a:ext cx="2264055" cy="452550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Datos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Historicos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805813E-229E-F11F-018B-4351E707E52B}"/>
              </a:ext>
            </a:extLst>
          </p:cNvPr>
          <p:cNvSpPr/>
          <p:nvPr/>
        </p:nvSpPr>
        <p:spPr>
          <a:xfrm>
            <a:off x="9330879" y="3973247"/>
            <a:ext cx="541377" cy="513920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C46688-9849-2CB4-E478-9ED45FE71ABD}"/>
              </a:ext>
            </a:extLst>
          </p:cNvPr>
          <p:cNvSpPr/>
          <p:nvPr/>
        </p:nvSpPr>
        <p:spPr>
          <a:xfrm>
            <a:off x="8469538" y="4549401"/>
            <a:ext cx="2264055" cy="452550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Ventana Actual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B744BCD-3D24-A961-1743-4FFA3B80A454}"/>
              </a:ext>
            </a:extLst>
          </p:cNvPr>
          <p:cNvSpPr/>
          <p:nvPr/>
        </p:nvSpPr>
        <p:spPr>
          <a:xfrm>
            <a:off x="9320610" y="2807877"/>
            <a:ext cx="541377" cy="513920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48F6CDF0-18D1-8509-0D8B-4B594B367BC0}"/>
              </a:ext>
            </a:extLst>
          </p:cNvPr>
          <p:cNvSpPr/>
          <p:nvPr/>
        </p:nvSpPr>
        <p:spPr>
          <a:xfrm>
            <a:off x="9331245" y="5064185"/>
            <a:ext cx="541377" cy="513920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DAD043-D34B-69E4-5949-A23377ABFADA}"/>
              </a:ext>
            </a:extLst>
          </p:cNvPr>
          <p:cNvSpPr/>
          <p:nvPr/>
        </p:nvSpPr>
        <p:spPr>
          <a:xfrm>
            <a:off x="8054710" y="5640339"/>
            <a:ext cx="3093709" cy="452550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tx1">
                    <a:lumMod val="75000"/>
                  </a:schemeClr>
                </a:solidFill>
                <a:cs typeface="Arial" panose="020B0604020202020204" pitchFamily="34" charset="0"/>
              </a:rPr>
              <a:t>Comparación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cs typeface="Arial" panose="020B0604020202020204" pitchFamily="34" charset="0"/>
              </a:rPr>
              <a:t>estadística</a:t>
            </a:r>
            <a:endParaRPr lang="es-CL" b="1">
              <a:solidFill>
                <a:schemeClr val="tx1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14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6120-8003-E039-A070-A76FAFEF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/>
              <a:t>Métodos estadísticos para medir diferencias de distribución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847E77A-BFE3-D4DC-8CFA-E122294A5BBD}"/>
              </a:ext>
            </a:extLst>
          </p:cNvPr>
          <p:cNvSpPr txBox="1">
            <a:spLocks/>
          </p:cNvSpPr>
          <p:nvPr/>
        </p:nvSpPr>
        <p:spPr>
          <a:xfrm>
            <a:off x="581193" y="2250892"/>
            <a:ext cx="5393102" cy="536005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just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b="1"/>
              <a:t>Pruebas de hipótesis (p-valores)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9DFE3C-F19F-C211-5F58-75FA530E6F26}"/>
              </a:ext>
            </a:extLst>
          </p:cNvPr>
          <p:cNvSpPr txBox="1">
            <a:spLocks/>
          </p:cNvSpPr>
          <p:nvPr/>
        </p:nvSpPr>
        <p:spPr>
          <a:xfrm>
            <a:off x="581194" y="2935884"/>
            <a:ext cx="5393100" cy="32514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Kolmogorov</a:t>
            </a:r>
            <a:r>
              <a:rPr lang="es-CL" dirty="0"/>
              <a:t>–</a:t>
            </a:r>
            <a:r>
              <a:rPr lang="es-CL" dirty="0" err="1"/>
              <a:t>Smirnov</a:t>
            </a:r>
            <a:r>
              <a:rPr lang="es-CL" dirty="0"/>
              <a:t> (KS)</a:t>
            </a:r>
          </a:p>
          <a:p>
            <a:pPr lvl="1"/>
            <a:r>
              <a:rPr lang="es-CL" sz="1800" dirty="0"/>
              <a:t>Prueba de hipótesis que compara distribuciones acumuladas</a:t>
            </a:r>
          </a:p>
          <a:p>
            <a:pPr lvl="1"/>
            <a:r>
              <a:rPr lang="es-CL" sz="1800" dirty="0"/>
              <a:t>Detecta diferencias abruptas en forma o posición</a:t>
            </a:r>
          </a:p>
          <a:p>
            <a:r>
              <a:rPr lang="es-CL" dirty="0"/>
              <a:t>Mann–Whitney U (MWU)</a:t>
            </a:r>
          </a:p>
          <a:p>
            <a:pPr lvl="1"/>
            <a:r>
              <a:rPr lang="es-CL" sz="1800" dirty="0"/>
              <a:t>Prueba no paramétrica sobre medianas</a:t>
            </a:r>
          </a:p>
          <a:p>
            <a:pPr lvl="1"/>
            <a:r>
              <a:rPr lang="es-CL" sz="1800" dirty="0"/>
              <a:t>Complementa a KS para validar </a:t>
            </a:r>
            <a:r>
              <a:rPr lang="es-CL" sz="1800" i="1" dirty="0" err="1"/>
              <a:t>shifts</a:t>
            </a:r>
            <a:r>
              <a:rPr lang="es-CL" sz="1800" dirty="0"/>
              <a:t> sistemáticos</a:t>
            </a:r>
          </a:p>
          <a:p>
            <a:endParaRPr lang="es-CL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FADFC0-16B5-586A-9A3A-F32743A8CA4D}"/>
              </a:ext>
            </a:extLst>
          </p:cNvPr>
          <p:cNvSpPr txBox="1">
            <a:spLocks/>
          </p:cNvSpPr>
          <p:nvPr/>
        </p:nvSpPr>
        <p:spPr>
          <a:xfrm>
            <a:off x="6217706" y="2250892"/>
            <a:ext cx="5393101" cy="55337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anchor="ctr"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b="1"/>
              <a:t>Métricas de distancia (continuas)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B49864A-0AEC-892B-6D24-818EED0A04B3}"/>
              </a:ext>
            </a:extLst>
          </p:cNvPr>
          <p:cNvSpPr txBox="1">
            <a:spLocks/>
          </p:cNvSpPr>
          <p:nvPr/>
        </p:nvSpPr>
        <p:spPr>
          <a:xfrm>
            <a:off x="6217709" y="2926052"/>
            <a:ext cx="5393100" cy="32514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Population</a:t>
            </a:r>
            <a:r>
              <a:rPr lang="es-CL" dirty="0"/>
              <a:t> </a:t>
            </a:r>
            <a:r>
              <a:rPr lang="es-CL" dirty="0" err="1"/>
              <a:t>Stability</a:t>
            </a:r>
            <a:r>
              <a:rPr lang="es-CL" dirty="0"/>
              <a:t> </a:t>
            </a:r>
            <a:r>
              <a:rPr lang="es-CL" dirty="0" err="1"/>
              <a:t>Index</a:t>
            </a:r>
            <a:r>
              <a:rPr lang="es-CL" dirty="0"/>
              <a:t> (PSI)</a:t>
            </a:r>
          </a:p>
          <a:p>
            <a:pPr lvl="1"/>
            <a:r>
              <a:rPr lang="es-CL" sz="1800" dirty="0"/>
              <a:t>Mide la divergencia entre histogramas</a:t>
            </a:r>
          </a:p>
          <a:p>
            <a:pPr lvl="1"/>
            <a:r>
              <a:rPr lang="es-CL" sz="1800" dirty="0"/>
              <a:t>Ideal para monitoreo continuo de cambios graduales</a:t>
            </a:r>
          </a:p>
          <a:p>
            <a:r>
              <a:rPr lang="es-CL" dirty="0" err="1"/>
              <a:t>Wasserstein</a:t>
            </a:r>
            <a:r>
              <a:rPr lang="es-CL" dirty="0"/>
              <a:t> </a:t>
            </a:r>
            <a:r>
              <a:rPr lang="es-CL" dirty="0" err="1"/>
              <a:t>Distance</a:t>
            </a:r>
            <a:endParaRPr lang="es-CL" dirty="0"/>
          </a:p>
          <a:p>
            <a:pPr lvl="1"/>
            <a:r>
              <a:rPr lang="es-CL" sz="1800" dirty="0"/>
              <a:t>Evalúa la distancia promedio entre cuantiles</a:t>
            </a:r>
          </a:p>
          <a:p>
            <a:pPr lvl="1"/>
            <a:r>
              <a:rPr lang="es-CL" sz="1800" dirty="0"/>
              <a:t>Capta desplazamientos suaves en media y dispersión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28876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2258-5DCB-74B3-AC8D-644FFEDC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PRÓXIMOS PASOS: INTEGRAR, VALIDAR Y MEDIR EL IMPACTO DE LA SOLUCIÓN</a:t>
            </a:r>
            <a:endParaRPr lang="es-CL" sz="2800" b="1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D6DD-510D-6A14-3402-4F48DAA7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10487860" cy="2543904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s-CL">
                <a:latin typeface="Arial" panose="020B0604020202020204" pitchFamily="34" charset="0"/>
                <a:cs typeface="Arial" panose="020B0604020202020204" pitchFamily="34" charset="0"/>
              </a:rPr>
              <a:t>Unificar las métricas de calidad en un reporte automático, integrando </a:t>
            </a:r>
            <a:r>
              <a:rPr lang="es-CL" err="1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es-CL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L" err="1">
                <a:latin typeface="Arial" panose="020B0604020202020204" pitchFamily="34" charset="0"/>
                <a:cs typeface="Arial" panose="020B0604020202020204" pitchFamily="34" charset="0"/>
              </a:rPr>
              <a:t>drift</a:t>
            </a:r>
            <a:endParaRPr lang="es-CL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900">
                <a:latin typeface="Arial" panose="020B0604020202020204" pitchFamily="34" charset="0"/>
                <a:cs typeface="Arial" panose="020B0604020202020204" pitchFamily="34" charset="0"/>
              </a:rPr>
              <a:t>Ajustar umbrales dinámicos por variable y planta, según su comportamiento histórico</a:t>
            </a:r>
            <a:endParaRPr lang="es-CL" sz="1900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>
                <a:latin typeface="Arial" panose="020B0604020202020204" pitchFamily="34" charset="0"/>
                <a:cs typeface="Arial" panose="020B0604020202020204" pitchFamily="34" charset="0"/>
              </a:rPr>
              <a:t>Definir métricas de valor del modelo (frecuencia óptima de reentrenamiento, pérdida de precisión)</a:t>
            </a:r>
          </a:p>
          <a:p>
            <a:r>
              <a:rPr lang="es-CL">
                <a:latin typeface="Arial" panose="020B0604020202020204" pitchFamily="34" charset="0"/>
                <a:cs typeface="Arial" panose="020B0604020202020204" pitchFamily="34" charset="0"/>
              </a:rPr>
              <a:t>Medir el valor operativo real: reducción de reentrenamientos, menor costo de mantenimiento y mayor confiabilidad de los modelos</a:t>
            </a:r>
            <a:endParaRPr lang="es-CL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22041F-AC88-C009-D302-14074DFAB453}"/>
              </a:ext>
            </a:extLst>
          </p:cNvPr>
          <p:cNvSpPr/>
          <p:nvPr/>
        </p:nvSpPr>
        <p:spPr>
          <a:xfrm>
            <a:off x="963986" y="5641069"/>
            <a:ext cx="2497981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Ainwater</a:t>
            </a:r>
            <a:endParaRPr lang="en-US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98FE5E-935E-051C-6F82-83A692640453}"/>
              </a:ext>
            </a:extLst>
          </p:cNvPr>
          <p:cNvSpPr/>
          <p:nvPr/>
        </p:nvSpPr>
        <p:spPr>
          <a:xfrm>
            <a:off x="4379050" y="5641069"/>
            <a:ext cx="288852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Integración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Poseidón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86574E-D9AA-C61B-8A15-9C4009E1B9EF}"/>
              </a:ext>
            </a:extLst>
          </p:cNvPr>
          <p:cNvSpPr/>
          <p:nvPr/>
        </p:nvSpPr>
        <p:spPr>
          <a:xfrm>
            <a:off x="8174357" y="5641069"/>
            <a:ext cx="252773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Medición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Impacto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A7855-E2E1-67CA-51E2-4462AD98FE48}"/>
              </a:ext>
            </a:extLst>
          </p:cNvPr>
          <p:cNvSpPr/>
          <p:nvPr/>
        </p:nvSpPr>
        <p:spPr>
          <a:xfrm>
            <a:off x="4368130" y="4874112"/>
            <a:ext cx="288852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Validación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Técnica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2F3FBD-8500-A020-A04C-CAF01074721C}"/>
              </a:ext>
            </a:extLst>
          </p:cNvPr>
          <p:cNvSpPr/>
          <p:nvPr/>
        </p:nvSpPr>
        <p:spPr>
          <a:xfrm>
            <a:off x="8152519" y="4874112"/>
            <a:ext cx="2549574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Reporte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Unificado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4F39B2-5B0F-01BA-FCF1-2895336BF9D8}"/>
              </a:ext>
            </a:extLst>
          </p:cNvPr>
          <p:cNvSpPr/>
          <p:nvPr/>
        </p:nvSpPr>
        <p:spPr>
          <a:xfrm>
            <a:off x="963986" y="4881217"/>
            <a:ext cx="2497981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Equipo Proyecto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BFAC8EE-3811-733D-4C12-9349C3D8B308}"/>
              </a:ext>
            </a:extLst>
          </p:cNvPr>
          <p:cNvSpPr/>
          <p:nvPr/>
        </p:nvSpPr>
        <p:spPr>
          <a:xfrm>
            <a:off x="3544297" y="5760026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0EB7B4F-56C0-7B9B-4AAD-3E8C032A8ABA}"/>
              </a:ext>
            </a:extLst>
          </p:cNvPr>
          <p:cNvSpPr/>
          <p:nvPr/>
        </p:nvSpPr>
        <p:spPr>
          <a:xfrm>
            <a:off x="7323225" y="5000175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1BBC5E2-FE9E-A863-CB81-2EC2B751FC63}"/>
              </a:ext>
            </a:extLst>
          </p:cNvPr>
          <p:cNvSpPr/>
          <p:nvPr/>
        </p:nvSpPr>
        <p:spPr>
          <a:xfrm>
            <a:off x="7331024" y="5760026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63756C3-9F5D-3799-691A-60A1EFE313B7}"/>
              </a:ext>
            </a:extLst>
          </p:cNvPr>
          <p:cNvSpPr/>
          <p:nvPr/>
        </p:nvSpPr>
        <p:spPr>
          <a:xfrm>
            <a:off x="3528537" y="5000175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884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205B-C18E-B9BF-EEA4-6CC16058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E2A363-01DD-517E-FC2B-3D7CA4E585E5}"/>
              </a:ext>
            </a:extLst>
          </p:cNvPr>
          <p:cNvSpPr txBox="1"/>
          <p:nvPr/>
        </p:nvSpPr>
        <p:spPr>
          <a:xfrm>
            <a:off x="581191" y="4174315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000" b="1"/>
              <a:t>Optimización de modelos predictivos mediante detección de outliers y drift</a:t>
            </a:r>
            <a:endParaRPr lang="en-US" sz="4000" b="1" cap="all" noProof="0">
              <a:ln w="3175" cmpd="sng">
                <a:noFill/>
              </a:ln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32391-B7E4-6BB3-5C4A-D5953E343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67" y="5444479"/>
            <a:ext cx="10993546" cy="5255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1000"/>
              <a:t>Proyecto de Grado Licenciatura en Ingeniería en Ciencia de Datos</a:t>
            </a:r>
          </a:p>
          <a:p>
            <a:pPr algn="ctr">
              <a:lnSpc>
                <a:spcPct val="90000"/>
              </a:lnSpc>
            </a:pPr>
            <a:r>
              <a:rPr lang="en-US" sz="1000" noProof="0"/>
              <a:t>Franco Chiappe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Vicente Garay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Ziyu Guo</a:t>
            </a:r>
          </a:p>
        </p:txBody>
      </p:sp>
      <p:pic>
        <p:nvPicPr>
          <p:cNvPr id="2" name="图片 2" descr="Ainwater - BlueTech Research">
            <a:extLst>
              <a:ext uri="{FF2B5EF4-FFF2-40B4-BE49-F238E27FC236}">
                <a16:creationId xmlns:a16="http://schemas.microsoft.com/office/drawing/2014/main" id="{DA572E46-B2A5-28DD-AA4A-73E1CA767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87" y="723900"/>
            <a:ext cx="10150226" cy="2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81852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Ainwater">
      <a:dk1>
        <a:srgbClr val="3F4B55"/>
      </a:dk1>
      <a:lt1>
        <a:sysClr val="window" lastClr="FFFFFF"/>
      </a:lt1>
      <a:dk2>
        <a:srgbClr val="3F4B55"/>
      </a:dk2>
      <a:lt2>
        <a:srgbClr val="FFFFFF"/>
      </a:lt2>
      <a:accent1>
        <a:srgbClr val="2AA6DD"/>
      </a:accent1>
      <a:accent2>
        <a:srgbClr val="0066B2"/>
      </a:accent2>
      <a:accent3>
        <a:srgbClr val="1795D4"/>
      </a:accent3>
      <a:accent4>
        <a:srgbClr val="BFDDEE"/>
      </a:accent4>
      <a:accent5>
        <a:srgbClr val="9EC6DD"/>
      </a:accent5>
      <a:accent6>
        <a:srgbClr val="D9EAF4"/>
      </a:accent6>
      <a:hlink>
        <a:srgbClr val="2AA6DD"/>
      </a:hlink>
      <a:folHlink>
        <a:srgbClr val="0066B2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D01260-BD54-4710-A9A3-0F94C99179A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0</TotalTime>
  <Words>979</Words>
  <Application>Microsoft Office PowerPoint</Application>
  <PresentationFormat>Widescreen</PresentationFormat>
  <Paragraphs>163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华文中宋</vt:lpstr>
      <vt:lpstr>Aptos</vt:lpstr>
      <vt:lpstr>Arial</vt:lpstr>
      <vt:lpstr>Calibri</vt:lpstr>
      <vt:lpstr>Gill Sans MT</vt:lpstr>
      <vt:lpstr>Wingdings 2</vt:lpstr>
      <vt:lpstr>Dividend</vt:lpstr>
      <vt:lpstr>PowerPoint Presentation</vt:lpstr>
      <vt:lpstr>INTELIGENCIA ARTIFICIAL PARA UNA GESTIÓN EFICIENTE Y SOSTENIBLE DEL AGUA</vt:lpstr>
      <vt:lpstr>Optimizar, predecir y controlar una planta de agua</vt:lpstr>
      <vt:lpstr>CONTROL MANUAL DE DATOS AFECTA LA CONFIABILIDAD DE LOS MODELOS</vt:lpstr>
      <vt:lpstr>DATOS: SERIES DE TIEMPO MULTIVARIABLES DE SENSORES EN PLANTAS DE TRATAMIENTO</vt:lpstr>
      <vt:lpstr>SISTEMA AUTOMÁTICO PARA EVALUAR LA CALIDAD DE DATOS Y MEJORAR LA CONFIABILIDAD DE LOS MODELOS</vt:lpstr>
      <vt:lpstr>IMPLEMENTACIÓN DE MÉTODOS AUTOMÁTICOS PARA DETECTAR ANOMALÍAS EN SERIES DE TIEMPO</vt:lpstr>
      <vt:lpstr>IMPLEMENTACIÓN DE MÉTODOS AUTOMÁTICOS PARA DETECTAR ANOMALÍAS EN SERIES DE TIEMPO</vt:lpstr>
      <vt:lpstr>DETECTAR DRIFT PERMITE MANTENER MODELOS ESTABLES Y EVITAR RETRAINING INNECESARIO</vt:lpstr>
      <vt:lpstr>PowerPoint Presentation</vt:lpstr>
      <vt:lpstr>Métodos estadísticos para medir diferencias de distribución</vt:lpstr>
      <vt:lpstr>PRÓXIMOS PASOS: INTEGRAR, VALIDAR Y MEDIR EL IMPACTO DE LA SOLUCIÓN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Franco Andrés Chiappe Donoso</dc:creator>
  <cp:lastModifiedBy>Franco Andrés Chiappe Donoso</cp:lastModifiedBy>
  <cp:revision>1</cp:revision>
  <dcterms:created xsi:type="dcterms:W3CDTF">2025-08-15T20:44:23Z</dcterms:created>
  <dcterms:modified xsi:type="dcterms:W3CDTF">2025-10-30T14:20:23Z</dcterms:modified>
</cp:coreProperties>
</file>