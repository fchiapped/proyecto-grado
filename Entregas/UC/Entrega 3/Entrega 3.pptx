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10_83A6EC48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78" r:id="rId1"/>
  </p:sldMasterIdLst>
  <p:notesMasterIdLst>
    <p:notesMasterId r:id="rId15"/>
  </p:notesMasterIdLst>
  <p:sldIdLst>
    <p:sldId id="305" r:id="rId2"/>
    <p:sldId id="302" r:id="rId3"/>
    <p:sldId id="309" r:id="rId4"/>
    <p:sldId id="301" r:id="rId5"/>
    <p:sldId id="272" r:id="rId6"/>
    <p:sldId id="308" r:id="rId7"/>
    <p:sldId id="273" r:id="rId8"/>
    <p:sldId id="314" r:id="rId9"/>
    <p:sldId id="315" r:id="rId10"/>
    <p:sldId id="306" r:id="rId11"/>
    <p:sldId id="318" r:id="rId12"/>
    <p:sldId id="283" r:id="rId13"/>
    <p:sldId id="32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8D6C189-CBC5-434C-8B8A-1B7C83F66523}">
          <p14:sldIdLst>
            <p14:sldId id="305"/>
          </p14:sldIdLst>
        </p14:section>
        <p14:section name="Presentación" id="{638E7A3F-086E-49F8-9963-E166E048D7EF}">
          <p14:sldIdLst>
            <p14:sldId id="302"/>
            <p14:sldId id="309"/>
          </p14:sldIdLst>
        </p14:section>
        <p14:section name="Problema" id="{36770B6C-990C-452F-A852-D413C0048FFE}">
          <p14:sldIdLst>
            <p14:sldId id="301"/>
          </p14:sldIdLst>
        </p14:section>
        <p14:section name="Datos" id="{997ABD79-BB39-451C-AC7C-6F2FD9DF77B9}">
          <p14:sldIdLst>
            <p14:sldId id="272"/>
          </p14:sldIdLst>
        </p14:section>
        <p14:section name="Solución Propuesta" id="{65D40889-F279-4E01-9918-4C72936BA9BD}">
          <p14:sldIdLst>
            <p14:sldId id="308"/>
          </p14:sldIdLst>
        </p14:section>
        <p14:section name="Solución Propuesta (Outliers)" id="{0C6AC583-512F-4A1B-90B3-7CFBA15658B0}">
          <p14:sldIdLst>
            <p14:sldId id="273"/>
            <p14:sldId id="314"/>
          </p14:sldIdLst>
        </p14:section>
        <p14:section name="Solución Propuesta (Drift)" id="{9C3AAD4B-3A70-43F8-A017-6BD1E4126342}">
          <p14:sldIdLst>
            <p14:sldId id="315"/>
            <p14:sldId id="306"/>
            <p14:sldId id="318"/>
          </p14:sldIdLst>
        </p14:section>
        <p14:section name="Proximos Pasos" id="{E9DBC527-1375-4098-9759-AFDA6E422BD5}">
          <p14:sldIdLst>
            <p14:sldId id="283"/>
            <p14:sldId id="32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465FD63-F91C-AD9C-A710-EEEA23880529}" name="Ziyu Guo ." initials="Z." userId="S::ziyuguo@uc.cl::5d0ee9bc-099e-4375-8de4-b9df224602ff" providerId="AD"/>
  <p188:author id="{76E1BA84-509A-CEFD-2DD6-BB5F7A5237BB}" name="Luis Cristóbal Rojas González" initials="LG" userId="S::luis.rojas@uc.cl::77fcfdbb-4eb8-44ac-acf7-9e4e5cd1838a" providerId="AD"/>
  <p188:author id="{7A9A41B8-83B5-7003-3082-961487D97213}" name="Franco Andrés Chiappe Donoso" initials="FC" userId="S::fchiappe@uc.cl::952ef6fb-7da9-433b-9cb5-ab1c1c91cce3" providerId="AD"/>
  <p188:author id="{A9F27DEE-20FD-0B97-634A-A122D0C9E633}" name="Joaquín Alonso Cabello Parra" initials="JACP" userId="S::jcabelloparra@uc.cl::34b43d23-d1ac-4a0b-8433-f6f5ea75542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D99"/>
    <a:srgbClr val="0069FF"/>
    <a:srgbClr val="2AA6DD"/>
    <a:srgbClr val="FFFFFF"/>
    <a:srgbClr val="FFB334"/>
    <a:srgbClr val="426FBF"/>
    <a:srgbClr val="3F4B55"/>
    <a:srgbClr val="303E48"/>
    <a:srgbClr val="0666BB"/>
    <a:srgbClr val="096A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77AE1-408B-4898-A759-F38319DC4B0E}" v="90" dt="2025-11-07T16:01:10.554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ente Alfredo Garay Robertson" userId="S::vicente.garay@uc.cl::78783c43-e97e-49e6-a0de-64154ae66e65" providerId="AD" clId="Web-{79789B96-3DC9-0542-6205-3C6440AC07DC}"/>
    <pc:docChg chg="sldOrd">
      <pc:chgData name="Vicente Alfredo Garay Robertson" userId="S::vicente.garay@uc.cl::78783c43-e97e-49e6-a0de-64154ae66e65" providerId="AD" clId="Web-{79789B96-3DC9-0542-6205-3C6440AC07DC}" dt="2025-10-30T01:18:07.983" v="0"/>
      <pc:docMkLst>
        <pc:docMk/>
      </pc:docMkLst>
    </pc:docChg>
  </pc:docChgLst>
  <pc:docChgLst>
    <pc:chgData name="Ziyu Guo ." userId="S::ziyuguo@uc.cl::5d0ee9bc-099e-4375-8de4-b9df224602ff" providerId="AD" clId="Web-{0808568B-4248-7334-1BF1-ABB161FFBFC4}"/>
    <pc:docChg chg="addSld delSld modSld modSection">
      <pc:chgData name="Ziyu Guo ." userId="S::ziyuguo@uc.cl::5d0ee9bc-099e-4375-8de4-b9df224602ff" providerId="AD" clId="Web-{0808568B-4248-7334-1BF1-ABB161FFBFC4}" dt="2025-10-30T01:56:53.084" v="512" actId="14100"/>
      <pc:docMkLst>
        <pc:docMk/>
      </pc:docMkLst>
    </pc:docChg>
  </pc:docChgLst>
  <pc:docChgLst>
    <pc:chgData name="Franco Andrés Chiappe Donoso" userId="952ef6fb-7da9-433b-9cb5-ab1c1c91cce3" providerId="ADAL" clId="{D482683E-DF45-4BA1-B60E-919AB3CEA91E}"/>
    <pc:docChg chg="undo redo custSel addSld delSld modSld sldOrd modMainMaster delSection modSection">
      <pc:chgData name="Franco Andrés Chiappe Donoso" userId="952ef6fb-7da9-433b-9cb5-ab1c1c91cce3" providerId="ADAL" clId="{D482683E-DF45-4BA1-B60E-919AB3CEA91E}" dt="2025-11-07T15:46:31.024" v="1508" actId="166"/>
      <pc:docMkLst>
        <pc:docMk/>
      </pc:docMkLst>
      <pc:sldChg chg="modSp mod">
        <pc:chgData name="Franco Andrés Chiappe Donoso" userId="952ef6fb-7da9-433b-9cb5-ab1c1c91cce3" providerId="ADAL" clId="{D482683E-DF45-4BA1-B60E-919AB3CEA91E}" dt="2025-11-07T15:41:05.736" v="1461" actId="16037"/>
        <pc:sldMkLst>
          <pc:docMk/>
          <pc:sldMk cId="2208754760" sldId="272"/>
        </pc:sldMkLst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208754760" sldId="272"/>
            <ac:spMk id="2" creationId="{74F82A4A-8CAF-9DE4-3B6F-2AD1DC69B116}"/>
          </ac:spMkLst>
        </pc:spChg>
        <pc:spChg chg="mod">
          <ac:chgData name="Franco Andrés Chiappe Donoso" userId="952ef6fb-7da9-433b-9cb5-ab1c1c91cce3" providerId="ADAL" clId="{D482683E-DF45-4BA1-B60E-919AB3CEA91E}" dt="2025-11-07T15:41:05.736" v="1461" actId="16037"/>
          <ac:spMkLst>
            <pc:docMk/>
            <pc:sldMk cId="2208754760" sldId="272"/>
            <ac:spMk id="3" creationId="{34A3DB8F-F650-2650-3478-AD025A8F607A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208754760" sldId="272"/>
            <ac:spMk id="9" creationId="{81C39BF1-757C-52D0-2C5B-7AEC6BDE5135}"/>
          </ac:spMkLst>
        </pc:spChg>
      </pc:sldChg>
      <pc:sldChg chg="addSp delSp modSp mod">
        <pc:chgData name="Franco Andrés Chiappe Donoso" userId="952ef6fb-7da9-433b-9cb5-ab1c1c91cce3" providerId="ADAL" clId="{D482683E-DF45-4BA1-B60E-919AB3CEA91E}" dt="2025-11-07T15:44:57.154" v="1499" actId="242"/>
        <pc:sldMkLst>
          <pc:docMk/>
          <pc:sldMk cId="1453617272" sldId="273"/>
        </pc:sldMkLst>
        <pc:spChg chg="mod">
          <ac:chgData name="Franco Andrés Chiappe Donoso" userId="952ef6fb-7da9-433b-9cb5-ab1c1c91cce3" providerId="ADAL" clId="{D482683E-DF45-4BA1-B60E-919AB3CEA91E}" dt="2025-10-30T01:48:31.318" v="1134" actId="1076"/>
          <ac:spMkLst>
            <pc:docMk/>
            <pc:sldMk cId="1453617272" sldId="273"/>
            <ac:spMk id="3" creationId="{46C2D0EA-90D1-BC37-B26E-AF8CE5AEA162}"/>
          </ac:spMkLst>
        </pc:spChg>
        <pc:spChg chg="mod">
          <ac:chgData name="Franco Andrés Chiappe Donoso" userId="952ef6fb-7da9-433b-9cb5-ab1c1c91cce3" providerId="ADAL" clId="{D482683E-DF45-4BA1-B60E-919AB3CEA91E}" dt="2025-11-07T15:11:20.534" v="1378" actId="12"/>
          <ac:spMkLst>
            <pc:docMk/>
            <pc:sldMk cId="1453617272" sldId="273"/>
            <ac:spMk id="4" creationId="{5E811C5F-0E93-1E2D-2BB4-5CF0B8085898}"/>
          </ac:spMkLst>
        </pc:spChg>
        <pc:spChg chg="add del">
          <ac:chgData name="Franco Andrés Chiappe Donoso" userId="952ef6fb-7da9-433b-9cb5-ab1c1c91cce3" providerId="ADAL" clId="{D482683E-DF45-4BA1-B60E-919AB3CEA91E}" dt="2025-11-07T15:43:13.142" v="1479" actId="22"/>
          <ac:spMkLst>
            <pc:docMk/>
            <pc:sldMk cId="1453617272" sldId="273"/>
            <ac:spMk id="6" creationId="{B01D1F95-402B-3293-6A29-7574FD84020C}"/>
          </ac:spMkLst>
        </pc:spChg>
        <pc:spChg chg="add mod">
          <ac:chgData name="Franco Andrés Chiappe Donoso" userId="952ef6fb-7da9-433b-9cb5-ab1c1c91cce3" providerId="ADAL" clId="{D482683E-DF45-4BA1-B60E-919AB3CEA91E}" dt="2025-11-07T14:39:59.097" v="1258"/>
          <ac:spMkLst>
            <pc:docMk/>
            <pc:sldMk cId="1453617272" sldId="273"/>
            <ac:spMk id="7" creationId="{0E84B3CD-23EA-42AD-279C-061A4BA52202}"/>
          </ac:spMkLst>
        </pc:spChg>
        <pc:spChg chg="add mod">
          <ac:chgData name="Franco Andrés Chiappe Donoso" userId="952ef6fb-7da9-433b-9cb5-ab1c1c91cce3" providerId="ADAL" clId="{D482683E-DF45-4BA1-B60E-919AB3CEA91E}" dt="2025-11-07T15:44:57.154" v="1499" actId="242"/>
          <ac:spMkLst>
            <pc:docMk/>
            <pc:sldMk cId="1453617272" sldId="273"/>
            <ac:spMk id="7" creationId="{D172A7BF-3A04-5985-F92E-5ED2D23C254A}"/>
          </ac:spMkLst>
        </pc:spChg>
        <pc:spChg chg="add del">
          <ac:chgData name="Franco Andrés Chiappe Donoso" userId="952ef6fb-7da9-433b-9cb5-ab1c1c91cce3" providerId="ADAL" clId="{D482683E-DF45-4BA1-B60E-919AB3CEA91E}" dt="2025-11-07T14:43:33.258" v="1280" actId="478"/>
          <ac:spMkLst>
            <pc:docMk/>
            <pc:sldMk cId="1453617272" sldId="273"/>
            <ac:spMk id="8" creationId="{E7DF748C-8034-24C8-0FE6-843A7D2B7DC2}"/>
          </ac:spMkLst>
        </pc:spChg>
        <pc:spChg chg="add del">
          <ac:chgData name="Franco Andrés Chiappe Donoso" userId="952ef6fb-7da9-433b-9cb5-ab1c1c91cce3" providerId="ADAL" clId="{D482683E-DF45-4BA1-B60E-919AB3CEA91E}" dt="2025-11-07T14:43:33.258" v="1280" actId="478"/>
          <ac:spMkLst>
            <pc:docMk/>
            <pc:sldMk cId="1453617272" sldId="273"/>
            <ac:spMk id="9" creationId="{FF51075F-961A-E433-ADD3-0DB5F7A3827C}"/>
          </ac:spMkLst>
        </pc:spChg>
        <pc:spChg chg="add del mod">
          <ac:chgData name="Franco Andrés Chiappe Donoso" userId="952ef6fb-7da9-433b-9cb5-ab1c1c91cce3" providerId="ADAL" clId="{D482683E-DF45-4BA1-B60E-919AB3CEA91E}" dt="2025-11-07T14:43:06.807" v="1278"/>
          <ac:spMkLst>
            <pc:docMk/>
            <pc:sldMk cId="1453617272" sldId="273"/>
            <ac:spMk id="10" creationId="{0D66A004-A512-A9FF-A813-C5C7C126580D}"/>
          </ac:spMkLst>
        </pc:spChg>
        <pc:spChg chg="add mod">
          <ac:chgData name="Franco Andrés Chiappe Donoso" userId="952ef6fb-7da9-433b-9cb5-ab1c1c91cce3" providerId="ADAL" clId="{D482683E-DF45-4BA1-B60E-919AB3CEA91E}" dt="2025-11-07T14:42:55.605" v="1275"/>
          <ac:spMkLst>
            <pc:docMk/>
            <pc:sldMk cId="1453617272" sldId="273"/>
            <ac:spMk id="11" creationId="{FF51075F-961A-E433-ADD3-0DB5F7A3827C}"/>
          </ac:spMkLst>
        </pc:spChg>
        <pc:spChg chg="add del mod">
          <ac:chgData name="Franco Andrés Chiappe Donoso" userId="952ef6fb-7da9-433b-9cb5-ab1c1c91cce3" providerId="ADAL" clId="{D482683E-DF45-4BA1-B60E-919AB3CEA91E}" dt="2025-11-07T15:15:00.269" v="1394" actId="478"/>
          <ac:spMkLst>
            <pc:docMk/>
            <pc:sldMk cId="1453617272" sldId="273"/>
            <ac:spMk id="12" creationId="{0EA67A78-93C8-858B-6343-C3486BE3891E}"/>
          </ac:spMkLst>
        </pc:spChg>
        <pc:spChg chg="del mod">
          <ac:chgData name="Franco Andrés Chiappe Donoso" userId="952ef6fb-7da9-433b-9cb5-ab1c1c91cce3" providerId="ADAL" clId="{D482683E-DF45-4BA1-B60E-919AB3CEA91E}" dt="2025-11-07T15:43:28.044" v="1483" actId="478"/>
          <ac:spMkLst>
            <pc:docMk/>
            <pc:sldMk cId="1453617272" sldId="273"/>
            <ac:spMk id="13" creationId="{4FCA1056-F0AA-07E5-60C9-9C6E6D2839AD}"/>
          </ac:spMkLst>
        </pc:spChg>
        <pc:spChg chg="add del mod">
          <ac:chgData name="Franco Andrés Chiappe Donoso" userId="952ef6fb-7da9-433b-9cb5-ab1c1c91cce3" providerId="ADAL" clId="{D482683E-DF45-4BA1-B60E-919AB3CEA91E}" dt="2025-11-07T15:15:00.269" v="1394" actId="478"/>
          <ac:spMkLst>
            <pc:docMk/>
            <pc:sldMk cId="1453617272" sldId="273"/>
            <ac:spMk id="15" creationId="{591B7918-EB34-43D1-A9CB-90905D1F81C9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453617272" sldId="273"/>
            <ac:spMk id="27" creationId="{889F3FD5-5F2C-34DF-0059-344E6263B790}"/>
          </ac:spMkLst>
        </pc:spChg>
      </pc:sldChg>
      <pc:sldChg chg="modSp mod">
        <pc:chgData name="Franco Andrés Chiappe Donoso" userId="952ef6fb-7da9-433b-9cb5-ab1c1c91cce3" providerId="ADAL" clId="{D482683E-DF45-4BA1-B60E-919AB3CEA91E}" dt="2025-11-07T15:39:25.213" v="1453"/>
        <pc:sldMkLst>
          <pc:docMk/>
          <pc:sldMk cId="1048840110" sldId="283"/>
        </pc:sldMkLst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048840110" sldId="283"/>
            <ac:spMk id="2" creationId="{45C52258-5DCB-74B3-AC8D-644FFEDC4360}"/>
          </ac:spMkLst>
        </pc:spChg>
        <pc:spChg chg="mod">
          <ac:chgData name="Franco Andrés Chiappe Donoso" userId="952ef6fb-7da9-433b-9cb5-ab1c1c91cce3" providerId="ADAL" clId="{D482683E-DF45-4BA1-B60E-919AB3CEA91E}" dt="2025-11-07T15:39:23.994" v="1451"/>
          <ac:spMkLst>
            <pc:docMk/>
            <pc:sldMk cId="1048840110" sldId="283"/>
            <ac:spMk id="3" creationId="{26A3D6DD-510D-6A14-3402-4F48DAA77B5B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048840110" sldId="283"/>
            <ac:spMk id="8" creationId="{EA346C17-CC74-5834-82CF-8A8BC89111B2}"/>
          </ac:spMkLst>
        </pc:spChg>
      </pc:sldChg>
      <pc:sldChg chg="addSp delSp modSp mod modCm">
        <pc:chgData name="Franco Andrés Chiappe Donoso" userId="952ef6fb-7da9-433b-9cb5-ab1c1c91cce3" providerId="ADAL" clId="{D482683E-DF45-4BA1-B60E-919AB3CEA91E}" dt="2025-11-07T15:43:57.797" v="1488" actId="242"/>
        <pc:sldMkLst>
          <pc:docMk/>
          <pc:sldMk cId="1435351318" sldId="301"/>
        </pc:sldMkLst>
        <pc:spChg chg="mod">
          <ac:chgData name="Franco Andrés Chiappe Donoso" userId="952ef6fb-7da9-433b-9cb5-ab1c1c91cce3" providerId="ADAL" clId="{D482683E-DF45-4BA1-B60E-919AB3CEA91E}" dt="2025-11-07T15:43:57.797" v="1488" actId="242"/>
          <ac:spMkLst>
            <pc:docMk/>
            <pc:sldMk cId="1435351318" sldId="301"/>
            <ac:spMk id="2" creationId="{5937D349-F3D3-8D07-2B10-26188A94F97B}"/>
          </ac:spMkLst>
        </pc:spChg>
        <pc:spChg chg="add mod">
          <ac:chgData name="Franco Andrés Chiappe Donoso" userId="952ef6fb-7da9-433b-9cb5-ab1c1c91cce3" providerId="ADAL" clId="{D482683E-DF45-4BA1-B60E-919AB3CEA91E}" dt="2025-11-07T15:11:03.953" v="1377" actId="12"/>
          <ac:spMkLst>
            <pc:docMk/>
            <pc:sldMk cId="1435351318" sldId="301"/>
            <ac:spMk id="7" creationId="{E88CA7DA-E5A8-E119-CD47-9E027147249A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435351318" sldId="301"/>
            <ac:spMk id="9" creationId="{49739763-0837-C777-A24B-7E1CCED5CFA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Franco Andrés Chiappe Donoso" userId="952ef6fb-7da9-433b-9cb5-ab1c1c91cce3" providerId="ADAL" clId="{D482683E-DF45-4BA1-B60E-919AB3CEA91E}" dt="2025-10-30T01:45:56.659" v="1127" actId="478"/>
              <pc2:cmMkLst xmlns:pc2="http://schemas.microsoft.com/office/powerpoint/2019/9/main/command">
                <pc:docMk/>
                <pc:sldMk cId="1435351318" sldId="301"/>
                <pc2:cmMk id="{973E605F-4F95-43DB-9723-CF12F3697A57}"/>
              </pc2:cmMkLst>
            </pc226:cmChg>
          </p:ext>
        </pc:extLst>
      </pc:sldChg>
      <pc:sldChg chg="addSp delSp modSp mod">
        <pc:chgData name="Franco Andrés Chiappe Donoso" userId="952ef6fb-7da9-433b-9cb5-ab1c1c91cce3" providerId="ADAL" clId="{D482683E-DF45-4BA1-B60E-919AB3CEA91E}" dt="2025-11-07T15:43:44.828" v="1487" actId="242"/>
        <pc:sldMkLst>
          <pc:docMk/>
          <pc:sldMk cId="1503279884" sldId="302"/>
        </pc:sldMkLst>
        <pc:spChg chg="mod">
          <ac:chgData name="Franco Andrés Chiappe Donoso" userId="952ef6fb-7da9-433b-9cb5-ab1c1c91cce3" providerId="ADAL" clId="{D482683E-DF45-4BA1-B60E-919AB3CEA91E}" dt="2025-11-07T15:43:44.828" v="1487" actId="242"/>
          <ac:spMkLst>
            <pc:docMk/>
            <pc:sldMk cId="1503279884" sldId="302"/>
            <ac:spMk id="2" creationId="{CC6B04BF-FBB0-590D-5E8D-127AECABBD92}"/>
          </ac:spMkLst>
        </pc:spChg>
        <pc:spChg chg="add del mod">
          <ac:chgData name="Franco Andrés Chiappe Donoso" userId="952ef6fb-7da9-433b-9cb5-ab1c1c91cce3" providerId="ADAL" clId="{D482683E-DF45-4BA1-B60E-919AB3CEA91E}" dt="2025-11-07T15:08:38.920" v="1372" actId="207"/>
          <ac:spMkLst>
            <pc:docMk/>
            <pc:sldMk cId="1503279884" sldId="302"/>
            <ac:spMk id="5" creationId="{35A23D5A-DE76-E82E-39D7-F04EC43E704F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6" creationId="{71FDD230-9297-89A9-1083-C732A196E681}"/>
          </ac:spMkLst>
        </pc:spChg>
        <pc:spChg chg="add del mod">
          <ac:chgData name="Franco Andrés Chiappe Donoso" userId="952ef6fb-7da9-433b-9cb5-ab1c1c91cce3" providerId="ADAL" clId="{D482683E-DF45-4BA1-B60E-919AB3CEA91E}" dt="2025-11-07T14:46:19.210" v="1334" actId="478"/>
          <ac:spMkLst>
            <pc:docMk/>
            <pc:sldMk cId="1503279884" sldId="302"/>
            <ac:spMk id="10" creationId="{B6D4394D-7EB0-F24C-705C-0A3E4F01423F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503279884" sldId="302"/>
            <ac:spMk id="12" creationId="{F5D28EF2-7083-7897-10C5-7BA6AAAEEE03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14" creationId="{BC983D99-4283-F165-8C2F-213CE62D3D4F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29" creationId="{371F8149-79BD-D771-985A-1C532C8912FD}"/>
          </ac:spMkLst>
        </pc:spChg>
        <pc:graphicFrameChg chg="add del">
          <ac:chgData name="Franco Andrés Chiappe Donoso" userId="952ef6fb-7da9-433b-9cb5-ab1c1c91cce3" providerId="ADAL" clId="{D482683E-DF45-4BA1-B60E-919AB3CEA91E}" dt="2025-11-07T15:08:33.386" v="1362" actId="26606"/>
          <ac:graphicFrameMkLst>
            <pc:docMk/>
            <pc:sldMk cId="1503279884" sldId="302"/>
            <ac:graphicFrameMk id="1028" creationId="{8B58EA95-26F6-BDF3-6375-BF999D5CF01F}"/>
          </ac:graphicFrameMkLst>
        </pc:graphicFrameChg>
        <pc:graphicFrameChg chg="add del">
          <ac:chgData name="Franco Andrés Chiappe Donoso" userId="952ef6fb-7da9-433b-9cb5-ab1c1c91cce3" providerId="ADAL" clId="{D482683E-DF45-4BA1-B60E-919AB3CEA91E}" dt="2025-11-07T15:08:35.321" v="1364" actId="26606"/>
          <ac:graphicFrameMkLst>
            <pc:docMk/>
            <pc:sldMk cId="1503279884" sldId="302"/>
            <ac:graphicFrameMk id="1030" creationId="{45793A7F-0087-EE80-E100-D7824597D449}"/>
          </ac:graphicFrameMkLst>
        </pc:graphicFrameChg>
        <pc:graphicFrameChg chg="add del">
          <ac:chgData name="Franco Andrés Chiappe Donoso" userId="952ef6fb-7da9-433b-9cb5-ab1c1c91cce3" providerId="ADAL" clId="{D482683E-DF45-4BA1-B60E-919AB3CEA91E}" dt="2025-11-07T15:08:35.947" v="1366" actId="26606"/>
          <ac:graphicFrameMkLst>
            <pc:docMk/>
            <pc:sldMk cId="1503279884" sldId="302"/>
            <ac:graphicFrameMk id="1032" creationId="{F29B7B81-0C7A-62B8-C5DE-0E9B5678E119}"/>
          </ac:graphicFrameMkLst>
        </pc:graphicFrameChg>
        <pc:graphicFrameChg chg="add del">
          <ac:chgData name="Franco Andrés Chiappe Donoso" userId="952ef6fb-7da9-433b-9cb5-ab1c1c91cce3" providerId="ADAL" clId="{D482683E-DF45-4BA1-B60E-919AB3CEA91E}" dt="2025-11-07T15:08:36.629" v="1368" actId="26606"/>
          <ac:graphicFrameMkLst>
            <pc:docMk/>
            <pc:sldMk cId="1503279884" sldId="302"/>
            <ac:graphicFrameMk id="1034" creationId="{7BEAAA8F-5C5E-1663-A38E-E2CD74AD3FB6}"/>
          </ac:graphicFrameMkLst>
        </pc:graphicFrameChg>
        <pc:graphicFrameChg chg="add del">
          <ac:chgData name="Franco Andrés Chiappe Donoso" userId="952ef6fb-7da9-433b-9cb5-ab1c1c91cce3" providerId="ADAL" clId="{D482683E-DF45-4BA1-B60E-919AB3CEA91E}" dt="2025-11-07T15:08:37.496" v="1370" actId="26606"/>
          <ac:graphicFrameMkLst>
            <pc:docMk/>
            <pc:sldMk cId="1503279884" sldId="302"/>
            <ac:graphicFrameMk id="1036" creationId="{8B58EA95-26F6-BDF3-6375-BF999D5CF01F}"/>
          </ac:graphicFrameMkLst>
        </pc:graphicFrameChg>
        <pc:picChg chg="add del mod">
          <ac:chgData name="Franco Andrés Chiappe Donoso" userId="952ef6fb-7da9-433b-9cb5-ab1c1c91cce3" providerId="ADAL" clId="{D482683E-DF45-4BA1-B60E-919AB3CEA91E}" dt="2025-11-07T15:02:08.293" v="1344" actId="21"/>
          <ac:picMkLst>
            <pc:docMk/>
            <pc:sldMk cId="1503279884" sldId="302"/>
            <ac:picMk id="11" creationId="{9F97C14F-00BE-F9FA-99EE-7BEB8B96778A}"/>
          </ac:picMkLst>
        </pc:picChg>
        <pc:picChg chg="mod">
          <ac:chgData name="Franco Andrés Chiappe Donoso" userId="952ef6fb-7da9-433b-9cb5-ab1c1c91cce3" providerId="ADAL" clId="{D482683E-DF45-4BA1-B60E-919AB3CEA91E}" dt="2025-10-30T02:04:03.612" v="1215" actId="1036"/>
          <ac:picMkLst>
            <pc:docMk/>
            <pc:sldMk cId="1503279884" sldId="302"/>
            <ac:picMk id="25" creationId="{1DDD4C1F-D94C-98C2-F569-3C7D58949398}"/>
          </ac:picMkLst>
        </pc:picChg>
        <pc:picChg chg="mod">
          <ac:chgData name="Franco Andrés Chiappe Donoso" userId="952ef6fb-7da9-433b-9cb5-ab1c1c91cce3" providerId="ADAL" clId="{D482683E-DF45-4BA1-B60E-919AB3CEA91E}" dt="2025-10-30T02:04:03.612" v="1215" actId="1036"/>
          <ac:picMkLst>
            <pc:docMk/>
            <pc:sldMk cId="1503279884" sldId="302"/>
            <ac:picMk id="1026" creationId="{0A825D96-E9C1-CEF6-FFDD-F0ACF50DEE83}"/>
          </ac:picMkLst>
        </pc:picChg>
      </pc:sldChg>
      <pc:sldChg chg="addSp delSp modSp mod setBg delDesignElem">
        <pc:chgData name="Franco Andrés Chiappe Donoso" userId="952ef6fb-7da9-433b-9cb5-ab1c1c91cce3" providerId="ADAL" clId="{D482683E-DF45-4BA1-B60E-919AB3CEA91E}" dt="2025-11-07T15:41:39.240" v="1469" actId="255"/>
        <pc:sldMkLst>
          <pc:docMk/>
          <pc:sldMk cId="817429082" sldId="305"/>
        </pc:sldMkLst>
        <pc:spChg chg="mod">
          <ac:chgData name="Franco Andrés Chiappe Donoso" userId="952ef6fb-7da9-433b-9cb5-ab1c1c91cce3" providerId="ADAL" clId="{D482683E-DF45-4BA1-B60E-919AB3CEA91E}" dt="2025-11-07T15:41:39.240" v="1469" actId="255"/>
          <ac:spMkLst>
            <pc:docMk/>
            <pc:sldMk cId="817429082" sldId="305"/>
            <ac:spMk id="3" creationId="{117BF3F8-6A2D-6314-A70D-F0D60EAD9D21}"/>
          </ac:spMkLst>
        </pc:spChg>
        <pc:spChg chg="mod">
          <ac:chgData name="Franco Andrés Chiappe Donoso" userId="952ef6fb-7da9-433b-9cb5-ab1c1c91cce3" providerId="ADAL" clId="{D482683E-DF45-4BA1-B60E-919AB3CEA91E}" dt="2025-11-07T15:35:19.155" v="1427" actId="26606"/>
          <ac:spMkLst>
            <pc:docMk/>
            <pc:sldMk cId="817429082" sldId="305"/>
            <ac:spMk id="6" creationId="{AF454EC2-1493-F15B-2A88-D5B0AA9844BC}"/>
          </ac:spMkLst>
        </pc:spChg>
        <pc:spChg chg="add del">
          <ac:chgData name="Franco Andrés Chiappe Donoso" userId="952ef6fb-7da9-433b-9cb5-ab1c1c91cce3" providerId="ADAL" clId="{D482683E-DF45-4BA1-B60E-919AB3CEA91E}" dt="2025-11-07T15:35:19.155" v="1427" actId="26606"/>
          <ac:spMkLst>
            <pc:docMk/>
            <pc:sldMk cId="817429082" sldId="305"/>
            <ac:spMk id="8" creationId="{A3BAF07C-C39E-42EB-BB22-8D46691D9735}"/>
          </ac:spMkLst>
        </pc:spChg>
        <pc:spChg chg="add del">
          <ac:chgData name="Franco Andrés Chiappe Donoso" userId="952ef6fb-7da9-433b-9cb5-ab1c1c91cce3" providerId="ADAL" clId="{D482683E-DF45-4BA1-B60E-919AB3CEA91E}" dt="2025-11-07T15:27:53.481" v="1419"/>
          <ac:spMkLst>
            <pc:docMk/>
            <pc:sldMk cId="817429082" sldId="305"/>
            <ac:spMk id="11" creationId="{D0AE6E20-272B-4965-A636-4C47C90BBAD6}"/>
          </ac:spMkLst>
        </pc:spChg>
        <pc:spChg chg="add del">
          <ac:chgData name="Franco Andrés Chiappe Donoso" userId="952ef6fb-7da9-433b-9cb5-ab1c1c91cce3" providerId="ADAL" clId="{D482683E-DF45-4BA1-B60E-919AB3CEA91E}" dt="2025-11-07T15:35:19.155" v="1427" actId="26606"/>
          <ac:spMkLst>
            <pc:docMk/>
            <pc:sldMk cId="817429082" sldId="305"/>
            <ac:spMk id="34" creationId="{A7795DFA-888F-47E2-B44E-DE1D3B3E46A4}"/>
          </ac:spMkLst>
        </pc:spChg>
        <pc:grpChg chg="add del">
          <ac:chgData name="Franco Andrés Chiappe Donoso" userId="952ef6fb-7da9-433b-9cb5-ab1c1c91cce3" providerId="ADAL" clId="{D482683E-DF45-4BA1-B60E-919AB3CEA91E}" dt="2025-11-07T15:35:19.155" v="1427" actId="26606"/>
          <ac:grpSpMkLst>
            <pc:docMk/>
            <pc:sldMk cId="817429082" sldId="305"/>
            <ac:grpSpMk id="13" creationId="{D8E9CF54-0466-4261-9E62-0249E60E1886}"/>
          </ac:grpSpMkLst>
        </pc:grpChg>
        <pc:picChg chg="del mod">
          <ac:chgData name="Franco Andrés Chiappe Donoso" userId="952ef6fb-7da9-433b-9cb5-ab1c1c91cce3" providerId="ADAL" clId="{D482683E-DF45-4BA1-B60E-919AB3CEA91E}" dt="2025-11-07T15:02:11.879" v="1346" actId="478"/>
          <ac:picMkLst>
            <pc:docMk/>
            <pc:sldMk cId="817429082" sldId="305"/>
            <ac:picMk id="2" creationId="{52238C76-54F7-44F0-A407-24432A21F78B}"/>
          </ac:picMkLst>
        </pc:picChg>
        <pc:picChg chg="add mod">
          <ac:chgData name="Franco Andrés Chiappe Donoso" userId="952ef6fb-7da9-433b-9cb5-ab1c1c91cce3" providerId="ADAL" clId="{D482683E-DF45-4BA1-B60E-919AB3CEA91E}" dt="2025-11-07T15:41:22.611" v="1465" actId="1076"/>
          <ac:picMkLst>
            <pc:docMk/>
            <pc:sldMk cId="817429082" sldId="305"/>
            <ac:picMk id="4" creationId="{9F97C14F-00BE-F9FA-99EE-7BEB8B96778A}"/>
          </ac:picMkLst>
        </pc:picChg>
      </pc:sldChg>
      <pc:sldChg chg="addSp delSp modSp mod modClrScheme chgLayout">
        <pc:chgData name="Franco Andrés Chiappe Donoso" userId="952ef6fb-7da9-433b-9cb5-ab1c1c91cce3" providerId="ADAL" clId="{D482683E-DF45-4BA1-B60E-919AB3CEA91E}" dt="2025-11-07T15:42:52.407" v="1477"/>
        <pc:sldMkLst>
          <pc:docMk/>
          <pc:sldMk cId="2664914889" sldId="306"/>
        </pc:sldMkLst>
        <pc:spChg chg="add mod">
          <ac:chgData name="Franco Andrés Chiappe Donoso" userId="952ef6fb-7da9-433b-9cb5-ab1c1c91cce3" providerId="ADAL" clId="{D482683E-DF45-4BA1-B60E-919AB3CEA91E}" dt="2025-11-07T15:42:52.407" v="1477"/>
          <ac:spMkLst>
            <pc:docMk/>
            <pc:sldMk cId="2664914889" sldId="306"/>
            <ac:spMk id="2" creationId="{D5658831-7EE6-EC8B-2FEE-316E3E2D07F4}"/>
          </ac:spMkLst>
        </pc:spChg>
        <pc:spChg chg="add mod ord">
          <ac:chgData name="Franco Andrés Chiappe Donoso" userId="952ef6fb-7da9-433b-9cb5-ab1c1c91cce3" providerId="ADAL" clId="{D482683E-DF45-4BA1-B60E-919AB3CEA91E}" dt="2025-11-07T15:12:28.382" v="1381" actId="16037"/>
          <ac:spMkLst>
            <pc:docMk/>
            <pc:sldMk cId="2664914889" sldId="306"/>
            <ac:spMk id="3" creationId="{9320A52B-4C9E-1F80-ACE4-6B5A3973A49B}"/>
          </ac:spMkLst>
        </pc:spChg>
        <pc:spChg chg="add del mod">
          <ac:chgData name="Franco Andrés Chiappe Donoso" userId="952ef6fb-7da9-433b-9cb5-ab1c1c91cce3" providerId="ADAL" clId="{D482683E-DF45-4BA1-B60E-919AB3CEA91E}" dt="2025-11-07T14:40:21.240" v="1264" actId="478"/>
          <ac:spMkLst>
            <pc:docMk/>
            <pc:sldMk cId="2664914889" sldId="306"/>
            <ac:spMk id="5" creationId="{0C3F3F66-E499-D33C-BECC-4AD185EC1C60}"/>
          </ac:spMkLst>
        </pc:spChg>
        <pc:spChg chg="add del mod">
          <ac:chgData name="Franco Andrés Chiappe Donoso" userId="952ef6fb-7da9-433b-9cb5-ab1c1c91cce3" providerId="ADAL" clId="{D482683E-DF45-4BA1-B60E-919AB3CEA91E}" dt="2025-11-07T15:42:51.231" v="1476" actId="478"/>
          <ac:spMkLst>
            <pc:docMk/>
            <pc:sldMk cId="2664914889" sldId="306"/>
            <ac:spMk id="7" creationId="{355E47EC-035E-602C-ED23-380C5F23D695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664914889" sldId="306"/>
            <ac:spMk id="9" creationId="{06DA0CF2-EEDA-D974-689A-C47960820C4A}"/>
          </ac:spMkLst>
        </pc:spChg>
        <pc:spChg chg="add mod">
          <ac:chgData name="Franco Andrés Chiappe Donoso" userId="952ef6fb-7da9-433b-9cb5-ab1c1c91cce3" providerId="ADAL" clId="{D482683E-DF45-4BA1-B60E-919AB3CEA91E}" dt="2025-11-07T15:24:41.660" v="1398" actId="208"/>
          <ac:spMkLst>
            <pc:docMk/>
            <pc:sldMk cId="2664914889" sldId="306"/>
            <ac:spMk id="16" creationId="{AD66B3D9-ACC0-0682-B784-D7CB03A4EB9C}"/>
          </ac:spMkLst>
        </pc:spChg>
        <pc:spChg chg="add mod">
          <ac:chgData name="Franco Andrés Chiappe Donoso" userId="952ef6fb-7da9-433b-9cb5-ab1c1c91cce3" providerId="ADAL" clId="{D482683E-DF45-4BA1-B60E-919AB3CEA91E}" dt="2025-11-07T15:24:41.660" v="1398" actId="208"/>
          <ac:spMkLst>
            <pc:docMk/>
            <pc:sldMk cId="2664914889" sldId="306"/>
            <ac:spMk id="18" creationId="{00FB9C70-B76A-2AEB-D4EB-1E08F19031FF}"/>
          </ac:spMkLst>
        </pc:spChg>
        <pc:spChg chg="add mod">
          <ac:chgData name="Franco Andrés Chiappe Donoso" userId="952ef6fb-7da9-433b-9cb5-ab1c1c91cce3" providerId="ADAL" clId="{D482683E-DF45-4BA1-B60E-919AB3CEA91E}" dt="2025-11-07T15:25:07.598" v="1403" actId="208"/>
          <ac:spMkLst>
            <pc:docMk/>
            <pc:sldMk cId="2664914889" sldId="306"/>
            <ac:spMk id="21" creationId="{C805813E-229E-F11F-018B-4351E707E52B}"/>
          </ac:spMkLst>
        </pc:spChg>
        <pc:spChg chg="add mod">
          <ac:chgData name="Franco Andrés Chiappe Donoso" userId="952ef6fb-7da9-433b-9cb5-ab1c1c91cce3" providerId="ADAL" clId="{D482683E-DF45-4BA1-B60E-919AB3CEA91E}" dt="2025-11-07T15:24:41.660" v="1398" actId="208"/>
          <ac:spMkLst>
            <pc:docMk/>
            <pc:sldMk cId="2664914889" sldId="306"/>
            <ac:spMk id="24" creationId="{8AC46688-9849-2CB4-E478-9ED45FE71ABD}"/>
          </ac:spMkLst>
        </pc:spChg>
        <pc:spChg chg="add mod">
          <ac:chgData name="Franco Andrés Chiappe Donoso" userId="952ef6fb-7da9-433b-9cb5-ab1c1c91cce3" providerId="ADAL" clId="{D482683E-DF45-4BA1-B60E-919AB3CEA91E}" dt="2025-11-07T15:25:07.598" v="1403" actId="208"/>
          <ac:spMkLst>
            <pc:docMk/>
            <pc:sldMk cId="2664914889" sldId="306"/>
            <ac:spMk id="25" creationId="{1B744BCD-3D24-A961-1743-4FFA3B80A454}"/>
          </ac:spMkLst>
        </pc:spChg>
        <pc:spChg chg="add mod">
          <ac:chgData name="Franco Andrés Chiappe Donoso" userId="952ef6fb-7da9-433b-9cb5-ab1c1c91cce3" providerId="ADAL" clId="{D482683E-DF45-4BA1-B60E-919AB3CEA91E}" dt="2025-11-07T15:25:07.598" v="1403" actId="208"/>
          <ac:spMkLst>
            <pc:docMk/>
            <pc:sldMk cId="2664914889" sldId="306"/>
            <ac:spMk id="26" creationId="{48F6CDF0-18D1-8509-0D8B-4B594B367BC0}"/>
          </ac:spMkLst>
        </pc:spChg>
        <pc:spChg chg="add mod">
          <ac:chgData name="Franco Andrés Chiappe Donoso" userId="952ef6fb-7da9-433b-9cb5-ab1c1c91cce3" providerId="ADAL" clId="{D482683E-DF45-4BA1-B60E-919AB3CEA91E}" dt="2025-11-07T15:24:41.660" v="1398" actId="208"/>
          <ac:spMkLst>
            <pc:docMk/>
            <pc:sldMk cId="2664914889" sldId="306"/>
            <ac:spMk id="27" creationId="{82DAD043-D34B-69E4-5949-A23377ABFADA}"/>
          </ac:spMkLst>
        </pc:spChg>
      </pc:sldChg>
      <pc:sldChg chg="addSp delSp modSp mod">
        <pc:chgData name="Franco Andrés Chiappe Donoso" userId="952ef6fb-7da9-433b-9cb5-ab1c1c91cce3" providerId="ADAL" clId="{D482683E-DF45-4BA1-B60E-919AB3CEA91E}" dt="2025-11-07T15:46:31.024" v="1508" actId="166"/>
        <pc:sldMkLst>
          <pc:docMk/>
          <pc:sldMk cId="1742696663" sldId="308"/>
        </pc:sldMkLst>
        <pc:spChg chg="mod">
          <ac:chgData name="Franco Andrés Chiappe Donoso" userId="952ef6fb-7da9-433b-9cb5-ab1c1c91cce3" providerId="ADAL" clId="{D482683E-DF45-4BA1-B60E-919AB3CEA91E}" dt="2025-11-07T15:44:06.605" v="1489" actId="242"/>
          <ac:spMkLst>
            <pc:docMk/>
            <pc:sldMk cId="1742696663" sldId="308"/>
            <ac:spMk id="2" creationId="{7CD755FB-3F5A-5F02-A04F-1B63CFDD8A2F}"/>
          </ac:spMkLst>
        </pc:spChg>
        <pc:spChg chg="add mod ord">
          <ac:chgData name="Franco Andrés Chiappe Donoso" userId="952ef6fb-7da9-433b-9cb5-ab1c1c91cce3" providerId="ADAL" clId="{D482683E-DF45-4BA1-B60E-919AB3CEA91E}" dt="2025-11-07T15:46:31.024" v="1508" actId="166"/>
          <ac:spMkLst>
            <pc:docMk/>
            <pc:sldMk cId="1742696663" sldId="308"/>
            <ac:spMk id="3" creationId="{A82FE0D3-320E-8E7A-BC93-7C99804A876C}"/>
          </ac:spMkLst>
        </pc:spChg>
        <pc:spChg chg="add del mod">
          <ac:chgData name="Franco Andrés Chiappe Donoso" userId="952ef6fb-7da9-433b-9cb5-ab1c1c91cce3" providerId="ADAL" clId="{D482683E-DF45-4BA1-B60E-919AB3CEA91E}" dt="2025-11-07T14:39:44.348" v="1254" actId="14100"/>
          <ac:spMkLst>
            <pc:docMk/>
            <pc:sldMk cId="1742696663" sldId="308"/>
            <ac:spMk id="4" creationId="{16CDA68E-5988-A924-A172-CC11EA30E6A3}"/>
          </ac:spMkLst>
        </pc:spChg>
        <pc:spChg chg="mod">
          <ac:chgData name="Franco Andrés Chiappe Donoso" userId="952ef6fb-7da9-433b-9cb5-ab1c1c91cce3" providerId="ADAL" clId="{D482683E-DF45-4BA1-B60E-919AB3CEA91E}" dt="2025-11-07T14:39:52.815" v="1256" actId="14100"/>
          <ac:spMkLst>
            <pc:docMk/>
            <pc:sldMk cId="1742696663" sldId="308"/>
            <ac:spMk id="5" creationId="{157650D1-C1D1-B421-5DD9-6E0C401C990C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6" creationId="{F15E8F8E-3D06-06D0-1475-0EE5E2EDC2FF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7" creationId="{863146C7-BFF8-EBC7-4FE8-5C9C34D0C7AD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8" creationId="{007E6C1C-5DDD-B1A3-9FE4-EEBA712518F8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9" creationId="{4D5966F6-2182-B16E-EC90-D6AC1968CEAB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10" creationId="{4A107E1E-199D-8EF5-A2DA-BFE6976BFE45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11" creationId="{962AA3CF-87FB-106B-92B2-105BC6313923}"/>
          </ac:spMkLst>
        </pc:spChg>
        <pc:spChg chg="mod">
          <ac:chgData name="Franco Andrés Chiappe Donoso" userId="952ef6fb-7da9-433b-9cb5-ab1c1c91cce3" providerId="ADAL" clId="{D482683E-DF45-4BA1-B60E-919AB3CEA91E}" dt="2025-11-07T15:25:27.764" v="1408" actId="208"/>
          <ac:spMkLst>
            <pc:docMk/>
            <pc:sldMk cId="1742696663" sldId="308"/>
            <ac:spMk id="12" creationId="{740EF76C-6D12-D8E9-E407-C8E075D10777}"/>
          </ac:spMkLst>
        </pc:spChg>
        <pc:spChg chg="add del mod">
          <ac:chgData name="Franco Andrés Chiappe Donoso" userId="952ef6fb-7da9-433b-9cb5-ab1c1c91cce3" providerId="ADAL" clId="{D482683E-DF45-4BA1-B60E-919AB3CEA91E}" dt="2025-11-07T14:38:47.958" v="1249" actId="478"/>
          <ac:spMkLst>
            <pc:docMk/>
            <pc:sldMk cId="1742696663" sldId="308"/>
            <ac:spMk id="14" creationId="{14D8F505-51CB-DDD8-B4C6-39B70FC72879}"/>
          </ac:spMkLst>
        </pc:spChg>
        <pc:spChg chg="add del mod">
          <ac:chgData name="Franco Andrés Chiappe Donoso" userId="952ef6fb-7da9-433b-9cb5-ab1c1c91cce3" providerId="ADAL" clId="{D482683E-DF45-4BA1-B60E-919AB3CEA91E}" dt="2025-11-07T14:39:48.994" v="1255" actId="478"/>
          <ac:spMkLst>
            <pc:docMk/>
            <pc:sldMk cId="1742696663" sldId="308"/>
            <ac:spMk id="15" creationId="{2C325B19-C1F9-FA4B-5145-3D5572A8E083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742696663" sldId="308"/>
            <ac:spMk id="18" creationId="{79FE86D4-D886-044F-7A2B-E80048E25FD4}"/>
          </ac:spMkLst>
        </pc:spChg>
      </pc:sldChg>
      <pc:sldChg chg="addSp delSp modSp new mod setBg delAnim modAnim">
        <pc:chgData name="Franco Andrés Chiappe Donoso" userId="952ef6fb-7da9-433b-9cb5-ab1c1c91cce3" providerId="ADAL" clId="{D482683E-DF45-4BA1-B60E-919AB3CEA91E}" dt="2025-11-07T15:43:41.402" v="1486" actId="242"/>
        <pc:sldMkLst>
          <pc:docMk/>
          <pc:sldMk cId="2203496934" sldId="309"/>
        </pc:sldMkLst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203496934" sldId="309"/>
            <ac:spMk id="6" creationId="{153BF08B-AF0C-29B7-0515-07E0C0009883}"/>
          </ac:spMkLst>
        </pc:spChg>
        <pc:spChg chg="add mod">
          <ac:chgData name="Franco Andrés Chiappe Donoso" userId="952ef6fb-7da9-433b-9cb5-ab1c1c91cce3" providerId="ADAL" clId="{D482683E-DF45-4BA1-B60E-919AB3CEA91E}" dt="2025-11-07T15:43:41.402" v="1486" actId="242"/>
          <ac:spMkLst>
            <pc:docMk/>
            <pc:sldMk cId="2203496934" sldId="309"/>
            <ac:spMk id="40" creationId="{5D9921EE-2028-0F34-2466-DE95E8B574D8}"/>
          </ac:spMkLst>
        </pc:spChg>
        <pc:spChg chg="add mod">
          <ac:chgData name="Franco Andrés Chiappe Donoso" userId="952ef6fb-7da9-433b-9cb5-ab1c1c91cce3" providerId="ADAL" clId="{D482683E-DF45-4BA1-B60E-919AB3CEA91E}" dt="2025-10-30T01:44:32.876" v="1113" actId="14100"/>
          <ac:spMkLst>
            <pc:docMk/>
            <pc:sldMk cId="2203496934" sldId="309"/>
            <ac:spMk id="45" creationId="{37BA99A1-0FDF-2266-A615-5B5470418243}"/>
          </ac:spMkLst>
        </pc:spChg>
        <pc:picChg chg="add mod">
          <ac:chgData name="Franco Andrés Chiappe Donoso" userId="952ef6fb-7da9-433b-9cb5-ab1c1c91cce3" providerId="ADAL" clId="{D482683E-DF45-4BA1-B60E-919AB3CEA91E}" dt="2025-10-30T00:44:43.903" v="640" actId="1076"/>
          <ac:picMkLst>
            <pc:docMk/>
            <pc:sldMk cId="2203496934" sldId="309"/>
            <ac:picMk id="17" creationId="{BB27272B-A930-9C96-EE47-593FC3CA9C5D}"/>
          </ac:picMkLst>
        </pc:picChg>
      </pc:sldChg>
      <pc:sldChg chg="addSp delSp modSp add mod delAnim">
        <pc:chgData name="Franco Andrés Chiappe Donoso" userId="952ef6fb-7da9-433b-9cb5-ab1c1c91cce3" providerId="ADAL" clId="{D482683E-DF45-4BA1-B60E-919AB3CEA91E}" dt="2025-11-07T15:46:14.532" v="1503"/>
        <pc:sldMkLst>
          <pc:docMk/>
          <pc:sldMk cId="1922780917" sldId="314"/>
        </pc:sldMkLst>
        <pc:spChg chg="add mod">
          <ac:chgData name="Franco Andrés Chiappe Donoso" userId="952ef6fb-7da9-433b-9cb5-ab1c1c91cce3" providerId="ADAL" clId="{D482683E-DF45-4BA1-B60E-919AB3CEA91E}" dt="2025-11-07T15:44:31.253" v="1491"/>
          <ac:spMkLst>
            <pc:docMk/>
            <pc:sldMk cId="1922780917" sldId="314"/>
            <ac:spMk id="2" creationId="{9D460F82-3BE9-27CA-1D9D-FD533C3C7B16}"/>
          </ac:spMkLst>
        </pc:spChg>
        <pc:spChg chg="mod">
          <ac:chgData name="Franco Andrés Chiappe Donoso" userId="952ef6fb-7da9-433b-9cb5-ab1c1c91cce3" providerId="ADAL" clId="{D482683E-DF45-4BA1-B60E-919AB3CEA91E}" dt="2025-10-30T01:56:15.329" v="1199" actId="14100"/>
          <ac:spMkLst>
            <pc:docMk/>
            <pc:sldMk cId="1922780917" sldId="314"/>
            <ac:spMk id="3" creationId="{90C2D83A-1601-6264-CA1F-14B7FE9BC973}"/>
          </ac:spMkLst>
        </pc:spChg>
        <pc:spChg chg="mod">
          <ac:chgData name="Franco Andrés Chiappe Donoso" userId="952ef6fb-7da9-433b-9cb5-ab1c1c91cce3" providerId="ADAL" clId="{D482683E-DF45-4BA1-B60E-919AB3CEA91E}" dt="2025-11-07T15:10:26.364" v="1375" actId="12"/>
          <ac:spMkLst>
            <pc:docMk/>
            <pc:sldMk cId="1922780917" sldId="314"/>
            <ac:spMk id="4" creationId="{EE133477-90DB-5612-AC2C-91D199652957}"/>
          </ac:spMkLst>
        </pc:spChg>
        <pc:spChg chg="add del mod">
          <ac:chgData name="Franco Andrés Chiappe Donoso" userId="952ef6fb-7da9-433b-9cb5-ab1c1c91cce3" providerId="ADAL" clId="{D482683E-DF45-4BA1-B60E-919AB3CEA91E}" dt="2025-11-07T15:44:41.679" v="1493" actId="478"/>
          <ac:spMkLst>
            <pc:docMk/>
            <pc:sldMk cId="1922780917" sldId="314"/>
            <ac:spMk id="7" creationId="{020967D6-C1C9-5CCC-B0F5-1F774EC5BD1A}"/>
          </ac:spMkLst>
        </pc:spChg>
        <pc:spChg chg="add mod">
          <ac:chgData name="Franco Andrés Chiappe Donoso" userId="952ef6fb-7da9-433b-9cb5-ab1c1c91cce3" providerId="ADAL" clId="{D482683E-DF45-4BA1-B60E-919AB3CEA91E}" dt="2025-11-07T14:38:28.422" v="1246"/>
          <ac:spMkLst>
            <pc:docMk/>
            <pc:sldMk cId="1922780917" sldId="314"/>
            <ac:spMk id="7" creationId="{3127E5CE-3977-152D-3619-FDA6504DD0BB}"/>
          </ac:spMkLst>
        </pc:spChg>
        <pc:spChg chg="del">
          <ac:chgData name="Franco Andrés Chiappe Donoso" userId="952ef6fb-7da9-433b-9cb5-ab1c1c91cce3" providerId="ADAL" clId="{D482683E-DF45-4BA1-B60E-919AB3CEA91E}" dt="2025-11-07T14:43:39.634" v="1282" actId="478"/>
          <ac:spMkLst>
            <pc:docMk/>
            <pc:sldMk cId="1922780917" sldId="314"/>
            <ac:spMk id="8" creationId="{8EF89873-BF75-2B75-73AB-6E344A16A052}"/>
          </ac:spMkLst>
        </pc:spChg>
        <pc:spChg chg="del">
          <ac:chgData name="Franco Andrés Chiappe Donoso" userId="952ef6fb-7da9-433b-9cb5-ab1c1c91cce3" providerId="ADAL" clId="{D482683E-DF45-4BA1-B60E-919AB3CEA91E}" dt="2025-11-07T14:43:39.634" v="1282" actId="478"/>
          <ac:spMkLst>
            <pc:docMk/>
            <pc:sldMk cId="1922780917" sldId="314"/>
            <ac:spMk id="10" creationId="{397ADAAA-4BE5-5864-186B-71FD09403CF9}"/>
          </ac:spMkLst>
        </pc:spChg>
        <pc:spChg chg="add del mod">
          <ac:chgData name="Franco Andrés Chiappe Donoso" userId="952ef6fb-7da9-433b-9cb5-ab1c1c91cce3" providerId="ADAL" clId="{D482683E-DF45-4BA1-B60E-919AB3CEA91E}" dt="2025-11-07T15:44:55.177" v="1497" actId="478"/>
          <ac:spMkLst>
            <pc:docMk/>
            <pc:sldMk cId="1922780917" sldId="314"/>
            <ac:spMk id="10" creationId="{53714A22-2DB1-A5AD-F323-F007E296D971}"/>
          </ac:spMkLst>
        </pc:spChg>
        <pc:spChg chg="add del mod">
          <ac:chgData name="Franco Andrés Chiappe Donoso" userId="952ef6fb-7da9-433b-9cb5-ab1c1c91cce3" providerId="ADAL" clId="{D482683E-DF45-4BA1-B60E-919AB3CEA91E}" dt="2025-11-07T15:15:06.356" v="1395" actId="478"/>
          <ac:spMkLst>
            <pc:docMk/>
            <pc:sldMk cId="1922780917" sldId="314"/>
            <ac:spMk id="11" creationId="{77EF1F1B-2D77-7EC9-0A5B-5DAC7A9D4377}"/>
          </ac:spMkLst>
        </pc:spChg>
        <pc:spChg chg="add del mod">
          <ac:chgData name="Franco Andrés Chiappe Donoso" userId="952ef6fb-7da9-433b-9cb5-ab1c1c91cce3" providerId="ADAL" clId="{D482683E-DF45-4BA1-B60E-919AB3CEA91E}" dt="2025-11-07T15:45:09.497" v="1501" actId="478"/>
          <ac:spMkLst>
            <pc:docMk/>
            <pc:sldMk cId="1922780917" sldId="314"/>
            <ac:spMk id="12" creationId="{18C8D09D-5C1F-4BB2-7889-A7E73B011690}"/>
          </ac:spMkLst>
        </pc:spChg>
        <pc:spChg chg="add del mod">
          <ac:chgData name="Franco Andrés Chiappe Donoso" userId="952ef6fb-7da9-433b-9cb5-ab1c1c91cce3" providerId="ADAL" clId="{D482683E-DF45-4BA1-B60E-919AB3CEA91E}" dt="2025-11-07T15:15:06.356" v="1395" actId="478"/>
          <ac:spMkLst>
            <pc:docMk/>
            <pc:sldMk cId="1922780917" sldId="314"/>
            <ac:spMk id="12" creationId="{58D5E821-31DB-9AB6-9EF5-59A28694D84E}"/>
          </ac:spMkLst>
        </pc:spChg>
        <pc:spChg chg="add mod">
          <ac:chgData name="Franco Andrés Chiappe Donoso" userId="952ef6fb-7da9-433b-9cb5-ab1c1c91cce3" providerId="ADAL" clId="{D482683E-DF45-4BA1-B60E-919AB3CEA91E}" dt="2025-11-07T15:45:13.258" v="1502"/>
          <ac:spMkLst>
            <pc:docMk/>
            <pc:sldMk cId="1922780917" sldId="314"/>
            <ac:spMk id="13" creationId="{536EA64B-4B15-2E47-5ACE-F2DD9B079779}"/>
          </ac:spMkLst>
        </pc:spChg>
        <pc:spChg chg="del mod">
          <ac:chgData name="Franco Andrés Chiappe Donoso" userId="952ef6fb-7da9-433b-9cb5-ab1c1c91cce3" providerId="ADAL" clId="{D482683E-DF45-4BA1-B60E-919AB3CEA91E}" dt="2025-11-07T15:06:32.290" v="1359" actId="478"/>
          <ac:spMkLst>
            <pc:docMk/>
            <pc:sldMk cId="1922780917" sldId="314"/>
            <ac:spMk id="13" creationId="{9FD2A9DF-6632-F2D3-9838-F7D6B7332A39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922780917" sldId="314"/>
            <ac:spMk id="14" creationId="{4B586A02-DBC8-DA60-FEA3-DF509E9AC02E}"/>
          </ac:spMkLst>
        </pc:spChg>
        <pc:spChg chg="add del mod">
          <ac:chgData name="Franco Andrés Chiappe Donoso" userId="952ef6fb-7da9-433b-9cb5-ab1c1c91cce3" providerId="ADAL" clId="{D482683E-DF45-4BA1-B60E-919AB3CEA91E}" dt="2025-11-07T15:45:07.367" v="1500" actId="478"/>
          <ac:spMkLst>
            <pc:docMk/>
            <pc:sldMk cId="1922780917" sldId="314"/>
            <ac:spMk id="15" creationId="{6E0E44F1-F51D-E652-EAF0-B503555107B7}"/>
          </ac:spMkLst>
        </pc:spChg>
        <pc:spChg chg="add mod">
          <ac:chgData name="Franco Andrés Chiappe Donoso" userId="952ef6fb-7da9-433b-9cb5-ab1c1c91cce3" providerId="ADAL" clId="{D482683E-DF45-4BA1-B60E-919AB3CEA91E}" dt="2025-11-07T15:46:14.532" v="1503"/>
          <ac:spMkLst>
            <pc:docMk/>
            <pc:sldMk cId="1922780917" sldId="314"/>
            <ac:spMk id="16" creationId="{255D2A7E-B0A1-2BB8-2F7E-2E9BA0E4A475}"/>
          </ac:spMkLst>
        </pc:spChg>
        <pc:graphicFrameChg chg="add mod modGraphic">
          <ac:chgData name="Franco Andrés Chiappe Donoso" userId="952ef6fb-7da9-433b-9cb5-ab1c1c91cce3" providerId="ADAL" clId="{D482683E-DF45-4BA1-B60E-919AB3CEA91E}" dt="2025-10-30T01:05:54.856" v="787" actId="12385"/>
          <ac:graphicFrameMkLst>
            <pc:docMk/>
            <pc:sldMk cId="1922780917" sldId="314"/>
            <ac:graphicFrameMk id="6" creationId="{D366FF07-7F5A-95AD-24B6-8F430928C324}"/>
          </ac:graphicFrameMkLst>
        </pc:graphicFrameChg>
        <pc:graphicFrameChg chg="add del mod modGraphic">
          <ac:chgData name="Franco Andrés Chiappe Donoso" userId="952ef6fb-7da9-433b-9cb5-ab1c1c91cce3" providerId="ADAL" clId="{D482683E-DF45-4BA1-B60E-919AB3CEA91E}" dt="2025-10-30T01:05:38.403" v="786" actId="1076"/>
          <ac:graphicFrameMkLst>
            <pc:docMk/>
            <pc:sldMk cId="1922780917" sldId="314"/>
            <ac:graphicFrameMk id="9" creationId="{69F54078-C3D6-5111-0821-1336F9FEC1A5}"/>
          </ac:graphicFrameMkLst>
        </pc:graphicFrameChg>
      </pc:sldChg>
      <pc:sldChg chg="addSp delSp modSp add mod ord">
        <pc:chgData name="Franco Andrés Chiappe Donoso" userId="952ef6fb-7da9-433b-9cb5-ab1c1c91cce3" providerId="ADAL" clId="{D482683E-DF45-4BA1-B60E-919AB3CEA91E}" dt="2025-11-07T15:40:22.752" v="1457" actId="242"/>
        <pc:sldMkLst>
          <pc:docMk/>
          <pc:sldMk cId="2528429738" sldId="315"/>
        </pc:sldMkLst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528429738" sldId="315"/>
            <ac:spMk id="2" creationId="{07BEBDEE-0F97-B7AE-5525-D3648D9E0481}"/>
          </ac:spMkLst>
        </pc:spChg>
        <pc:spChg chg="mod">
          <ac:chgData name="Franco Andrés Chiappe Donoso" userId="952ef6fb-7da9-433b-9cb5-ab1c1c91cce3" providerId="ADAL" clId="{D482683E-DF45-4BA1-B60E-919AB3CEA91E}" dt="2025-11-07T15:40:22.752" v="1457" actId="242"/>
          <ac:spMkLst>
            <pc:docMk/>
            <pc:sldMk cId="2528429738" sldId="315"/>
            <ac:spMk id="5" creationId="{5C3515ED-CEAD-55F9-1477-039DF9CCEDF8}"/>
          </ac:spMkLst>
        </pc:spChg>
        <pc:spChg chg="add del mod">
          <ac:chgData name="Franco Andrés Chiappe Donoso" userId="952ef6fb-7da9-433b-9cb5-ab1c1c91cce3" providerId="ADAL" clId="{D482683E-DF45-4BA1-B60E-919AB3CEA91E}" dt="2025-11-07T14:38:19.967" v="1244" actId="478"/>
          <ac:spMkLst>
            <pc:docMk/>
            <pc:sldMk cId="2528429738" sldId="315"/>
            <ac:spMk id="6" creationId="{335B1485-DA9D-A1B6-3378-AA042342C981}"/>
          </ac:spMkLst>
        </pc:spChg>
        <pc:spChg chg="add del mod">
          <ac:chgData name="Franco Andrés Chiappe Donoso" userId="952ef6fb-7da9-433b-9cb5-ab1c1c91cce3" providerId="ADAL" clId="{D482683E-DF45-4BA1-B60E-919AB3CEA91E}" dt="2025-11-07T14:40:10.162" v="1261" actId="21"/>
          <ac:spMkLst>
            <pc:docMk/>
            <pc:sldMk cId="2528429738" sldId="315"/>
            <ac:spMk id="7" creationId="{0C3F3F66-E499-D33C-BECC-4AD185EC1C60}"/>
          </ac:spMkLst>
        </pc:spChg>
        <pc:spChg chg="add del">
          <ac:chgData name="Franco Andrés Chiappe Donoso" userId="952ef6fb-7da9-433b-9cb5-ab1c1c91cce3" providerId="ADAL" clId="{D482683E-DF45-4BA1-B60E-919AB3CEA91E}" dt="2025-10-30T01:15:59.811" v="802" actId="478"/>
          <ac:spMkLst>
            <pc:docMk/>
            <pc:sldMk cId="2528429738" sldId="315"/>
            <ac:spMk id="10" creationId="{C92EBDED-C8B7-D345-2246-EE7A17F4EE4B}"/>
          </ac:spMkLst>
        </pc:spChg>
        <pc:spChg chg="add del mod">
          <ac:chgData name="Franco Andrés Chiappe Donoso" userId="952ef6fb-7da9-433b-9cb5-ab1c1c91cce3" providerId="ADAL" clId="{D482683E-DF45-4BA1-B60E-919AB3CEA91E}" dt="2025-11-07T14:47:55.046" v="1340" actId="13926"/>
          <ac:spMkLst>
            <pc:docMk/>
            <pc:sldMk cId="2528429738" sldId="315"/>
            <ac:spMk id="12" creationId="{F40AB9A3-6914-B76C-9E39-F1D8830C96E8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2528429738" sldId="315"/>
            <ac:spMk id="14" creationId="{2CA81E21-96BD-C77A-EE07-BA3834D9DF5E}"/>
          </ac:spMkLst>
        </pc:spChg>
        <pc:picChg chg="add del">
          <ac:chgData name="Franco Andrés Chiappe Donoso" userId="952ef6fb-7da9-433b-9cb5-ab1c1c91cce3" providerId="ADAL" clId="{D482683E-DF45-4BA1-B60E-919AB3CEA91E}" dt="2025-10-30T01:15:59.328" v="801" actId="478"/>
          <ac:picMkLst>
            <pc:docMk/>
            <pc:sldMk cId="2528429738" sldId="315"/>
            <ac:picMk id="11" creationId="{D803F78D-32DF-429B-5CAB-91E79C632C0C}"/>
          </ac:picMkLst>
        </pc:picChg>
        <pc:picChg chg="add del">
          <ac:chgData name="Franco Andrés Chiappe Donoso" userId="952ef6fb-7da9-433b-9cb5-ab1c1c91cce3" providerId="ADAL" clId="{D482683E-DF45-4BA1-B60E-919AB3CEA91E}" dt="2025-10-30T01:16:00.159" v="803" actId="478"/>
          <ac:picMkLst>
            <pc:docMk/>
            <pc:sldMk cId="2528429738" sldId="315"/>
            <ac:picMk id="13" creationId="{27B75554-818F-80A1-0BD7-6562DC609A7D}"/>
          </ac:picMkLst>
        </pc:picChg>
      </pc:sldChg>
      <pc:sldChg chg="addSp delSp modSp new mod">
        <pc:chgData name="Franco Andrés Chiappe Donoso" userId="952ef6fb-7da9-433b-9cb5-ab1c1c91cce3" providerId="ADAL" clId="{D482683E-DF45-4BA1-B60E-919AB3CEA91E}" dt="2025-11-07T15:39:25.213" v="1453"/>
        <pc:sldMkLst>
          <pc:docMk/>
          <pc:sldMk cId="1828876654" sldId="318"/>
        </pc:sldMkLst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828876654" sldId="318"/>
            <ac:spMk id="2" creationId="{250C6120-8003-E039-A070-A76FAFEF2461}"/>
          </ac:spMkLst>
        </pc:spChg>
        <pc:spChg chg="add mod">
          <ac:chgData name="Franco Andrés Chiappe Donoso" userId="952ef6fb-7da9-433b-9cb5-ab1c1c91cce3" providerId="ADAL" clId="{D482683E-DF45-4BA1-B60E-919AB3CEA91E}" dt="2025-10-30T01:52:28.527" v="1184" actId="113"/>
          <ac:spMkLst>
            <pc:docMk/>
            <pc:sldMk cId="1828876654" sldId="318"/>
            <ac:spMk id="4" creationId="{1847E77A-BFE3-D4DC-8CFA-E122294A5BBD}"/>
          </ac:spMkLst>
        </pc:spChg>
        <pc:spChg chg="add mod">
          <ac:chgData name="Franco Andrés Chiappe Donoso" userId="952ef6fb-7da9-433b-9cb5-ab1c1c91cce3" providerId="ADAL" clId="{D482683E-DF45-4BA1-B60E-919AB3CEA91E}" dt="2025-11-07T14:40:45.939" v="1269" actId="14100"/>
          <ac:spMkLst>
            <pc:docMk/>
            <pc:sldMk cId="1828876654" sldId="318"/>
            <ac:spMk id="5" creationId="{EB9DFE3C-F19F-C211-5F58-75FA530E6F26}"/>
          </ac:spMkLst>
        </pc:spChg>
        <pc:spChg chg="add mod">
          <ac:chgData name="Franco Andrés Chiappe Donoso" userId="952ef6fb-7da9-433b-9cb5-ab1c1c91cce3" providerId="ADAL" clId="{D482683E-DF45-4BA1-B60E-919AB3CEA91E}" dt="2025-10-30T01:54:59.551" v="1198" actId="1076"/>
          <ac:spMkLst>
            <pc:docMk/>
            <pc:sldMk cId="1828876654" sldId="318"/>
            <ac:spMk id="6" creationId="{8AFADFC0-16B5-586A-9A3A-F32743A8CA4D}"/>
          </ac:spMkLst>
        </pc:spChg>
        <pc:spChg chg="add mod">
          <ac:chgData name="Franco Andrés Chiappe Donoso" userId="952ef6fb-7da9-433b-9cb5-ab1c1c91cce3" providerId="ADAL" clId="{D482683E-DF45-4BA1-B60E-919AB3CEA91E}" dt="2025-11-07T14:40:29.406" v="1266" actId="14100"/>
          <ac:spMkLst>
            <pc:docMk/>
            <pc:sldMk cId="1828876654" sldId="318"/>
            <ac:spMk id="7" creationId="{2B49864A-0AEC-892B-6D24-818EED0A04B3}"/>
          </ac:spMkLst>
        </pc:spChg>
        <pc:spChg chg="add del mod">
          <ac:chgData name="Franco Andrés Chiappe Donoso" userId="952ef6fb-7da9-433b-9cb5-ab1c1c91cce3" providerId="ADAL" clId="{D482683E-DF45-4BA1-B60E-919AB3CEA91E}" dt="2025-11-07T14:37:31.271" v="1240" actId="478"/>
          <ac:spMkLst>
            <pc:docMk/>
            <pc:sldMk cId="1828876654" sldId="318"/>
            <ac:spMk id="9" creationId="{AAA2D652-7D91-209C-040A-7413DAAF95F5}"/>
          </ac:spMkLst>
        </pc:spChg>
        <pc:spChg chg="add del mod">
          <ac:chgData name="Franco Andrés Chiappe Donoso" userId="952ef6fb-7da9-433b-9cb5-ab1c1c91cce3" providerId="ADAL" clId="{D482683E-DF45-4BA1-B60E-919AB3CEA91E}" dt="2025-11-07T14:40:42.730" v="1268" actId="478"/>
          <ac:spMkLst>
            <pc:docMk/>
            <pc:sldMk cId="1828876654" sldId="318"/>
            <ac:spMk id="11" creationId="{B003789A-0C60-16A9-9FEF-A72798EFC9F8}"/>
          </ac:spMkLst>
        </pc:spChg>
        <pc:spChg chg="add del mod">
          <ac:chgData name="Franco Andrés Chiappe Donoso" userId="952ef6fb-7da9-433b-9cb5-ab1c1c91cce3" providerId="ADAL" clId="{D482683E-DF45-4BA1-B60E-919AB3CEA91E}" dt="2025-11-07T14:40:36.982" v="1267" actId="478"/>
          <ac:spMkLst>
            <pc:docMk/>
            <pc:sldMk cId="1828876654" sldId="318"/>
            <ac:spMk id="12" creationId="{915ED909-0FD7-D975-B0E2-4EEBBEBDD283}"/>
          </ac:spMkLst>
        </pc:spChg>
        <pc:spChg chg="mod">
          <ac:chgData name="Franco Andrés Chiappe Donoso" userId="952ef6fb-7da9-433b-9cb5-ab1c1c91cce3" providerId="ADAL" clId="{D482683E-DF45-4BA1-B60E-919AB3CEA91E}" dt="2025-11-07T15:39:25.213" v="1453"/>
          <ac:spMkLst>
            <pc:docMk/>
            <pc:sldMk cId="1828876654" sldId="318"/>
            <ac:spMk id="15" creationId="{2D13577F-B0A4-EFC3-8151-7565E7A1C0C0}"/>
          </ac:spMkLst>
        </pc:spChg>
      </pc:sldChg>
      <pc:sldChg chg="delSp add del setBg delDesignElem">
        <pc:chgData name="Franco Andrés Chiappe Donoso" userId="952ef6fb-7da9-433b-9cb5-ab1c1c91cce3" providerId="ADAL" clId="{D482683E-DF45-4BA1-B60E-919AB3CEA91E}" dt="2025-11-07T15:03:09.304" v="1357" actId="47"/>
        <pc:sldMkLst>
          <pc:docMk/>
          <pc:sldMk cId="3059818524" sldId="319"/>
        </pc:sldMkLst>
      </pc:sldChg>
      <pc:sldChg chg="delSp add setBg delDesignElem">
        <pc:chgData name="Franco Andrés Chiappe Donoso" userId="952ef6fb-7da9-433b-9cb5-ab1c1c91cce3" providerId="ADAL" clId="{D482683E-DF45-4BA1-B60E-919AB3CEA91E}" dt="2025-11-07T15:03:07.753" v="1356"/>
        <pc:sldMkLst>
          <pc:docMk/>
          <pc:sldMk cId="1488888551" sldId="320"/>
        </pc:sldMkLst>
        <pc:spChg chg="del">
          <ac:chgData name="Franco Andrés Chiappe Donoso" userId="952ef6fb-7da9-433b-9cb5-ab1c1c91cce3" providerId="ADAL" clId="{D482683E-DF45-4BA1-B60E-919AB3CEA91E}" dt="2025-11-07T15:03:07.753" v="1356"/>
          <ac:spMkLst>
            <pc:docMk/>
            <pc:sldMk cId="1488888551" sldId="320"/>
            <ac:spMk id="11" creationId="{E96623D4-2B2D-A6BE-EA35-36C18DB31C9E}"/>
          </ac:spMkLst>
        </pc:spChg>
      </pc:sldChg>
      <pc:sldMasterChg chg="modSp setBg modSldLayout">
        <pc:chgData name="Franco Andrés Chiappe Donoso" userId="952ef6fb-7da9-433b-9cb5-ab1c1c91cce3" providerId="ADAL" clId="{D482683E-DF45-4BA1-B60E-919AB3CEA91E}" dt="2025-11-07T15:26:36.955" v="1414" actId="2711"/>
        <pc:sldMasterMkLst>
          <pc:docMk/>
          <pc:sldMasterMk cId="3358774027" sldId="2147484053"/>
        </pc:sldMasterMkLst>
        <pc:spChg chg="mod">
          <ac:chgData name="Franco Andrés Chiappe Donoso" userId="952ef6fb-7da9-433b-9cb5-ab1c1c91cce3" providerId="ADAL" clId="{D482683E-DF45-4BA1-B60E-919AB3CEA91E}" dt="2025-11-07T15:26:36.955" v="1414" actId="2711"/>
          <ac:spMkLst>
            <pc:docMk/>
            <pc:sldMasterMk cId="3358774027" sldId="2147484053"/>
            <ac:spMk id="3" creationId="{00000000-0000-0000-0000-000000000000}"/>
          </ac:spMkLst>
        </pc:spChg>
        <pc:sldLayoutChg chg="setBg">
          <pc:chgData name="Franco Andrés Chiappe Donoso" userId="952ef6fb-7da9-433b-9cb5-ab1c1c91cce3" providerId="ADAL" clId="{D482683E-DF45-4BA1-B60E-919AB3CEA91E}" dt="2025-11-07T14:47:57.107" v="1342"/>
          <pc:sldLayoutMkLst>
            <pc:docMk/>
            <pc:sldMasterMk cId="3392841764" sldId="2147484078"/>
            <pc:sldLayoutMk cId="1614635666" sldId="2147484054"/>
          </pc:sldLayoutMkLst>
        </pc:sldLayoutChg>
        <pc:sldLayoutChg chg="modSp mod">
          <pc:chgData name="Franco Andrés Chiappe Donoso" userId="952ef6fb-7da9-433b-9cb5-ab1c1c91cce3" providerId="ADAL" clId="{D482683E-DF45-4BA1-B60E-919AB3CEA91E}" dt="2025-11-07T15:09:09.495" v="1373" actId="12"/>
          <pc:sldLayoutMkLst>
            <pc:docMk/>
            <pc:sldMasterMk cId="3358774027" sldId="2147484053"/>
            <pc:sldLayoutMk cId="4040329306" sldId="2147484055"/>
          </pc:sldLayoutMkLst>
          <pc:spChg chg="mod">
            <ac:chgData name="Franco Andrés Chiappe Donoso" userId="952ef6fb-7da9-433b-9cb5-ab1c1c91cce3" providerId="ADAL" clId="{D482683E-DF45-4BA1-B60E-919AB3CEA91E}" dt="2025-11-07T15:09:09.495" v="1373" actId="12"/>
            <ac:spMkLst>
              <pc:docMk/>
              <pc:sldMasterMk cId="3358774027" sldId="2147484053"/>
              <pc:sldLayoutMk cId="4040329306" sldId="2147484055"/>
              <ac:spMk id="3" creationId="{00000000-0000-0000-0000-000000000000}"/>
            </ac:spMkLst>
          </pc:spChg>
        </pc:sldLayoutChg>
        <pc:sldLayoutChg chg="modSp mod">
          <pc:chgData name="Franco Andrés Chiappe Donoso" userId="952ef6fb-7da9-433b-9cb5-ab1c1c91cce3" providerId="ADAL" clId="{D482683E-DF45-4BA1-B60E-919AB3CEA91E}" dt="2025-11-07T15:10:05.222" v="1374" actId="12"/>
          <pc:sldLayoutMkLst>
            <pc:docMk/>
            <pc:sldMasterMk cId="3358774027" sldId="2147484053"/>
            <pc:sldLayoutMk cId="1823744958" sldId="2147484057"/>
          </pc:sldLayoutMkLst>
          <pc:spChg chg="mod">
            <ac:chgData name="Franco Andrés Chiappe Donoso" userId="952ef6fb-7da9-433b-9cb5-ab1c1c91cce3" providerId="ADAL" clId="{D482683E-DF45-4BA1-B60E-919AB3CEA91E}" dt="2025-11-07T15:10:05.222" v="1374" actId="12"/>
            <ac:spMkLst>
              <pc:docMk/>
              <pc:sldMasterMk cId="3358774027" sldId="2147484053"/>
              <pc:sldLayoutMk cId="1823744958" sldId="2147484057"/>
              <ac:spMk id="3" creationId="{00000000-0000-0000-0000-000000000000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27:53.481" v="1419"/>
        <pc:sldMasterMkLst>
          <pc:docMk/>
          <pc:sldMasterMk cId="1233716900" sldId="2147484066"/>
        </pc:sldMasterMkLst>
        <pc:sldLayoutChg chg="addSp">
          <pc:chgData name="Franco Andrés Chiappe Donoso" userId="952ef6fb-7da9-433b-9cb5-ab1c1c91cce3" providerId="ADAL" clId="{D482683E-DF45-4BA1-B60E-919AB3CEA91E}" dt="2025-11-07T15:27:53.481" v="1419"/>
          <pc:sldLayoutMkLst>
            <pc:docMk/>
            <pc:sldMasterMk cId="1233716900" sldId="2147484066"/>
            <pc:sldLayoutMk cId="3255147261" sldId="2147484067"/>
          </pc:sldLayoutMkLst>
          <pc:spChg chg="add">
            <ac:chgData name="Franco Andrés Chiappe Donoso" userId="952ef6fb-7da9-433b-9cb5-ab1c1c91cce3" providerId="ADAL" clId="{D482683E-DF45-4BA1-B60E-919AB3CEA91E}" dt="2025-11-07T15:27:53.481" v="1419"/>
            <ac:spMkLst>
              <pc:docMk/>
              <pc:sldMasterMk cId="1233716900" sldId="2147484066"/>
              <pc:sldLayoutMk cId="3255147261" sldId="2147484067"/>
              <ac:spMk id="8" creationId="{B3526FD1-E758-1183-3063-EFCCF3B8C239}"/>
            </ac:spMkLst>
          </pc:spChg>
          <pc:spChg chg="add">
            <ac:chgData name="Franco Andrés Chiappe Donoso" userId="952ef6fb-7da9-433b-9cb5-ab1c1c91cce3" providerId="ADAL" clId="{D482683E-DF45-4BA1-B60E-919AB3CEA91E}" dt="2025-11-07T15:27:53.481" v="1419"/>
            <ac:spMkLst>
              <pc:docMk/>
              <pc:sldMasterMk cId="1233716900" sldId="2147484066"/>
              <pc:sldLayoutMk cId="3255147261" sldId="2147484067"/>
              <ac:spMk id="9" creationId="{70BABE63-B7E2-0735-AB42-5F9E283AFFEB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27:53.481" v="1419"/>
          <pc:sldLayoutMkLst>
            <pc:docMk/>
            <pc:sldMasterMk cId="1233716900" sldId="2147484066"/>
            <pc:sldLayoutMk cId="3540593246" sldId="2147484070"/>
          </pc:sldLayoutMkLst>
          <pc:spChg chg="add">
            <ac:chgData name="Franco Andrés Chiappe Donoso" userId="952ef6fb-7da9-433b-9cb5-ab1c1c91cce3" providerId="ADAL" clId="{D482683E-DF45-4BA1-B60E-919AB3CEA91E}" dt="2025-11-07T15:27:53.481" v="1419"/>
            <ac:spMkLst>
              <pc:docMk/>
              <pc:sldMasterMk cId="1233716900" sldId="2147484066"/>
              <pc:sldLayoutMk cId="3540593246" sldId="2147484070"/>
              <ac:spMk id="9" creationId="{81D691BA-6507-E9C5-F200-0C55131761F5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27:48.486" v="1416"/>
        <pc:sldMasterMkLst>
          <pc:docMk/>
          <pc:sldMasterMk cId="1913477316" sldId="2147484066"/>
        </pc:sldMasterMkLst>
        <pc:sldLayoutChg chg="addSp">
          <pc:chgData name="Franco Andrés Chiappe Donoso" userId="952ef6fb-7da9-433b-9cb5-ab1c1c91cce3" providerId="ADAL" clId="{D482683E-DF45-4BA1-B60E-919AB3CEA91E}" dt="2025-11-07T15:27:48.486" v="1416"/>
          <pc:sldLayoutMkLst>
            <pc:docMk/>
            <pc:sldMasterMk cId="1913477316" sldId="2147484066"/>
            <pc:sldLayoutMk cId="4193021493" sldId="2147484067"/>
          </pc:sldLayoutMkLst>
          <pc:spChg chg="add">
            <ac:chgData name="Franco Andrés Chiappe Donoso" userId="952ef6fb-7da9-433b-9cb5-ab1c1c91cce3" providerId="ADAL" clId="{D482683E-DF45-4BA1-B60E-919AB3CEA91E}" dt="2025-11-07T15:27:48.486" v="1416"/>
            <ac:spMkLst>
              <pc:docMk/>
              <pc:sldMasterMk cId="1913477316" sldId="2147484066"/>
              <pc:sldLayoutMk cId="4193021493" sldId="2147484067"/>
              <ac:spMk id="8" creationId="{9642E535-40C3-6DD2-93DB-4983377BC447}"/>
            </ac:spMkLst>
          </pc:spChg>
          <pc:spChg chg="add">
            <ac:chgData name="Franco Andrés Chiappe Donoso" userId="952ef6fb-7da9-433b-9cb5-ab1c1c91cce3" providerId="ADAL" clId="{D482683E-DF45-4BA1-B60E-919AB3CEA91E}" dt="2025-11-07T15:27:48.486" v="1416"/>
            <ac:spMkLst>
              <pc:docMk/>
              <pc:sldMasterMk cId="1913477316" sldId="2147484066"/>
              <pc:sldLayoutMk cId="4193021493" sldId="2147484067"/>
              <ac:spMk id="9" creationId="{025C78FF-E7CB-4922-DECB-8C419FA0B05E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27:48.486" v="1416"/>
          <pc:sldLayoutMkLst>
            <pc:docMk/>
            <pc:sldMasterMk cId="1913477316" sldId="2147484066"/>
            <pc:sldLayoutMk cId="2674249229" sldId="2147484070"/>
          </pc:sldLayoutMkLst>
          <pc:spChg chg="add">
            <ac:chgData name="Franco Andrés Chiappe Donoso" userId="952ef6fb-7da9-433b-9cb5-ab1c1c91cce3" providerId="ADAL" clId="{D482683E-DF45-4BA1-B60E-919AB3CEA91E}" dt="2025-11-07T15:27:48.486" v="1416"/>
            <ac:spMkLst>
              <pc:docMk/>
              <pc:sldMasterMk cId="1913477316" sldId="2147484066"/>
              <pc:sldLayoutMk cId="2674249229" sldId="2147484070"/>
              <ac:spMk id="9" creationId="{C0444398-4AC7-7FC1-1927-D4C2FFB0602D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40:07.419" v="1456" actId="478"/>
        <pc:sldMasterMkLst>
          <pc:docMk/>
          <pc:sldMasterMk cId="3392841764" sldId="2147484078"/>
        </pc:sldMasterMkLst>
        <pc:sldLayoutChg chg="addSp">
          <pc:chgData name="Franco Andrés Chiappe Donoso" userId="952ef6fb-7da9-433b-9cb5-ab1c1c91cce3" providerId="ADAL" clId="{D482683E-DF45-4BA1-B60E-919AB3CEA91E}" dt="2025-11-07T15:28:20.853" v="1421"/>
          <pc:sldLayoutMkLst>
            <pc:docMk/>
            <pc:sldMasterMk cId="3392841764" sldId="2147484078"/>
            <pc:sldLayoutMk cId="3475288737" sldId="2147484079"/>
          </pc:sldLayoutMkLst>
          <pc:spChg chg="add">
            <ac:chgData name="Franco Andrés Chiappe Donoso" userId="952ef6fb-7da9-433b-9cb5-ab1c1c91cce3" providerId="ADAL" clId="{D482683E-DF45-4BA1-B60E-919AB3CEA91E}" dt="2025-11-07T15:28:20.853" v="1421"/>
            <ac:spMkLst>
              <pc:docMk/>
              <pc:sldMasterMk cId="3392841764" sldId="2147484078"/>
              <pc:sldLayoutMk cId="3475288737" sldId="2147484079"/>
              <ac:spMk id="8" creationId="{515C1A17-DC56-A1C0-60BE-DBC51E214698}"/>
            </ac:spMkLst>
          </pc:spChg>
          <pc:spChg chg="add">
            <ac:chgData name="Franco Andrés Chiappe Donoso" userId="952ef6fb-7da9-433b-9cb5-ab1c1c91cce3" providerId="ADAL" clId="{D482683E-DF45-4BA1-B60E-919AB3CEA91E}" dt="2025-11-07T15:28:20.853" v="1421"/>
            <ac:spMkLst>
              <pc:docMk/>
              <pc:sldMasterMk cId="3392841764" sldId="2147484078"/>
              <pc:sldLayoutMk cId="3475288737" sldId="2147484079"/>
              <ac:spMk id="9" creationId="{BE5DB1D9-A6B3-B0EB-1456-02AA5EA2924A}"/>
            </ac:spMkLst>
          </pc:spChg>
        </pc:sldLayoutChg>
        <pc:sldLayoutChg chg="addSp delSp modSp mod">
          <pc:chgData name="Franco Andrés Chiappe Donoso" userId="952ef6fb-7da9-433b-9cb5-ab1c1c91cce3" providerId="ADAL" clId="{D482683E-DF45-4BA1-B60E-919AB3CEA91E}" dt="2025-11-07T15:40:07.419" v="1456" actId="478"/>
          <pc:sldLayoutMkLst>
            <pc:docMk/>
            <pc:sldMasterMk cId="3392841764" sldId="2147484078"/>
            <pc:sldLayoutMk cId="1316100240" sldId="2147484082"/>
          </pc:sldLayoutMkLst>
          <pc:spChg chg="mod">
            <ac:chgData name="Franco Andrés Chiappe Donoso" userId="952ef6fb-7da9-433b-9cb5-ab1c1c91cce3" providerId="ADAL" clId="{D482683E-DF45-4BA1-B60E-919AB3CEA91E}" dt="2025-11-07T15:39:55.060" v="1454" actId="242"/>
            <ac:spMkLst>
              <pc:docMk/>
              <pc:sldMasterMk cId="3392841764" sldId="2147484078"/>
              <pc:sldLayoutMk cId="1316100240" sldId="2147484082"/>
              <ac:spMk id="3" creationId="{00000000-0000-0000-0000-000000000000}"/>
            </ac:spMkLst>
          </pc:spChg>
          <pc:spChg chg="mod">
            <ac:chgData name="Franco Andrés Chiappe Donoso" userId="952ef6fb-7da9-433b-9cb5-ab1c1c91cce3" providerId="ADAL" clId="{D482683E-DF45-4BA1-B60E-919AB3CEA91E}" dt="2025-11-07T15:39:58.112" v="1455" actId="242"/>
            <ac:spMkLst>
              <pc:docMk/>
              <pc:sldMasterMk cId="3392841764" sldId="2147484078"/>
              <pc:sldLayoutMk cId="1316100240" sldId="2147484082"/>
              <ac:spMk id="4" creationId="{00000000-0000-0000-0000-000000000000}"/>
            </ac:spMkLst>
          </pc:spChg>
          <pc:spChg chg="add del">
            <ac:chgData name="Franco Andrés Chiappe Donoso" userId="952ef6fb-7da9-433b-9cb5-ab1c1c91cce3" providerId="ADAL" clId="{D482683E-DF45-4BA1-B60E-919AB3CEA91E}" dt="2025-11-07T15:40:07.419" v="1456" actId="478"/>
            <ac:spMkLst>
              <pc:docMk/>
              <pc:sldMasterMk cId="3392841764" sldId="2147484078"/>
              <pc:sldLayoutMk cId="1316100240" sldId="2147484082"/>
              <ac:spMk id="9" creationId="{A0E2FCAB-4227-2793-A6F8-55D1E0BFD279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6:26.640" v="1430"/>
        <pc:sldMasterMkLst>
          <pc:docMk/>
          <pc:sldMasterMk cId="1184039183" sldId="2147484090"/>
        </pc:sldMasterMkLst>
        <pc:sldLayoutChg chg="addSp">
          <pc:chgData name="Franco Andrés Chiappe Donoso" userId="952ef6fb-7da9-433b-9cb5-ab1c1c91cce3" providerId="ADAL" clId="{D482683E-DF45-4BA1-B60E-919AB3CEA91E}" dt="2025-11-07T15:36:26.640" v="1430"/>
          <pc:sldLayoutMkLst>
            <pc:docMk/>
            <pc:sldMasterMk cId="1184039183" sldId="2147484090"/>
            <pc:sldLayoutMk cId="4278102511" sldId="2147484091"/>
          </pc:sldLayoutMkLst>
          <pc:spChg chg="add">
            <ac:chgData name="Franco Andrés Chiappe Donoso" userId="952ef6fb-7da9-433b-9cb5-ab1c1c91cce3" providerId="ADAL" clId="{D482683E-DF45-4BA1-B60E-919AB3CEA91E}" dt="2025-11-07T15:36:26.640" v="1430"/>
            <ac:spMkLst>
              <pc:docMk/>
              <pc:sldMasterMk cId="1184039183" sldId="2147484090"/>
              <pc:sldLayoutMk cId="4278102511" sldId="2147484091"/>
              <ac:spMk id="8" creationId="{4E6E0B38-1F9C-F15E-11B0-5388AF59915F}"/>
            </ac:spMkLst>
          </pc:spChg>
          <pc:spChg chg="add">
            <ac:chgData name="Franco Andrés Chiappe Donoso" userId="952ef6fb-7da9-433b-9cb5-ab1c1c91cce3" providerId="ADAL" clId="{D482683E-DF45-4BA1-B60E-919AB3CEA91E}" dt="2025-11-07T15:36:26.640" v="1430"/>
            <ac:spMkLst>
              <pc:docMk/>
              <pc:sldMasterMk cId="1184039183" sldId="2147484090"/>
              <pc:sldLayoutMk cId="4278102511" sldId="2147484091"/>
              <ac:spMk id="9" creationId="{3224DCD6-C669-983F-BFE0-7FF375B10612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6:26.640" v="1430"/>
          <pc:sldLayoutMkLst>
            <pc:docMk/>
            <pc:sldMasterMk cId="1184039183" sldId="2147484090"/>
            <pc:sldLayoutMk cId="2019029833" sldId="2147484094"/>
          </pc:sldLayoutMkLst>
          <pc:spChg chg="add">
            <ac:chgData name="Franco Andrés Chiappe Donoso" userId="952ef6fb-7da9-433b-9cb5-ab1c1c91cce3" providerId="ADAL" clId="{D482683E-DF45-4BA1-B60E-919AB3CEA91E}" dt="2025-11-07T15:36:26.640" v="1430"/>
            <ac:spMkLst>
              <pc:docMk/>
              <pc:sldMasterMk cId="1184039183" sldId="2147484090"/>
              <pc:sldLayoutMk cId="2019029833" sldId="2147484094"/>
              <ac:spMk id="8" creationId="{C161D133-92AD-D7C5-A78B-96939CE2499D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5:05.879" v="1422"/>
        <pc:sldMasterMkLst>
          <pc:docMk/>
          <pc:sldMasterMk cId="1797274097" sldId="2147484090"/>
        </pc:sldMasterMkLst>
        <pc:sldLayoutChg chg="addSp">
          <pc:chgData name="Franco Andrés Chiappe Donoso" userId="952ef6fb-7da9-433b-9cb5-ab1c1c91cce3" providerId="ADAL" clId="{D482683E-DF45-4BA1-B60E-919AB3CEA91E}" dt="2025-11-07T15:35:05.879" v="1422"/>
          <pc:sldLayoutMkLst>
            <pc:docMk/>
            <pc:sldMasterMk cId="1797274097" sldId="2147484090"/>
            <pc:sldLayoutMk cId="4285961969" sldId="2147484091"/>
          </pc:sldLayoutMkLst>
          <pc:spChg chg="add">
            <ac:chgData name="Franco Andrés Chiappe Donoso" userId="952ef6fb-7da9-433b-9cb5-ab1c1c91cce3" providerId="ADAL" clId="{D482683E-DF45-4BA1-B60E-919AB3CEA91E}" dt="2025-11-07T15:35:05.879" v="1422"/>
            <ac:spMkLst>
              <pc:docMk/>
              <pc:sldMasterMk cId="1797274097" sldId="2147484090"/>
              <pc:sldLayoutMk cId="4285961969" sldId="2147484091"/>
              <ac:spMk id="7" creationId="{9BB5CC9E-2B86-2570-0A5C-203A314424BA}"/>
            </ac:spMkLst>
          </pc:spChg>
          <pc:spChg chg="add">
            <ac:chgData name="Franco Andrés Chiappe Donoso" userId="952ef6fb-7da9-433b-9cb5-ab1c1c91cce3" providerId="ADAL" clId="{D482683E-DF45-4BA1-B60E-919AB3CEA91E}" dt="2025-11-07T15:35:05.879" v="1422"/>
            <ac:spMkLst>
              <pc:docMk/>
              <pc:sldMasterMk cId="1797274097" sldId="2147484090"/>
              <pc:sldLayoutMk cId="4285961969" sldId="2147484091"/>
              <ac:spMk id="8" creationId="{7D4F5F03-B9DA-9B32-479A-AA0C7B4BBC18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5:05.879" v="1422"/>
          <pc:sldLayoutMkLst>
            <pc:docMk/>
            <pc:sldMasterMk cId="1797274097" sldId="2147484090"/>
            <pc:sldLayoutMk cId="4198990191" sldId="2147484094"/>
          </pc:sldLayoutMkLst>
          <pc:spChg chg="add">
            <ac:chgData name="Franco Andrés Chiappe Donoso" userId="952ef6fb-7da9-433b-9cb5-ab1c1c91cce3" providerId="ADAL" clId="{D482683E-DF45-4BA1-B60E-919AB3CEA91E}" dt="2025-11-07T15:35:05.879" v="1422"/>
            <ac:spMkLst>
              <pc:docMk/>
              <pc:sldMasterMk cId="1797274097" sldId="2147484090"/>
              <pc:sldLayoutMk cId="4198990191" sldId="2147484094"/>
              <ac:spMk id="8" creationId="{B4CFA8CE-0944-B929-99EA-5CA5AFFAE97E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8:48.359" v="1432"/>
        <pc:sldMasterMkLst>
          <pc:docMk/>
          <pc:sldMasterMk cId="3817913460" sldId="2147484107"/>
        </pc:sldMasterMkLst>
        <pc:sldLayoutChg chg="addSp">
          <pc:chgData name="Franco Andrés Chiappe Donoso" userId="952ef6fb-7da9-433b-9cb5-ab1c1c91cce3" providerId="ADAL" clId="{D482683E-DF45-4BA1-B60E-919AB3CEA91E}" dt="2025-11-07T15:38:48.359" v="1432"/>
          <pc:sldLayoutMkLst>
            <pc:docMk/>
            <pc:sldMasterMk cId="3817913460" sldId="2147484107"/>
            <pc:sldLayoutMk cId="3060686473" sldId="2147484108"/>
          </pc:sldLayoutMkLst>
          <pc:spChg chg="add">
            <ac:chgData name="Franco Andrés Chiappe Donoso" userId="952ef6fb-7da9-433b-9cb5-ab1c1c91cce3" providerId="ADAL" clId="{D482683E-DF45-4BA1-B60E-919AB3CEA91E}" dt="2025-11-07T15:38:48.359" v="1432"/>
            <ac:spMkLst>
              <pc:docMk/>
              <pc:sldMasterMk cId="3817913460" sldId="2147484107"/>
              <pc:sldLayoutMk cId="3060686473" sldId="2147484108"/>
              <ac:spMk id="8" creationId="{B61E49B2-21B0-430A-3E92-C9D11FCACAC5}"/>
            </ac:spMkLst>
          </pc:spChg>
          <pc:spChg chg="add">
            <ac:chgData name="Franco Andrés Chiappe Donoso" userId="952ef6fb-7da9-433b-9cb5-ab1c1c91cce3" providerId="ADAL" clId="{D482683E-DF45-4BA1-B60E-919AB3CEA91E}" dt="2025-11-07T15:38:48.359" v="1432"/>
            <ac:spMkLst>
              <pc:docMk/>
              <pc:sldMasterMk cId="3817913460" sldId="2147484107"/>
              <pc:sldLayoutMk cId="3060686473" sldId="2147484108"/>
              <ac:spMk id="9" creationId="{50ADA576-F3DE-92D7-B1D4-5636FF658703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8:48.359" v="1432"/>
          <pc:sldLayoutMkLst>
            <pc:docMk/>
            <pc:sldMasterMk cId="3817913460" sldId="2147484107"/>
            <pc:sldLayoutMk cId="3525711897" sldId="2147484111"/>
          </pc:sldLayoutMkLst>
          <pc:spChg chg="add">
            <ac:chgData name="Franco Andrés Chiappe Donoso" userId="952ef6fb-7da9-433b-9cb5-ab1c1c91cce3" providerId="ADAL" clId="{D482683E-DF45-4BA1-B60E-919AB3CEA91E}" dt="2025-11-07T15:38:48.359" v="1432"/>
            <ac:spMkLst>
              <pc:docMk/>
              <pc:sldMasterMk cId="3817913460" sldId="2147484107"/>
              <pc:sldLayoutMk cId="3525711897" sldId="2147484111"/>
              <ac:spMk id="2" creationId="{39028E8D-7CD3-A449-F293-79E99AD063B6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8:50.368" v="1434"/>
        <pc:sldMasterMkLst>
          <pc:docMk/>
          <pc:sldMasterMk cId="479882400" sldId="2147484119"/>
        </pc:sldMasterMkLst>
        <pc:sldLayoutChg chg="addSp">
          <pc:chgData name="Franco Andrés Chiappe Donoso" userId="952ef6fb-7da9-433b-9cb5-ab1c1c91cce3" providerId="ADAL" clId="{D482683E-DF45-4BA1-B60E-919AB3CEA91E}" dt="2025-11-07T15:38:50.368" v="1434"/>
          <pc:sldLayoutMkLst>
            <pc:docMk/>
            <pc:sldMasterMk cId="479882400" sldId="2147484119"/>
            <pc:sldLayoutMk cId="2140148681" sldId="2147484120"/>
          </pc:sldLayoutMkLst>
          <pc:spChg chg="add">
            <ac:chgData name="Franco Andrés Chiappe Donoso" userId="952ef6fb-7da9-433b-9cb5-ab1c1c91cce3" providerId="ADAL" clId="{D482683E-DF45-4BA1-B60E-919AB3CEA91E}" dt="2025-11-07T15:38:50.368" v="1434"/>
            <ac:spMkLst>
              <pc:docMk/>
              <pc:sldMasterMk cId="479882400" sldId="2147484119"/>
              <pc:sldLayoutMk cId="2140148681" sldId="2147484120"/>
              <ac:spMk id="9" creationId="{919F87CB-9483-B814-03B7-E8006AAD747D}"/>
            </ac:spMkLst>
          </pc:spChg>
          <pc:spChg chg="add">
            <ac:chgData name="Franco Andrés Chiappe Donoso" userId="952ef6fb-7da9-433b-9cb5-ab1c1c91cce3" providerId="ADAL" clId="{D482683E-DF45-4BA1-B60E-919AB3CEA91E}" dt="2025-11-07T15:38:50.368" v="1434"/>
            <ac:spMkLst>
              <pc:docMk/>
              <pc:sldMasterMk cId="479882400" sldId="2147484119"/>
              <pc:sldLayoutMk cId="2140148681" sldId="2147484120"/>
              <ac:spMk id="10" creationId="{3BA102B5-A455-A3AF-33C6-FB211BBEB336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8:50.368" v="1434"/>
          <pc:sldLayoutMkLst>
            <pc:docMk/>
            <pc:sldMasterMk cId="479882400" sldId="2147484119"/>
            <pc:sldLayoutMk cId="2623344178" sldId="2147484123"/>
          </pc:sldLayoutMkLst>
          <pc:spChg chg="add">
            <ac:chgData name="Franco Andrés Chiappe Donoso" userId="952ef6fb-7da9-433b-9cb5-ab1c1c91cce3" providerId="ADAL" clId="{D482683E-DF45-4BA1-B60E-919AB3CEA91E}" dt="2025-11-07T15:38:50.368" v="1434"/>
            <ac:spMkLst>
              <pc:docMk/>
              <pc:sldMasterMk cId="479882400" sldId="2147484119"/>
              <pc:sldLayoutMk cId="2623344178" sldId="2147484123"/>
              <ac:spMk id="2" creationId="{6275E3FC-ECE0-7AD5-D4CC-29B6588C0A82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8:53.100" v="1435"/>
        <pc:sldMasterMkLst>
          <pc:docMk/>
          <pc:sldMasterMk cId="261055759" sldId="2147484131"/>
        </pc:sldMasterMkLst>
        <pc:sldLayoutChg chg="addSp">
          <pc:chgData name="Franco Andrés Chiappe Donoso" userId="952ef6fb-7da9-433b-9cb5-ab1c1c91cce3" providerId="ADAL" clId="{D482683E-DF45-4BA1-B60E-919AB3CEA91E}" dt="2025-11-07T15:38:53.100" v="1435"/>
          <pc:sldLayoutMkLst>
            <pc:docMk/>
            <pc:sldMasterMk cId="261055759" sldId="2147484131"/>
            <pc:sldLayoutMk cId="1298918302" sldId="2147484132"/>
          </pc:sldLayoutMkLst>
          <pc:spChg chg="add">
            <ac:chgData name="Franco Andrés Chiappe Donoso" userId="952ef6fb-7da9-433b-9cb5-ab1c1c91cce3" providerId="ADAL" clId="{D482683E-DF45-4BA1-B60E-919AB3CEA91E}" dt="2025-11-07T15:38:53.100" v="1435"/>
            <ac:spMkLst>
              <pc:docMk/>
              <pc:sldMasterMk cId="261055759" sldId="2147484131"/>
              <pc:sldLayoutMk cId="1298918302" sldId="2147484132"/>
              <ac:spMk id="8" creationId="{7B8E2D33-4DBA-B38A-B44E-D8EF6DA4521E}"/>
            </ac:spMkLst>
          </pc:spChg>
          <pc:spChg chg="add">
            <ac:chgData name="Franco Andrés Chiappe Donoso" userId="952ef6fb-7da9-433b-9cb5-ab1c1c91cce3" providerId="ADAL" clId="{D482683E-DF45-4BA1-B60E-919AB3CEA91E}" dt="2025-11-07T15:38:53.100" v="1435"/>
            <ac:spMkLst>
              <pc:docMk/>
              <pc:sldMasterMk cId="261055759" sldId="2147484131"/>
              <pc:sldLayoutMk cId="1298918302" sldId="2147484132"/>
              <ac:spMk id="9" creationId="{B897D3B4-79AA-DAAB-E212-6F1DB7AE4C60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8:53.100" v="1435"/>
          <pc:sldLayoutMkLst>
            <pc:docMk/>
            <pc:sldMasterMk cId="261055759" sldId="2147484131"/>
            <pc:sldLayoutMk cId="1712110104" sldId="2147484135"/>
          </pc:sldLayoutMkLst>
          <pc:spChg chg="add">
            <ac:chgData name="Franco Andrés Chiappe Donoso" userId="952ef6fb-7da9-433b-9cb5-ab1c1c91cce3" providerId="ADAL" clId="{D482683E-DF45-4BA1-B60E-919AB3CEA91E}" dt="2025-11-07T15:38:53.100" v="1435"/>
            <ac:spMkLst>
              <pc:docMk/>
              <pc:sldMasterMk cId="261055759" sldId="2147484131"/>
              <pc:sldLayoutMk cId="1712110104" sldId="2147484135"/>
              <ac:spMk id="2" creationId="{6960A8A9-B282-3B88-E2C4-85C0DEA1BEF4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8:54.436" v="1436"/>
        <pc:sldMasterMkLst>
          <pc:docMk/>
          <pc:sldMasterMk cId="1063481046" sldId="2147484143"/>
        </pc:sldMasterMkLst>
        <pc:sldLayoutChg chg="addSp">
          <pc:chgData name="Franco Andrés Chiappe Donoso" userId="952ef6fb-7da9-433b-9cb5-ab1c1c91cce3" providerId="ADAL" clId="{D482683E-DF45-4BA1-B60E-919AB3CEA91E}" dt="2025-11-07T15:38:54.436" v="1436"/>
          <pc:sldLayoutMkLst>
            <pc:docMk/>
            <pc:sldMasterMk cId="1063481046" sldId="2147484143"/>
            <pc:sldLayoutMk cId="3382501917" sldId="2147484144"/>
          </pc:sldLayoutMkLst>
          <pc:spChg chg="add">
            <ac:chgData name="Franco Andrés Chiappe Donoso" userId="952ef6fb-7da9-433b-9cb5-ab1c1c91cce3" providerId="ADAL" clId="{D482683E-DF45-4BA1-B60E-919AB3CEA91E}" dt="2025-11-07T15:38:54.436" v="1436"/>
            <ac:spMkLst>
              <pc:docMk/>
              <pc:sldMasterMk cId="1063481046" sldId="2147484143"/>
              <pc:sldLayoutMk cId="3382501917" sldId="2147484144"/>
              <ac:spMk id="9" creationId="{6F7CBC34-5A8B-ADF8-A5A9-2E9385ADE7F2}"/>
            </ac:spMkLst>
          </pc:spChg>
          <pc:spChg chg="add">
            <ac:chgData name="Franco Andrés Chiappe Donoso" userId="952ef6fb-7da9-433b-9cb5-ab1c1c91cce3" providerId="ADAL" clId="{D482683E-DF45-4BA1-B60E-919AB3CEA91E}" dt="2025-11-07T15:38:54.436" v="1436"/>
            <ac:spMkLst>
              <pc:docMk/>
              <pc:sldMasterMk cId="1063481046" sldId="2147484143"/>
              <pc:sldLayoutMk cId="3382501917" sldId="2147484144"/>
              <ac:spMk id="10" creationId="{017186B4-FEAC-12C8-4466-22544BA0B746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8:54.436" v="1436"/>
          <pc:sldLayoutMkLst>
            <pc:docMk/>
            <pc:sldMasterMk cId="1063481046" sldId="2147484143"/>
            <pc:sldLayoutMk cId="2085881641" sldId="2147484147"/>
          </pc:sldLayoutMkLst>
          <pc:spChg chg="add">
            <ac:chgData name="Franco Andrés Chiappe Donoso" userId="952ef6fb-7da9-433b-9cb5-ab1c1c91cce3" providerId="ADAL" clId="{D482683E-DF45-4BA1-B60E-919AB3CEA91E}" dt="2025-11-07T15:38:54.436" v="1436"/>
            <ac:spMkLst>
              <pc:docMk/>
              <pc:sldMasterMk cId="1063481046" sldId="2147484143"/>
              <pc:sldLayoutMk cId="2085881641" sldId="2147484147"/>
              <ac:spMk id="2" creationId="{6A133187-F371-E036-E8D9-255047A04672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8:59.634" v="1437"/>
        <pc:sldMasterMkLst>
          <pc:docMk/>
          <pc:sldMasterMk cId="3625219572" sldId="2147484155"/>
        </pc:sldMasterMkLst>
        <pc:sldLayoutChg chg="addSp">
          <pc:chgData name="Franco Andrés Chiappe Donoso" userId="952ef6fb-7da9-433b-9cb5-ab1c1c91cce3" providerId="ADAL" clId="{D482683E-DF45-4BA1-B60E-919AB3CEA91E}" dt="2025-11-07T15:38:59.634" v="1437"/>
          <pc:sldLayoutMkLst>
            <pc:docMk/>
            <pc:sldMasterMk cId="3625219572" sldId="2147484155"/>
            <pc:sldLayoutMk cId="1736720511" sldId="2147484156"/>
          </pc:sldLayoutMkLst>
          <pc:spChg chg="add">
            <ac:chgData name="Franco Andrés Chiappe Donoso" userId="952ef6fb-7da9-433b-9cb5-ab1c1c91cce3" providerId="ADAL" clId="{D482683E-DF45-4BA1-B60E-919AB3CEA91E}" dt="2025-11-07T15:38:59.634" v="1437"/>
            <ac:spMkLst>
              <pc:docMk/>
              <pc:sldMasterMk cId="3625219572" sldId="2147484155"/>
              <pc:sldLayoutMk cId="1736720511" sldId="2147484156"/>
              <ac:spMk id="7" creationId="{625D1F93-0FAC-89F0-3896-FC9000DFE714}"/>
            </ac:spMkLst>
          </pc:spChg>
          <pc:spChg chg="add">
            <ac:chgData name="Franco Andrés Chiappe Donoso" userId="952ef6fb-7da9-433b-9cb5-ab1c1c91cce3" providerId="ADAL" clId="{D482683E-DF45-4BA1-B60E-919AB3CEA91E}" dt="2025-11-07T15:38:59.634" v="1437"/>
            <ac:spMkLst>
              <pc:docMk/>
              <pc:sldMasterMk cId="3625219572" sldId="2147484155"/>
              <pc:sldLayoutMk cId="1736720511" sldId="2147484156"/>
              <ac:spMk id="8" creationId="{6CE16919-4B1E-22A0-B1D7-EE632DE8C2B2}"/>
            </ac:spMkLst>
          </pc:spChg>
        </pc:sldLayoutChg>
        <pc:sldLayoutChg chg="addSp">
          <pc:chgData name="Franco Andrés Chiappe Donoso" userId="952ef6fb-7da9-433b-9cb5-ab1c1c91cce3" providerId="ADAL" clId="{D482683E-DF45-4BA1-B60E-919AB3CEA91E}" dt="2025-11-07T15:38:59.634" v="1437"/>
          <pc:sldLayoutMkLst>
            <pc:docMk/>
            <pc:sldMasterMk cId="3625219572" sldId="2147484155"/>
            <pc:sldLayoutMk cId="1271152880" sldId="2147484159"/>
          </pc:sldLayoutMkLst>
          <pc:spChg chg="add">
            <ac:chgData name="Franco Andrés Chiappe Donoso" userId="952ef6fb-7da9-433b-9cb5-ab1c1c91cce3" providerId="ADAL" clId="{D482683E-DF45-4BA1-B60E-919AB3CEA91E}" dt="2025-11-07T15:38:59.634" v="1437"/>
            <ac:spMkLst>
              <pc:docMk/>
              <pc:sldMasterMk cId="3625219572" sldId="2147484155"/>
              <pc:sldLayoutMk cId="1271152880" sldId="2147484159"/>
              <ac:spMk id="8" creationId="{FDF684C5-4D24-60FD-CC52-7C72BE62E633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1-07T15:39:23.116" v="1444"/>
        <pc:sldMasterMkLst>
          <pc:docMk/>
          <pc:sldMasterMk cId="3790308412" sldId="2147484167"/>
        </pc:sldMasterMkLst>
        <pc:sldLayoutChg chg="addSp">
          <pc:chgData name="Franco Andrés Chiappe Donoso" userId="952ef6fb-7da9-433b-9cb5-ab1c1c91cce3" providerId="ADAL" clId="{D482683E-DF45-4BA1-B60E-919AB3CEA91E}" dt="2025-11-07T15:39:14.080" v="1439"/>
          <pc:sldLayoutMkLst>
            <pc:docMk/>
            <pc:sldMasterMk cId="3790308412" sldId="2147484167"/>
            <pc:sldLayoutMk cId="3430779372" sldId="2147484168"/>
          </pc:sldLayoutMkLst>
          <pc:spChg chg="add">
            <ac:chgData name="Franco Andrés Chiappe Donoso" userId="952ef6fb-7da9-433b-9cb5-ab1c1c91cce3" providerId="ADAL" clId="{D482683E-DF45-4BA1-B60E-919AB3CEA91E}" dt="2025-11-07T15:39:14.080" v="1439"/>
            <ac:spMkLst>
              <pc:docMk/>
              <pc:sldMasterMk cId="3790308412" sldId="2147484167"/>
              <pc:sldLayoutMk cId="3430779372" sldId="2147484168"/>
              <ac:spMk id="8" creationId="{44EA0147-1DB5-6827-2A79-2B25D691005E}"/>
            </ac:spMkLst>
          </pc:spChg>
          <pc:spChg chg="add">
            <ac:chgData name="Franco Andrés Chiappe Donoso" userId="952ef6fb-7da9-433b-9cb5-ab1c1c91cce3" providerId="ADAL" clId="{D482683E-DF45-4BA1-B60E-919AB3CEA91E}" dt="2025-11-07T15:39:14.080" v="1439"/>
            <ac:spMkLst>
              <pc:docMk/>
              <pc:sldMasterMk cId="3790308412" sldId="2147484167"/>
              <pc:sldLayoutMk cId="3430779372" sldId="2147484168"/>
              <ac:spMk id="9" creationId="{FEDCF6BA-0620-86A8-A139-243C5F5B2863}"/>
            </ac:spMkLst>
          </pc:spChg>
        </pc:sldLayoutChg>
        <pc:sldLayoutChg chg="addSp delSp">
          <pc:chgData name="Franco Andrés Chiappe Donoso" userId="952ef6fb-7da9-433b-9cb5-ab1c1c91cce3" providerId="ADAL" clId="{D482683E-DF45-4BA1-B60E-919AB3CEA91E}" dt="2025-11-07T15:39:23.116" v="1444"/>
          <pc:sldLayoutMkLst>
            <pc:docMk/>
            <pc:sldMasterMk cId="3790308412" sldId="2147484167"/>
            <pc:sldLayoutMk cId="4235881802" sldId="2147484185"/>
          </pc:sldLayoutMkLst>
          <pc:cxnChg chg="add del">
            <ac:chgData name="Franco Andrés Chiappe Donoso" userId="952ef6fb-7da9-433b-9cb5-ab1c1c91cce3" providerId="ADAL" clId="{D482683E-DF45-4BA1-B60E-919AB3CEA91E}" dt="2025-11-07T15:39:23.116" v="1444"/>
            <ac:cxnSpMkLst>
              <pc:docMk/>
              <pc:sldMasterMk cId="3790308412" sldId="2147484167"/>
              <pc:sldLayoutMk cId="4235881802" sldId="2147484185"/>
              <ac:cxnSpMk id="33" creationId="{00000000-0000-0000-0000-000000000000}"/>
            </ac:cxnSpMkLst>
          </pc:cxnChg>
        </pc:sldLayoutChg>
        <pc:sldLayoutChg chg="addSp delSp">
          <pc:chgData name="Franco Andrés Chiappe Donoso" userId="952ef6fb-7da9-433b-9cb5-ab1c1c91cce3" providerId="ADAL" clId="{D482683E-DF45-4BA1-B60E-919AB3CEA91E}" dt="2025-11-07T15:39:23.116" v="1444"/>
          <pc:sldLayoutMkLst>
            <pc:docMk/>
            <pc:sldMasterMk cId="3790308412" sldId="2147484167"/>
            <pc:sldLayoutMk cId="3028505406" sldId="2147484186"/>
          </pc:sldLayoutMkLst>
          <pc:cxnChg chg="add del">
            <ac:chgData name="Franco Andrés Chiappe Donoso" userId="952ef6fb-7da9-433b-9cb5-ab1c1c91cce3" providerId="ADAL" clId="{D482683E-DF45-4BA1-B60E-919AB3CEA91E}" dt="2025-11-07T15:39:23.116" v="1444"/>
            <ac:cxnSpMkLst>
              <pc:docMk/>
              <pc:sldMasterMk cId="3790308412" sldId="2147484167"/>
              <pc:sldLayoutMk cId="3028505406" sldId="2147484186"/>
              <ac:cxnSpMk id="35" creationId="{00000000-0000-0000-0000-000000000000}"/>
            </ac:cxnSpMkLst>
          </pc:cxnChg>
        </pc:sldLayoutChg>
      </pc:sldMasterChg>
    </pc:docChg>
  </pc:docChgLst>
  <pc:docChgLst>
    <pc:chgData name="Ziyu Guo ." userId="S::ziyuguo@uc.cl::5d0ee9bc-099e-4375-8de4-b9df224602ff" providerId="AD" clId="Web-{B7994127-FF6C-1E05-3AF2-35DA531A4773}"/>
    <pc:docChg chg="addSld modSld sldOrd addSection modSection">
      <pc:chgData name="Ziyu Guo ." userId="S::ziyuguo@uc.cl::5d0ee9bc-099e-4375-8de4-b9df224602ff" providerId="AD" clId="Web-{B7994127-FF6C-1E05-3AF2-35DA531A4773}" dt="2025-10-30T00:20:22.956" v="20" actId="20577"/>
      <pc:docMkLst>
        <pc:docMk/>
      </pc:docMkLst>
      <pc:sldChg chg="ord">
        <pc:chgData name="Ziyu Guo ." userId="S::ziyuguo@uc.cl::5d0ee9bc-099e-4375-8de4-b9df224602ff" providerId="AD" clId="Web-{B7994127-FF6C-1E05-3AF2-35DA531A4773}" dt="2025-10-30T00:20:05.985" v="9"/>
        <pc:sldMkLst>
          <pc:docMk/>
          <pc:sldMk cId="2664914889" sldId="306"/>
        </pc:sldMkLst>
      </pc:sldChg>
    </pc:docChg>
  </pc:docChgLst>
</pc:chgInfo>
</file>

<file path=ppt/comments/modernComment_110_83A6EC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7E88D-AD58-E140-A3D3-AECFFFC50186}" authorId="{A9F27DEE-20FD-0B97-634A-A122D0C9E633}" status="resolved" created="2025-10-14T12:39:10.100" complete="100000">
    <pc:sldMkLst xmlns:pc="http://schemas.microsoft.com/office/powerpoint/2013/main/command">
      <pc:docMk/>
      <pc:sldMk cId="2208754760" sldId="272"/>
    </pc:sldMkLst>
    <p188:txBody>
      <a:bodyPr/>
      <a:lstStyle/>
      <a:p>
        <a:r>
          <a:rPr lang="en-US"/>
          <a:t>demasiado texto redundante, aprovechen el elemento visual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E0C773-1EBF-4445-96D5-9CDB7DE9012C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452814-0D18-4CD3-91F9-34B0161C624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51734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18B9D-8EE9-4441-3468-1E9FC1492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4898E-3A74-070A-BFF0-352591129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D5A4D2-AF1C-6EB1-0D24-321CDC920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3A7C4-2818-9F81-A706-2B13369D6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08320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F817F-F401-AC74-C7BB-C911B8C48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0A996D-2623-4C77-A3CF-D5F8E8DA3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CFBE1-AEE3-0A72-213B-FADD46773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La falta de control continuo en la calidad de los datos impacta directamente en la eficiencia y el costo de operación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2AE50-7E76-F35B-D739-1FB5E0CED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3899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La falta de control continuo en la calidad de los datos impacta directamente en la eficiencia y el costo de operación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0319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63258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4361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1830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3162-2AA2-2035-C28E-0C7655D41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07E24-8ACC-0FA9-3385-7CAA45A80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A7C58-459E-DF9A-01FB-D11ACEC38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7E68C-2419-0ABB-1651-D3A4285CE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1711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235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4252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83921-C088-C66B-DD1C-7D25D7C22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18375C-6D54-2108-F25F-1115E4522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901D2-6AE1-4654-11F0-7FF9E0BC7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89114-0AEB-F325-EF9F-C08A7DE186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60361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15C1A17-DC56-A1C0-60BE-DBC51E214698}"/>
              </a:ext>
            </a:extLst>
          </p:cNvPr>
          <p:cNvSpPr txBox="1">
            <a:spLocks/>
          </p:cNvSpPr>
          <p:nvPr userDrawn="1"/>
        </p:nvSpPr>
        <p:spPr>
          <a:xfrm>
            <a:off x="1219724" y="3429000"/>
            <a:ext cx="9440034" cy="1017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4600" b="1">
              <a:solidFill>
                <a:srgbClr val="303E48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E5DB1D9-A6B3-B0EB-1456-02AA5EA2924A}"/>
              </a:ext>
            </a:extLst>
          </p:cNvPr>
          <p:cNvSpPr txBox="1">
            <a:spLocks/>
          </p:cNvSpPr>
          <p:nvPr userDrawn="1"/>
        </p:nvSpPr>
        <p:spPr>
          <a:xfrm>
            <a:off x="1375983" y="4906292"/>
            <a:ext cx="9440034" cy="6524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L" sz="1800">
              <a:solidFill>
                <a:srgbClr val="00AF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5288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2FF51-817C-4BC2-9065-6202383A9F61}" type="datetime1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21469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A1B10C6-8C64-4618-97B7-38E16FA0CD5C}" type="datetime1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77381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774A0-08FB-4520-BE55-AE3F665E3538}" type="datetime1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6100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0FE9-3240-4E3D-902C-B235B0D04830}" type="datetime1">
              <a:rPr lang="es-CL" smtClean="0"/>
              <a:t>07-11-2025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80570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7732-FD44-40EF-BB3A-5BC7642984E3}" type="datetime1">
              <a:rPr lang="es-CL" smtClean="0"/>
              <a:t>07-11-2025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475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B3BA8-743A-47FD-BDA3-C945344A854A}" type="datetime1">
              <a:rPr lang="es-CL" smtClean="0"/>
              <a:t>07-11-2025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78183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5F8B3F3-2699-465B-AB1E-741F7069534E}" type="datetime1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92027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4FA5-B405-4DF8-A338-CC4CD4E58E2C}" type="datetime1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8975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51CA3B-077C-467E-8A76-55068C162D60}" type="datetime1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4394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0FF9D0A-4999-4B50-AD8D-2264B9BD8A7E}" type="datetime1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17204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B06A26-47F9-7C23-7B36-61DBD1B388CA}"/>
              </a:ext>
            </a:extLst>
          </p:cNvPr>
          <p:cNvSpPr txBox="1">
            <a:spLocks/>
          </p:cNvSpPr>
          <p:nvPr userDrawn="1"/>
        </p:nvSpPr>
        <p:spPr>
          <a:xfrm>
            <a:off x="1219724" y="3429000"/>
            <a:ext cx="9440034" cy="1017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4600" b="1">
              <a:solidFill>
                <a:srgbClr val="303E48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00375C9-C882-9CC3-043E-7830244FCE32}"/>
              </a:ext>
            </a:extLst>
          </p:cNvPr>
          <p:cNvSpPr txBox="1">
            <a:spLocks/>
          </p:cNvSpPr>
          <p:nvPr userDrawn="1"/>
        </p:nvSpPr>
        <p:spPr>
          <a:xfrm>
            <a:off x="1375983" y="4906292"/>
            <a:ext cx="9440034" cy="6524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L" sz="1800">
              <a:solidFill>
                <a:srgbClr val="00AFE3"/>
              </a:solidFill>
            </a:endParaRP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2089E6D1-FBC3-1DB0-8AEB-C8B35D6D6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24" y="704499"/>
            <a:ext cx="11029616" cy="11895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146356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99E09-CC47-95E7-EBA9-7ECFF67E8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29613C-8E9E-F29A-BD9F-15FE9E952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3AFD3F-9239-4970-BD0A-2F86DABC1AE3}" type="datetime1">
              <a:rPr lang="es-CL" smtClean="0"/>
              <a:t>07-11-2025</a:t>
            </a:fld>
            <a:endParaRPr lang="es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48450-3203-6216-5F2A-D2F5D4FD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91DFA-A6B7-F3BA-F3CB-FB96EC0D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894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2A90A117-601B-4526-B21D-771CC67D6DE6}" type="datetime1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lang="it-IT"/>
              <a:t>Franco Chiappe - Vicente Garay - Ziyu Guo</a:t>
            </a:r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2841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9" r:id="rId1"/>
    <p:sldLayoutId id="2147484080" r:id="rId2"/>
    <p:sldLayoutId id="2147484081" r:id="rId3"/>
    <p:sldLayoutId id="2147484082" r:id="rId4"/>
    <p:sldLayoutId id="2147484083" r:id="rId5"/>
    <p:sldLayoutId id="2147484084" r:id="rId6"/>
    <p:sldLayoutId id="2147484085" r:id="rId7"/>
    <p:sldLayoutId id="2147484086" r:id="rId8"/>
    <p:sldLayoutId id="2147484087" r:id="rId9"/>
    <p:sldLayoutId id="2147484088" r:id="rId10"/>
    <p:sldLayoutId id="2147484089" r:id="rId11"/>
    <p:sldLayoutId id="2147484054" r:id="rId12"/>
    <p:sldLayoutId id="2147484065" r:id="rId1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83A6EC4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5261B-1E4E-BEA5-7E61-0012FF127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454EC2-1493-F15B-2A88-D5B0AA9844BC}"/>
              </a:ext>
            </a:extLst>
          </p:cNvPr>
          <p:cNvSpPr txBox="1"/>
          <p:nvPr/>
        </p:nvSpPr>
        <p:spPr>
          <a:xfrm>
            <a:off x="1503744" y="3790950"/>
            <a:ext cx="9184511" cy="10668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000" b="1" dirty="0"/>
              <a:t>Optimización de modelos predictivos mediante detección de </a:t>
            </a:r>
            <a:r>
              <a:rPr lang="es-CL" sz="4000" b="1" dirty="0" err="1"/>
              <a:t>outliers</a:t>
            </a:r>
            <a:r>
              <a:rPr lang="es-CL" sz="4000" b="1" dirty="0"/>
              <a:t> y </a:t>
            </a:r>
            <a:r>
              <a:rPr lang="es-CL" sz="4000" b="1" dirty="0" err="1"/>
              <a:t>drift</a:t>
            </a:r>
            <a:endParaRPr lang="en-US" sz="4000" b="1" cap="all" noProof="0" dirty="0">
              <a:ln w="3175" cmpd="sng">
                <a:noFill/>
              </a:ln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7BF3F8-6A2D-6314-A70D-F0D60EAD9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067" y="5141167"/>
            <a:ext cx="10993546" cy="828877"/>
          </a:xfrm>
          <a:ln>
            <a:noFill/>
          </a:ln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s-CL" sz="1400" dirty="0">
                <a:solidFill>
                  <a:schemeClr val="bg1"/>
                </a:solidFill>
              </a:rPr>
              <a:t>Proyecto de Grado Licenciatura en Ingeniería en Ciencia de Datos</a:t>
            </a:r>
          </a:p>
          <a:p>
            <a:pPr algn="ctr">
              <a:lnSpc>
                <a:spcPct val="90000"/>
              </a:lnSpc>
            </a:pPr>
            <a:r>
              <a:rPr lang="en-US" sz="1400" noProof="0" dirty="0">
                <a:solidFill>
                  <a:schemeClr val="bg1"/>
                </a:solidFill>
              </a:rPr>
              <a:t>Franco Chiappe</a:t>
            </a:r>
            <a:endParaRPr lang="en-US" sz="14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sz="1400" noProof="0" dirty="0">
                <a:solidFill>
                  <a:schemeClr val="bg1"/>
                </a:solidFill>
              </a:rPr>
              <a:t>Vicente Garay</a:t>
            </a:r>
            <a:endParaRPr lang="en-US" sz="14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sz="1400" noProof="0" dirty="0">
                <a:solidFill>
                  <a:schemeClr val="bg1"/>
                </a:solidFill>
              </a:rPr>
              <a:t>Ziyu Guo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F97C14F-00BE-F9FA-99EE-7BEB8B967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3952" y="371670"/>
            <a:ext cx="9444096" cy="290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742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CA6CA-C27E-3A4F-5EE6-2CE9A248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B04BF-FBB0-590D-5E8D-127AECABB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sz="2800" dirty="0"/>
              <a:t>INTELIGENCIA ARTIFICIAL PARA UNA GESTIÓN EFICIENTE Y SOSTENIBLE DEL AGUA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A23D5A-DE76-E82E-39D7-F04EC43E7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540360"/>
          </a:xfr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/>
          <a:p>
            <a:pPr marL="305435" indent="-305435"/>
            <a:r>
              <a:rPr lang="es-CL" dirty="0">
                <a:solidFill>
                  <a:srgbClr val="004D99"/>
                </a:solidFill>
              </a:rPr>
              <a:t>Desarrolla software como servicio (SaaS) para optimización de plantas de tratamiento de aguas</a:t>
            </a:r>
            <a:endParaRPr lang="zh-CN" dirty="0">
              <a:solidFill>
                <a:srgbClr val="004D99"/>
              </a:solidFill>
              <a:ea typeface="华文中宋"/>
            </a:endParaRPr>
          </a:p>
          <a:p>
            <a:pPr marL="305435" indent="-305435"/>
            <a:r>
              <a:rPr lang="es-CL" dirty="0"/>
              <a:t>Su tecnología se implementa en plantas que procesan más de un millón de m³ diarios</a:t>
            </a:r>
            <a:endParaRPr lang="es-CL" dirty="0">
              <a:solidFill>
                <a:srgbClr val="3F4B55"/>
              </a:solidFill>
            </a:endParaRPr>
          </a:p>
          <a:p>
            <a:pPr marL="305435" indent="-305435"/>
            <a:r>
              <a:rPr lang="es-CL" dirty="0"/>
              <a:t>Aplicaciones en agua potable, aguas residuales, desalinización, manufactura y comunidades rurales</a:t>
            </a:r>
          </a:p>
          <a:p>
            <a:pPr marL="305435" indent="-305435"/>
            <a:r>
              <a:rPr lang="es-CL" dirty="0"/>
              <a:t>Su plataforma Poseidón ya opera en más de 100 plantas y ha logrado reducir hasta un 30 % los costos operacionales</a:t>
            </a:r>
          </a:p>
          <a:p>
            <a:pPr marL="305435" indent="-305435"/>
            <a:endParaRPr lang="es-CL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5D28EF2-7083-7897-10C5-7BA6AAAEE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2</a:t>
            </a:fld>
            <a:endParaRPr lang="es-CL"/>
          </a:p>
        </p:txBody>
      </p:sp>
      <p:sp>
        <p:nvSpPr>
          <p:cNvPr id="3" name="AutoShape 2" descr="Investigación reciente muestra cómo la inteligencia artificial optimiza la  gestión del agua – El blog de Víctor Yepes">
            <a:extLst>
              <a:ext uri="{FF2B5EF4-FFF2-40B4-BE49-F238E27FC236}">
                <a16:creationId xmlns:a16="http://schemas.microsoft.com/office/drawing/2014/main" id="{83AE7620-D223-EDD1-B48D-599F9FDDBD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DD230-9297-89A9-1083-C732A196E681}"/>
              </a:ext>
            </a:extLst>
          </p:cNvPr>
          <p:cNvSpPr txBox="1"/>
          <p:nvPr/>
        </p:nvSpPr>
        <p:spPr>
          <a:xfrm>
            <a:off x="3255109" y="4689340"/>
            <a:ext cx="12878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1 Millón m³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983D99-4283-F165-8C2F-213CE62D3D4F}"/>
              </a:ext>
            </a:extLst>
          </p:cNvPr>
          <p:cNvSpPr txBox="1"/>
          <p:nvPr/>
        </p:nvSpPr>
        <p:spPr>
          <a:xfrm>
            <a:off x="7184791" y="4702474"/>
            <a:ext cx="242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400 Piscinas Olímpicas</a:t>
            </a:r>
          </a:p>
        </p:txBody>
      </p:sp>
      <p:pic>
        <p:nvPicPr>
          <p:cNvPr id="25" name="Picture 10" descr="Tokio inaugura su flamante centro acuático para los Juegos Olímpicos">
            <a:extLst>
              <a:ext uri="{FF2B5EF4-FFF2-40B4-BE49-F238E27FC236}">
                <a16:creationId xmlns:a16="http://schemas.microsoft.com/office/drawing/2014/main" id="{1DDD4C1F-D94C-98C2-F569-3C7D589493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43236" r="11382"/>
          <a:stretch>
            <a:fillRect/>
          </a:stretch>
        </p:blipFill>
        <p:spPr bwMode="auto">
          <a:xfrm>
            <a:off x="6864539" y="5078906"/>
            <a:ext cx="3068678" cy="147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Equals 28">
            <a:extLst>
              <a:ext uri="{FF2B5EF4-FFF2-40B4-BE49-F238E27FC236}">
                <a16:creationId xmlns:a16="http://schemas.microsoft.com/office/drawing/2014/main" id="{371F8149-79BD-D771-985A-1C532C8912FD}"/>
              </a:ext>
            </a:extLst>
          </p:cNvPr>
          <p:cNvSpPr/>
          <p:nvPr/>
        </p:nvSpPr>
        <p:spPr>
          <a:xfrm>
            <a:off x="5486400" y="5293752"/>
            <a:ext cx="914400" cy="9144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pic>
        <p:nvPicPr>
          <p:cNvPr id="1026" name="Picture 2" descr="Valoremos el agua - Santo Tomás en Línea">
            <a:extLst>
              <a:ext uri="{FF2B5EF4-FFF2-40B4-BE49-F238E27FC236}">
                <a16:creationId xmlns:a16="http://schemas.microsoft.com/office/drawing/2014/main" id="{0A825D96-E9C1-CEF6-FFDD-F0ACF50D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024" y="5071806"/>
            <a:ext cx="2367999" cy="1479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279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256;p2">
            <a:extLst>
              <a:ext uri="{FF2B5EF4-FFF2-40B4-BE49-F238E27FC236}">
                <a16:creationId xmlns:a16="http://schemas.microsoft.com/office/drawing/2014/main" id="{BB27272B-A930-9C96-EE47-593FC3CA9C5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29248" y="2670016"/>
            <a:ext cx="4095834" cy="2536413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D9921EE-2028-0F34-2466-DE95E8B57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sz="2800" dirty="0">
                <a:solidFill>
                  <a:srgbClr val="FFFFFF"/>
                </a:solidFill>
              </a:rPr>
              <a:t>Optimizar, predecir y controlar una planta de agua</a:t>
            </a:r>
            <a:endParaRPr lang="es-CL" sz="2800" dirty="0"/>
          </a:p>
        </p:txBody>
      </p:sp>
      <p:sp>
        <p:nvSpPr>
          <p:cNvPr id="45" name="Content Placeholder 4">
            <a:extLst>
              <a:ext uri="{FF2B5EF4-FFF2-40B4-BE49-F238E27FC236}">
                <a16:creationId xmlns:a16="http://schemas.microsoft.com/office/drawing/2014/main" id="{37BA99A1-0FDF-2266-A615-5B547041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755273" cy="3571718"/>
          </a:xfr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CL" dirty="0"/>
              <a:t>Integra monitoreo, análisis y control en tiempo real</a:t>
            </a:r>
          </a:p>
          <a:p>
            <a:r>
              <a:rPr lang="es-CL" dirty="0"/>
              <a:t>Centraliza la información de sensores, alarmas y reportes operativos</a:t>
            </a:r>
          </a:p>
          <a:p>
            <a:r>
              <a:rPr lang="es-CL" dirty="0"/>
              <a:t>Genera alertas automáticas ante valores fuera de rango o fallas de registro </a:t>
            </a:r>
          </a:p>
          <a:p>
            <a:r>
              <a:rPr lang="es-CL" dirty="0"/>
              <a:t>Permite decisiones basadas en datos, optimizando la operación de las plantas </a:t>
            </a:r>
          </a:p>
          <a:p>
            <a:pPr marL="305435" indent="-305435"/>
            <a:endParaRPr lang="es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BF08B-AF0C-29B7-0515-07E0C0009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3496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distribution curve&#10;&#10;AI-generated content may be incorrect.">
            <a:extLst>
              <a:ext uri="{FF2B5EF4-FFF2-40B4-BE49-F238E27FC236}">
                <a16:creationId xmlns:a16="http://schemas.microsoft.com/office/drawing/2014/main" id="{99B7BCD6-B929-AD11-51D2-5277878FD8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87" r="9534"/>
          <a:stretch>
            <a:fillRect/>
          </a:stretch>
        </p:blipFill>
        <p:spPr>
          <a:xfrm>
            <a:off x="8001834" y="2110922"/>
            <a:ext cx="3114990" cy="2193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7D349-F3D3-8D07-2B10-26188A9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sz="2800" dirty="0"/>
              <a:t>CONTROL MANUAL DE DATOS AFECTA LA CONFIABILIDAD DE LOS MODELOS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739763-0837-C777-A24B-7E1CCED5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4</a:t>
            </a:fld>
            <a:endParaRPr lang="es-CL"/>
          </a:p>
        </p:txBody>
      </p:sp>
      <p:pic>
        <p:nvPicPr>
          <p:cNvPr id="5130" name="Picture 10" descr="What is Machine Learning? - Let's Talk Science">
            <a:extLst>
              <a:ext uri="{FF2B5EF4-FFF2-40B4-BE49-F238E27FC236}">
                <a16:creationId xmlns:a16="http://schemas.microsoft.com/office/drawing/2014/main" id="{5D19D530-39CF-4A95-16AE-D7441DF086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708"/>
          <a:stretch>
            <a:fillRect/>
          </a:stretch>
        </p:blipFill>
        <p:spPr bwMode="auto">
          <a:xfrm>
            <a:off x="8348756" y="4019647"/>
            <a:ext cx="2421146" cy="1919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E88CA7DA-E5A8-E119-CD47-9E027147249A}"/>
              </a:ext>
            </a:extLst>
          </p:cNvPr>
          <p:cNvSpPr txBox="1">
            <a:spLocks/>
          </p:cNvSpPr>
          <p:nvPr/>
        </p:nvSpPr>
        <p:spPr>
          <a:xfrm>
            <a:off x="581192" y="2180496"/>
            <a:ext cx="6755273" cy="3571718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306000" indent="-306000" algn="just" defTabSz="457200" rtl="0" eaLnBrk="1" latinLnBrk="0" hangingPunct="1">
              <a:lnSpc>
                <a:spcPct val="15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30000" indent="-306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4D99"/>
              </a:buClr>
            </a:pPr>
            <a:r>
              <a:rPr lang="es-CL" dirty="0"/>
              <a:t>El control de calidad de los datos es actualmente manual y reactivo</a:t>
            </a:r>
          </a:p>
          <a:p>
            <a:pPr>
              <a:buClr>
                <a:srgbClr val="004D99"/>
              </a:buClr>
            </a:pPr>
            <a:r>
              <a:rPr lang="es-CL" dirty="0"/>
              <a:t>No existen sistemas automáticos para detectar anomalías o </a:t>
            </a:r>
            <a:r>
              <a:rPr lang="es-CL" dirty="0" err="1"/>
              <a:t>drift</a:t>
            </a:r>
            <a:r>
              <a:rPr lang="es-CL" dirty="0"/>
              <a:t> en los sensores</a:t>
            </a:r>
          </a:p>
          <a:p>
            <a:pPr>
              <a:buClr>
                <a:srgbClr val="004D99"/>
              </a:buClr>
            </a:pPr>
            <a:r>
              <a:rPr lang="es-CL" dirty="0"/>
              <a:t>En la práctica, los modelos pierden precisión y requieren reentrenamientos frecuentes</a:t>
            </a:r>
          </a:p>
          <a:p>
            <a:pPr>
              <a:buClr>
                <a:srgbClr val="004D99"/>
              </a:buClr>
            </a:pPr>
            <a:r>
              <a:rPr lang="es-CL" dirty="0"/>
              <a:t>Esto genera menor confiabilidad en los modelos predictivos y mayores costos operativos</a:t>
            </a:r>
          </a:p>
          <a:p>
            <a:pPr>
              <a:buClr>
                <a:srgbClr val="004D99"/>
              </a:buClr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435351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82A4A-8CAF-9DE4-3B6F-2AD1DC69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CL" sz="2800" dirty="0"/>
              <a:t>DATOS: SERIES DE TIEMPO MULTIVARIABLES DE SENSORES EN PLANTAS DE TRATAMIENTO</a:t>
            </a:r>
            <a:endParaRPr lang="es-CL" sz="2800" b="1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3DB8F-F650-2650-3478-AD025A8F6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200" y="2109882"/>
            <a:ext cx="4965566" cy="4110182"/>
          </a:xfrm>
          <a:ln w="12700"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pPr marL="305435" indent="-305435">
              <a:lnSpc>
                <a:spcPct val="150000"/>
              </a:lnSpc>
            </a:pPr>
            <a:r>
              <a:rPr lang="es-CL" noProof="0" dirty="0"/>
              <a:t>Los datos presentan variabilidad entre plantas y sensores, lo que exige ajustar los modelos por tipo de variable y contexto operativo</a:t>
            </a:r>
          </a:p>
          <a:p>
            <a:pPr marL="305435" indent="-305435">
              <a:lnSpc>
                <a:spcPct val="150000"/>
              </a:lnSpc>
            </a:pPr>
            <a:r>
              <a:rPr lang="es-CL" noProof="0" dirty="0"/>
              <a:t>Se trabaja con series de tiempo minuto a minuto, lo que permite un monitoreo continuo y una respuesta temprana ante desviaciones.</a:t>
            </a:r>
          </a:p>
          <a:p>
            <a:pPr marL="305435" indent="-305435">
              <a:lnSpc>
                <a:spcPct val="150000"/>
              </a:lnSpc>
            </a:pPr>
            <a:r>
              <a:rPr lang="es-CL" noProof="0" dirty="0"/>
              <a:t>Contamos con datos etiquetados manualmente por nosotros para entrenar y validar los modelos de detección de </a:t>
            </a:r>
            <a:r>
              <a:rPr lang="es-CL" noProof="0" dirty="0" err="1"/>
              <a:t>outliers</a:t>
            </a:r>
            <a:r>
              <a:rPr lang="es-CL" noProof="0" dirty="0"/>
              <a:t>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C39BF1-757C-52D0-2C5B-7AEC6BDE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5</a:t>
            </a:fld>
            <a:endParaRPr lang="es-CL"/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AA2B38B9-51DB-DB49-0CCD-A383BA2C7F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807"/>
          <a:stretch>
            <a:fillRect/>
          </a:stretch>
        </p:blipFill>
        <p:spPr>
          <a:xfrm>
            <a:off x="479137" y="2251363"/>
            <a:ext cx="5930542" cy="411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75476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55FB-3F5A-5F02-A04F-1B63CFDD8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CL" dirty="0"/>
              <a:t>SISTEMA AUTOMÁTICO PARA EVALUAR LA CALIDAD DE DATOS Y MEJORAR LA CONFIABILIDAD DE LOS MODELOS</a:t>
            </a:r>
          </a:p>
        </p:txBody>
      </p:sp>
      <p:sp>
        <p:nvSpPr>
          <p:cNvPr id="4" name="Content Placeholder 16">
            <a:extLst>
              <a:ext uri="{FF2B5EF4-FFF2-40B4-BE49-F238E27FC236}">
                <a16:creationId xmlns:a16="http://schemas.microsoft.com/office/drawing/2014/main" id="{16CDA68E-5988-A924-A172-CC11EA30E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600" y="2181601"/>
            <a:ext cx="5742330" cy="4038464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 anchor="t">
            <a:noAutofit/>
          </a:bodyPr>
          <a:lstStyle/>
          <a:p>
            <a:pPr marL="305435" indent="-305435" algn="just"/>
            <a:r>
              <a:rPr lang="es-CL"/>
              <a:t>Desarrollamos un sistema que evalúa automáticamente la calidad de los datos de sensores, anomalías (</a:t>
            </a:r>
            <a:r>
              <a:rPr lang="es-CL" err="1"/>
              <a:t>outliers</a:t>
            </a:r>
            <a:r>
              <a:rPr lang="es-CL"/>
              <a:t>) y cambios de distribución (</a:t>
            </a:r>
            <a:r>
              <a:rPr lang="es-CL" err="1"/>
              <a:t>drift</a:t>
            </a:r>
            <a:r>
              <a:rPr lang="es-CL"/>
              <a:t>)</a:t>
            </a:r>
            <a:endParaRPr lang="zh-CN" altLang="en-US"/>
          </a:p>
          <a:p>
            <a:pPr marL="305435" indent="-305435" algn="just"/>
            <a:r>
              <a:rPr lang="es-CL"/>
              <a:t>El modelo se ejecuta por variable y por planta, analizando las series de tiempo y entregando indicadores de calidad</a:t>
            </a:r>
          </a:p>
          <a:p>
            <a:pPr marL="305435" indent="-305435" algn="just"/>
            <a:r>
              <a:rPr lang="es-CL"/>
              <a:t>El monitoreo de </a:t>
            </a:r>
            <a:r>
              <a:rPr lang="es-CL" err="1"/>
              <a:t>drift</a:t>
            </a:r>
            <a:r>
              <a:rPr lang="es-CL"/>
              <a:t> permite anticipar desajustes en los modelos predictivos, evitando pérdida de precisión y reentrenamientos innecesarios</a:t>
            </a:r>
            <a:endParaRPr lang="es-CL" noProof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9FE86D4-D886-044F-7A2B-E80048E25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/>
          <a:p>
            <a:fld id="{BE69AC8A-234F-4CDA-B6BA-EF227A7B1551}" type="slidenum">
              <a:rPr lang="es-CL" smtClean="0"/>
              <a:t>6</a:t>
            </a:fld>
            <a:endParaRPr lang="es-CL"/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157650D1-C1D1-B421-5DD9-6E0C401C990C}"/>
              </a:ext>
            </a:extLst>
          </p:cNvPr>
          <p:cNvSpPr txBox="1">
            <a:spLocks/>
          </p:cNvSpPr>
          <p:nvPr/>
        </p:nvSpPr>
        <p:spPr>
          <a:xfrm>
            <a:off x="6602819" y="2181601"/>
            <a:ext cx="5007989" cy="4038464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CL"/>
              <a:t>Impacto del monitoreo de Drift en los modelos predictivos</a:t>
            </a:r>
          </a:p>
          <a:p>
            <a:pPr marL="0" indent="0" algn="ctr">
              <a:buFont typeface="Wingdings 2" panose="05020102010507070707" pitchFamily="18" charset="2"/>
              <a:buNone/>
            </a:pPr>
            <a:endParaRPr lang="es-CL"/>
          </a:p>
          <a:p>
            <a:pPr algn="ctr"/>
            <a:endParaRPr lang="es-CL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15E8F8E-3D06-06D0-1475-0EE5E2EDC2FF}"/>
              </a:ext>
            </a:extLst>
          </p:cNvPr>
          <p:cNvSpPr/>
          <p:nvPr/>
        </p:nvSpPr>
        <p:spPr>
          <a:xfrm>
            <a:off x="6744804" y="5444060"/>
            <a:ext cx="2264054" cy="555288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Menor Perdida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Precisión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63146C7-BFF8-EBC7-4FE8-5C9C34D0C7AD}"/>
              </a:ext>
            </a:extLst>
          </p:cNvPr>
          <p:cNvSpPr/>
          <p:nvPr/>
        </p:nvSpPr>
        <p:spPr>
          <a:xfrm>
            <a:off x="7940418" y="4240515"/>
            <a:ext cx="2264055" cy="555288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Menos Retraining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Modelos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07E6C1C-5DDD-B1A3-9FE4-EEBA712518F8}"/>
              </a:ext>
            </a:extLst>
          </p:cNvPr>
          <p:cNvSpPr/>
          <p:nvPr/>
        </p:nvSpPr>
        <p:spPr>
          <a:xfrm>
            <a:off x="9181747" y="5444061"/>
            <a:ext cx="2281202" cy="555288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Menor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costo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Mantenimiento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5966F6-2182-B16E-EC90-D6AC1968CEAB}"/>
              </a:ext>
            </a:extLst>
          </p:cNvPr>
          <p:cNvSpPr/>
          <p:nvPr/>
        </p:nvSpPr>
        <p:spPr>
          <a:xfrm>
            <a:off x="7969813" y="3020330"/>
            <a:ext cx="2264055" cy="551407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Monitoreo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Drift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A107E1E-199D-8EF5-A2DA-BFE6976BFE45}"/>
              </a:ext>
            </a:extLst>
          </p:cNvPr>
          <p:cNvSpPr/>
          <p:nvPr/>
        </p:nvSpPr>
        <p:spPr>
          <a:xfrm>
            <a:off x="8751481" y="3618370"/>
            <a:ext cx="641927" cy="589641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62AA3CF-87FB-106B-92B2-105BC6313923}"/>
              </a:ext>
            </a:extLst>
          </p:cNvPr>
          <p:cNvSpPr/>
          <p:nvPr/>
        </p:nvSpPr>
        <p:spPr>
          <a:xfrm rot="2239025">
            <a:off x="8317494" y="4854680"/>
            <a:ext cx="641927" cy="589641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740EF76C-6D12-D8E9-E407-C8E075D10777}"/>
              </a:ext>
            </a:extLst>
          </p:cNvPr>
          <p:cNvSpPr/>
          <p:nvPr/>
        </p:nvSpPr>
        <p:spPr>
          <a:xfrm rot="19141279">
            <a:off x="9341733" y="4841791"/>
            <a:ext cx="641927" cy="589641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</p:spTree>
    <p:extLst>
      <p:ext uri="{BB962C8B-B14F-4D97-AF65-F5344CB8AC3E}">
        <p14:creationId xmlns:p14="http://schemas.microsoft.com/office/powerpoint/2010/main" val="1742696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Marcador de contenido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3694BC21-9FB2-3CFF-877A-5F7A32AD55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5" b="1782"/>
          <a:stretch>
            <a:fillRect/>
          </a:stretch>
        </p:blipFill>
        <p:spPr>
          <a:xfrm>
            <a:off x="6478607" y="3292606"/>
            <a:ext cx="4971346" cy="23011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2D0EA-90D1-BC37-B26E-AF8CE5AEA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181600"/>
            <a:ext cx="542239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Diferenciación estadística, para identificar variaciones bruscas respecto al histórico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11C5F-0E93-1E2D-2BB4-5CF0B8085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181600"/>
            <a:ext cx="542160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  <a:buClr>
                <a:srgbClr val="004D99"/>
              </a:buClr>
            </a:pPr>
            <a:r>
              <a:rPr lang="es-CL" dirty="0"/>
              <a:t>Modelos AR(2), que aprenden patrones temporales y marcan desviaciones significativas como </a:t>
            </a:r>
            <a:r>
              <a:rPr lang="es-CL" dirty="0" err="1"/>
              <a:t>outliers</a:t>
            </a:r>
            <a:endParaRPr lang="es-CL" dirty="0"/>
          </a:p>
          <a:p>
            <a:pPr marL="305435" indent="-305435">
              <a:lnSpc>
                <a:spcPct val="150000"/>
              </a:lnSpc>
            </a:pPr>
            <a:endParaRPr lang="es-CL" i="1" dirty="0"/>
          </a:p>
          <a:p>
            <a:pPr marL="0" indent="0">
              <a:lnSpc>
                <a:spcPct val="150000"/>
              </a:lnSpc>
              <a:buNone/>
            </a:pPr>
            <a:endParaRPr lang="es-CL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889F3FD5-5F2C-34DF-0059-344E6263B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7</a:t>
            </a:fld>
            <a:endParaRPr lang="es-CL"/>
          </a:p>
        </p:txBody>
      </p:sp>
      <p:pic>
        <p:nvPicPr>
          <p:cNvPr id="5" name="Marcador de contenido 7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1BA58950-D556-AA4A-CAE1-2392097D2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47" y="3194745"/>
            <a:ext cx="5138182" cy="2448886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402CE96-935C-2D3D-ACE0-152763F0C35A}"/>
              </a:ext>
            </a:extLst>
          </p:cNvPr>
          <p:cNvCxnSpPr>
            <a:cxnSpLocks/>
          </p:cNvCxnSpPr>
          <p:nvPr/>
        </p:nvCxnSpPr>
        <p:spPr>
          <a:xfrm>
            <a:off x="2821489" y="4849051"/>
            <a:ext cx="822209" cy="2190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1767672" y="4711328"/>
            <a:ext cx="1053816" cy="30058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24" name="椭圆 5">
            <a:extLst>
              <a:ext uri="{FF2B5EF4-FFF2-40B4-BE49-F238E27FC236}">
                <a16:creationId xmlns:a16="http://schemas.microsoft.com/office/drawing/2014/main" id="{D61A5DAD-C907-4B67-8D1C-128EE2CF95F6}"/>
              </a:ext>
            </a:extLst>
          </p:cNvPr>
          <p:cNvSpPr/>
          <p:nvPr/>
        </p:nvSpPr>
        <p:spPr>
          <a:xfrm>
            <a:off x="3603580" y="4973178"/>
            <a:ext cx="303414" cy="2753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5">
            <a:extLst>
              <a:ext uri="{FF2B5EF4-FFF2-40B4-BE49-F238E27FC236}">
                <a16:creationId xmlns:a16="http://schemas.microsoft.com/office/drawing/2014/main" id="{4675854B-B3DD-F4DD-6889-48826BA9301D}"/>
              </a:ext>
            </a:extLst>
          </p:cNvPr>
          <p:cNvSpPr/>
          <p:nvPr/>
        </p:nvSpPr>
        <p:spPr>
          <a:xfrm>
            <a:off x="8272622" y="5181209"/>
            <a:ext cx="288977" cy="2883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4FFD42-60A6-C66E-359C-804E50105E57}"/>
              </a:ext>
            </a:extLst>
          </p:cNvPr>
          <p:cNvCxnSpPr>
            <a:cxnSpLocks/>
          </p:cNvCxnSpPr>
          <p:nvPr/>
        </p:nvCxnSpPr>
        <p:spPr>
          <a:xfrm flipH="1">
            <a:off x="8547863" y="4918766"/>
            <a:ext cx="767685" cy="353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9315547" y="4773923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19" name="椭圆 5">
            <a:extLst>
              <a:ext uri="{FF2B5EF4-FFF2-40B4-BE49-F238E27FC236}">
                <a16:creationId xmlns:a16="http://schemas.microsoft.com/office/drawing/2014/main" id="{38AE1725-715B-3480-CD5E-4C6BEE3ACE8A}"/>
              </a:ext>
            </a:extLst>
          </p:cNvPr>
          <p:cNvSpPr/>
          <p:nvPr/>
        </p:nvSpPr>
        <p:spPr>
          <a:xfrm>
            <a:off x="8755996" y="3350836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1C39C92-4DB6-ABB5-9659-D91F05E49F80}"/>
              </a:ext>
            </a:extLst>
          </p:cNvPr>
          <p:cNvCxnSpPr>
            <a:cxnSpLocks/>
            <a:stCxn id="21" idx="3"/>
            <a:endCxn id="19" idx="2"/>
          </p:cNvCxnSpPr>
          <p:nvPr/>
        </p:nvCxnSpPr>
        <p:spPr>
          <a:xfrm flipV="1">
            <a:off x="7807811" y="3509436"/>
            <a:ext cx="948185" cy="58608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170FCF5-5430-ECF1-6D72-07354B42215E}"/>
              </a:ext>
            </a:extLst>
          </p:cNvPr>
          <p:cNvSpPr/>
          <p:nvPr/>
        </p:nvSpPr>
        <p:spPr>
          <a:xfrm>
            <a:off x="6703770" y="3427946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>
                <a:solidFill>
                  <a:schemeClr val="accent6">
                    <a:lumMod val="10000"/>
                  </a:schemeClr>
                </a:solidFill>
              </a:rPr>
              <a:t>Change</a:t>
            </a:r>
          </a:p>
        </p:txBody>
      </p:sp>
      <p:sp>
        <p:nvSpPr>
          <p:cNvPr id="22" name="椭圆 5">
            <a:extLst>
              <a:ext uri="{FF2B5EF4-FFF2-40B4-BE49-F238E27FC236}">
                <a16:creationId xmlns:a16="http://schemas.microsoft.com/office/drawing/2014/main" id="{41ADE973-AB43-55AD-98F2-605BF63EA4E5}"/>
              </a:ext>
            </a:extLst>
          </p:cNvPr>
          <p:cNvSpPr/>
          <p:nvPr/>
        </p:nvSpPr>
        <p:spPr>
          <a:xfrm>
            <a:off x="8249432" y="4363057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CC702BB-D6E7-5DAB-CBAA-C45A30A341F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807811" y="3568044"/>
            <a:ext cx="488173" cy="841466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D172A7BF-3A04-5985-F92E-5ED2D23C254A}"/>
              </a:ext>
            </a:extLst>
          </p:cNvPr>
          <p:cNvSpPr txBox="1">
            <a:spLocks/>
          </p:cNvSpPr>
          <p:nvPr/>
        </p:nvSpPr>
        <p:spPr>
          <a:xfrm>
            <a:off x="581192" y="702156"/>
            <a:ext cx="11029616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L" dirty="0"/>
              <a:t>IMPLEMENTACIÓN DE MÉTODOS AUTOMÁTICOS PARA DETECTAR ANOMALÍAS EN SERIES DE TIEMPO</a:t>
            </a:r>
          </a:p>
        </p:txBody>
      </p:sp>
    </p:spTree>
    <p:extLst>
      <p:ext uri="{BB962C8B-B14F-4D97-AF65-F5344CB8AC3E}">
        <p14:creationId xmlns:p14="http://schemas.microsoft.com/office/powerpoint/2010/main" val="145361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14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D3F3-F3D0-841D-3E1E-CBC87C3C0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2D83A-1601-6264-CA1F-14B7FE9BC9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181600"/>
            <a:ext cx="5422390" cy="3740177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 dirty="0"/>
              <a:t>Modelo Diferenciación estadística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133477-90DB-5612-AC2C-91D199652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181600"/>
            <a:ext cx="542160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  <a:buClr>
                <a:srgbClr val="004D99"/>
              </a:buClr>
            </a:pPr>
            <a:r>
              <a:rPr lang="es-CL" dirty="0"/>
              <a:t>Modelo AR</a:t>
            </a:r>
            <a:endParaRPr lang="es-CL" i="1" dirty="0"/>
          </a:p>
          <a:p>
            <a:pPr marL="0" indent="0">
              <a:lnSpc>
                <a:spcPct val="150000"/>
              </a:lnSpc>
              <a:buNone/>
            </a:pPr>
            <a:endParaRPr lang="es-CL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B586A02-DBC8-DA60-FEA3-DF509E9AC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8</a:t>
            </a:fld>
            <a:endParaRPr lang="es-C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366FF07-7F5A-95AD-24B6-8F430928C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59449"/>
              </p:ext>
            </p:extLst>
          </p:nvPr>
        </p:nvGraphicFramePr>
        <p:xfrm>
          <a:off x="1190625" y="2772539"/>
          <a:ext cx="3996717" cy="2838284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644042">
                  <a:extLst>
                    <a:ext uri="{9D8B030D-6E8A-4147-A177-3AD203B41FA5}">
                      <a16:colId xmlns:a16="http://schemas.microsoft.com/office/drawing/2014/main" val="3567695113"/>
                    </a:ext>
                  </a:extLst>
                </a:gridCol>
                <a:gridCol w="866775">
                  <a:extLst>
                    <a:ext uri="{9D8B030D-6E8A-4147-A177-3AD203B41FA5}">
                      <a16:colId xmlns:a16="http://schemas.microsoft.com/office/drawing/2014/main" val="913280278"/>
                    </a:ext>
                  </a:extLst>
                </a:gridCol>
                <a:gridCol w="646112">
                  <a:extLst>
                    <a:ext uri="{9D8B030D-6E8A-4147-A177-3AD203B41FA5}">
                      <a16:colId xmlns:a16="http://schemas.microsoft.com/office/drawing/2014/main" val="2938662581"/>
                    </a:ext>
                  </a:extLst>
                </a:gridCol>
                <a:gridCol w="839788">
                  <a:extLst>
                    <a:ext uri="{9D8B030D-6E8A-4147-A177-3AD203B41FA5}">
                      <a16:colId xmlns:a16="http://schemas.microsoft.com/office/drawing/2014/main" val="1894560863"/>
                    </a:ext>
                  </a:extLst>
                </a:gridCol>
              </a:tblGrid>
              <a:tr h="224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5597358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0.846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0.688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1844478300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70974633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dirty="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945881387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0.692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0.964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0.806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2773174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895116948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dirty="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8673969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9F54078-C3D6-5111-0821-1336F9FEC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587868"/>
              </p:ext>
            </p:extLst>
          </p:nvPr>
        </p:nvGraphicFramePr>
        <p:xfrm>
          <a:off x="6965921" y="2782828"/>
          <a:ext cx="3996717" cy="2847374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626373">
                  <a:extLst>
                    <a:ext uri="{9D8B030D-6E8A-4147-A177-3AD203B41FA5}">
                      <a16:colId xmlns:a16="http://schemas.microsoft.com/office/drawing/2014/main" val="1688121998"/>
                    </a:ext>
                  </a:extLst>
                </a:gridCol>
                <a:gridCol w="879376">
                  <a:extLst>
                    <a:ext uri="{9D8B030D-6E8A-4147-A177-3AD203B41FA5}">
                      <a16:colId xmlns:a16="http://schemas.microsoft.com/office/drawing/2014/main" val="2866746681"/>
                    </a:ext>
                  </a:extLst>
                </a:gridCol>
                <a:gridCol w="642985">
                  <a:extLst>
                    <a:ext uri="{9D8B030D-6E8A-4147-A177-3AD203B41FA5}">
                      <a16:colId xmlns:a16="http://schemas.microsoft.com/office/drawing/2014/main" val="3213415377"/>
                    </a:ext>
                  </a:extLst>
                </a:gridCol>
                <a:gridCol w="847983">
                  <a:extLst>
                    <a:ext uri="{9D8B030D-6E8A-4147-A177-3AD203B41FA5}">
                      <a16:colId xmlns:a16="http://schemas.microsoft.com/office/drawing/2014/main" val="309379845"/>
                    </a:ext>
                  </a:extLst>
                </a:gridCol>
              </a:tblGrid>
              <a:tr h="26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1655630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0.455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0.769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0.572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628115509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0.286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0.445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706387525"/>
                  </a:ext>
                </a:extLst>
              </a:tr>
              <a:tr h="3882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2432028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0.789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0.536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0.638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80929138"/>
                  </a:ext>
                </a:extLst>
              </a:tr>
              <a:tr h="372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0.118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0.211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168834072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0.105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0.190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60181082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536EA64B-4B15-2E47-5ACE-F2DD9B079779}"/>
              </a:ext>
            </a:extLst>
          </p:cNvPr>
          <p:cNvSpPr txBox="1">
            <a:spLocks/>
          </p:cNvSpPr>
          <p:nvPr/>
        </p:nvSpPr>
        <p:spPr>
          <a:xfrm>
            <a:off x="581192" y="702156"/>
            <a:ext cx="11029616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L" dirty="0"/>
              <a:t>IMPLEMENTACIÓN DE MÉTODOS AUTOMÁTICOS PARA DETECTAR ANOMALÍAS EN SERIES DE TIEMPO</a:t>
            </a:r>
          </a:p>
        </p:txBody>
      </p:sp>
    </p:spTree>
    <p:extLst>
      <p:ext uri="{BB962C8B-B14F-4D97-AF65-F5344CB8AC3E}">
        <p14:creationId xmlns:p14="http://schemas.microsoft.com/office/powerpoint/2010/main" val="1922780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AE8C0-A640-6F23-5570-CCC9AA2D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BDEE-0F97-B7AE-5525-D3648D9E0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sz="2800" dirty="0"/>
              <a:t>DETECTAR DRIFT PERMITE MANTENER MODELOS ESTABLES Y EVITAR RETRAINING INNECESARIO</a:t>
            </a:r>
            <a:endParaRPr lang="es-CL" sz="2800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3515ED-CEAD-55F9-1477-039DF9CCE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38464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r>
              <a:rPr lang="es-CL" dirty="0"/>
              <a:t>Detectarlo a tiempo evita desviaciones en los sensores y pérdida de precisión en los modelos</a:t>
            </a:r>
          </a:p>
          <a:p>
            <a:r>
              <a:rPr lang="es-CL" dirty="0"/>
              <a:t>En </a:t>
            </a:r>
            <a:r>
              <a:rPr lang="es-CL" dirty="0" err="1"/>
              <a:t>Ainwater</a:t>
            </a:r>
            <a:r>
              <a:rPr lang="es-CL" dirty="0"/>
              <a:t>, el monitoreo de </a:t>
            </a:r>
            <a:r>
              <a:rPr lang="es-CL" dirty="0" err="1"/>
              <a:t>drift</a:t>
            </a:r>
            <a:r>
              <a:rPr lang="es-CL" dirty="0"/>
              <a:t> mantiene los modelos estables, evitando reentrenamientos innecesarios</a:t>
            </a:r>
          </a:p>
          <a:p>
            <a:r>
              <a:rPr lang="es-CL" dirty="0"/>
              <a:t>Con esta herramienta se mejora la confiabilidad de las predicciones y reduce el costo de mantenimiento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CA81E21-96BD-C77A-EE07-BA3834D9D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9</a:t>
            </a:fld>
            <a:endParaRPr lang="es-C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0AB9A3-6914-B76C-9E39-F1D8830C96E8}"/>
              </a:ext>
            </a:extLst>
          </p:cNvPr>
          <p:cNvSpPr txBox="1"/>
          <p:nvPr/>
        </p:nvSpPr>
        <p:spPr>
          <a:xfrm>
            <a:off x="3229167" y="4142670"/>
            <a:ext cx="5223695" cy="37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Flujo Aire Reactor 3 – </a:t>
            </a:r>
            <a:r>
              <a:rPr lang="es-CL" dirty="0" err="1"/>
              <a:t>drift</a:t>
            </a:r>
            <a:r>
              <a:rPr lang="es-CL" dirty="0"/>
              <a:t> no detectado (score 0.06)</a:t>
            </a:r>
          </a:p>
        </p:txBody>
      </p:sp>
      <p:pic>
        <p:nvPicPr>
          <p:cNvPr id="13" name="Picture 12" descr="A graph showing a graph of a heart rate&#10;&#10;AI-generated content may be incorrect.">
            <a:extLst>
              <a:ext uri="{FF2B5EF4-FFF2-40B4-BE49-F238E27FC236}">
                <a16:creationId xmlns:a16="http://schemas.microsoft.com/office/drawing/2014/main" id="{27B75554-818F-80A1-0BD7-6562DC609A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25" r="10961" b="7246"/>
          <a:stretch>
            <a:fillRect/>
          </a:stretch>
        </p:blipFill>
        <p:spPr>
          <a:xfrm>
            <a:off x="2995900" y="4497870"/>
            <a:ext cx="6209778" cy="15027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03F78D-32DF-429B-5CAB-91E79C632C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933" r="4731" b="13950"/>
          <a:stretch>
            <a:fillRect/>
          </a:stretch>
        </p:blipFill>
        <p:spPr>
          <a:xfrm>
            <a:off x="8286183" y="4157472"/>
            <a:ext cx="927923" cy="39524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2EBDED-C8B7-D345-2246-EE7A17F4EE4B}"/>
              </a:ext>
            </a:extLst>
          </p:cNvPr>
          <p:cNvSpPr/>
          <p:nvPr/>
        </p:nvSpPr>
        <p:spPr>
          <a:xfrm>
            <a:off x="2904646" y="4057095"/>
            <a:ext cx="6382707" cy="1952143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28429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3051-2012-2342-729F-1C14D06C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0A52B-4C9E-1F80-ACE4-6B5A3973A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7169943" cy="4038464"/>
          </a:xfrm>
          <a:ln w="12700">
            <a:solidFill>
              <a:schemeClr val="tx1"/>
            </a:solidFill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s-CL" dirty="0" err="1"/>
              <a:t>Decay</a:t>
            </a:r>
            <a:r>
              <a:rPr lang="es-CL" dirty="0"/>
              <a:t> Reference (exponencial)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Prioriza los datos más recientes mediante pesos exponenciales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Reacciona rápido a cambios recientes, ideal para sensores inestables</a:t>
            </a:r>
          </a:p>
          <a:p>
            <a:r>
              <a:rPr lang="es-CL" dirty="0"/>
              <a:t>Golden Reference (ventanas estables)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Se construye con los periodos más estables del histórico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Proporciona una referencia robusta ante ruido o picos aislados</a:t>
            </a:r>
          </a:p>
          <a:p>
            <a:r>
              <a:rPr lang="es-CL" dirty="0" err="1"/>
              <a:t>Seasonal</a:t>
            </a:r>
            <a:r>
              <a:rPr lang="es-CL" dirty="0"/>
              <a:t> Reference (estacionalidad)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Compara con semanas equivalentes (misma hora y día)</a:t>
            </a:r>
          </a:p>
          <a:p>
            <a:pPr lvl="1">
              <a:buClr>
                <a:srgbClr val="004D99"/>
              </a:buClr>
            </a:pPr>
            <a:r>
              <a:rPr lang="es-CL" sz="1800" dirty="0"/>
              <a:t>Captura patrones cíclicos diarios o semanales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DA0CF2-EEDA-D974-689A-C4796082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solidFill>
              <a:srgbClr val="004D99"/>
            </a:solidFill>
          </a:ln>
        </p:spPr>
        <p:txBody>
          <a:bodyPr/>
          <a:lstStyle/>
          <a:p>
            <a:fld id="{BE69AC8A-234F-4CDA-B6BA-EF227A7B1551}" type="slidenum">
              <a:rPr lang="es-CL" smtClean="0"/>
              <a:t>10</a:t>
            </a:fld>
            <a:endParaRPr lang="es-CL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66B3D9-ACC0-0682-B784-D7CB03A4EB9C}"/>
              </a:ext>
            </a:extLst>
          </p:cNvPr>
          <p:cNvSpPr/>
          <p:nvPr/>
        </p:nvSpPr>
        <p:spPr>
          <a:xfrm>
            <a:off x="7996256" y="3352914"/>
            <a:ext cx="3287933" cy="589216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Estrategia de referencia </a:t>
            </a:r>
          </a:p>
          <a:p>
            <a:pPr algn="ctr"/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(</a:t>
            </a:r>
            <a:r>
              <a:rPr lang="es-CL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Decay</a:t>
            </a:r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/ Golden / </a:t>
            </a:r>
            <a:r>
              <a:rPr lang="es-CL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Seasonal</a:t>
            </a:r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FB9C70-B76A-2AEB-D4EB-1E08F19031FF}"/>
              </a:ext>
            </a:extLst>
          </p:cNvPr>
          <p:cNvSpPr/>
          <p:nvPr/>
        </p:nvSpPr>
        <p:spPr>
          <a:xfrm>
            <a:off x="8469543" y="2297460"/>
            <a:ext cx="2264055" cy="452550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Datos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Historicos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805813E-229E-F11F-018B-4351E707E52B}"/>
              </a:ext>
            </a:extLst>
          </p:cNvPr>
          <p:cNvSpPr/>
          <p:nvPr/>
        </p:nvSpPr>
        <p:spPr>
          <a:xfrm>
            <a:off x="9330879" y="3973247"/>
            <a:ext cx="541377" cy="513920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C46688-9849-2CB4-E478-9ED45FE71ABD}"/>
              </a:ext>
            </a:extLst>
          </p:cNvPr>
          <p:cNvSpPr/>
          <p:nvPr/>
        </p:nvSpPr>
        <p:spPr>
          <a:xfrm>
            <a:off x="8469538" y="4549401"/>
            <a:ext cx="2264055" cy="452550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Ventana Actual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1B744BCD-3D24-A961-1743-4FFA3B80A454}"/>
              </a:ext>
            </a:extLst>
          </p:cNvPr>
          <p:cNvSpPr/>
          <p:nvPr/>
        </p:nvSpPr>
        <p:spPr>
          <a:xfrm>
            <a:off x="9320610" y="2807877"/>
            <a:ext cx="541377" cy="513920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48F6CDF0-18D1-8509-0D8B-4B594B367BC0}"/>
              </a:ext>
            </a:extLst>
          </p:cNvPr>
          <p:cNvSpPr/>
          <p:nvPr/>
        </p:nvSpPr>
        <p:spPr>
          <a:xfrm>
            <a:off x="9331245" y="5064185"/>
            <a:ext cx="541377" cy="513920"/>
          </a:xfrm>
          <a:prstGeom prst="downArrow">
            <a:avLst/>
          </a:prstGeom>
          <a:solidFill>
            <a:schemeClr val="accent2"/>
          </a:solidFill>
          <a:ln w="28575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2DAD043-D34B-69E4-5949-A23377ABFADA}"/>
              </a:ext>
            </a:extLst>
          </p:cNvPr>
          <p:cNvSpPr/>
          <p:nvPr/>
        </p:nvSpPr>
        <p:spPr>
          <a:xfrm>
            <a:off x="8054710" y="5640339"/>
            <a:ext cx="3093709" cy="452550"/>
          </a:xfrm>
          <a:prstGeom prst="roundRect">
            <a:avLst/>
          </a:prstGeom>
          <a:noFill/>
          <a:ln w="19050" cap="flat" cmpd="sng" algn="ctr">
            <a:solidFill>
              <a:srgbClr val="004D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Comparación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estadística</a:t>
            </a:r>
            <a:endParaRPr lang="es-CL" b="1">
              <a:solidFill>
                <a:schemeClr val="tx1">
                  <a:lumMod val="7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658831-7EE6-EC8B-2FEE-316E3E2D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CL" dirty="0"/>
              <a:t>Estrategias para construir la referencia histórica del </a:t>
            </a:r>
            <a:r>
              <a:rPr lang="es-CL" dirty="0" err="1"/>
              <a:t>Drift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64914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6120-8003-E039-A070-A76FAFEF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sz="2800" dirty="0"/>
              <a:t>Métodos estadísticos para medir diferencias de distribución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D13577F-B0A4-EFC3-8151-7565E7A1C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11</a:t>
            </a:fld>
            <a:endParaRPr lang="es-CL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847E77A-BFE3-D4DC-8CFA-E122294A5BBD}"/>
              </a:ext>
            </a:extLst>
          </p:cNvPr>
          <p:cNvSpPr txBox="1">
            <a:spLocks/>
          </p:cNvSpPr>
          <p:nvPr/>
        </p:nvSpPr>
        <p:spPr>
          <a:xfrm>
            <a:off x="581193" y="2250892"/>
            <a:ext cx="5393102" cy="536005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just" defTabSz="457200" rtl="0" eaLnBrk="1" latinLnBrk="0" hangingPunct="1">
              <a:lnSpc>
                <a:spcPct val="15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30000" indent="-306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CL" b="1"/>
              <a:t>Pruebas de hipótesis (p-valores)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B9DFE3C-F19F-C211-5F58-75FA530E6F26}"/>
              </a:ext>
            </a:extLst>
          </p:cNvPr>
          <p:cNvSpPr txBox="1">
            <a:spLocks/>
          </p:cNvSpPr>
          <p:nvPr/>
        </p:nvSpPr>
        <p:spPr>
          <a:xfrm>
            <a:off x="581194" y="2935884"/>
            <a:ext cx="5393100" cy="3284181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Kolmogorov</a:t>
            </a:r>
            <a:r>
              <a:rPr lang="es-CL" dirty="0"/>
              <a:t>–</a:t>
            </a:r>
            <a:r>
              <a:rPr lang="es-CL" dirty="0" err="1"/>
              <a:t>Smirnov</a:t>
            </a:r>
            <a:r>
              <a:rPr lang="es-CL" dirty="0"/>
              <a:t> (KS)</a:t>
            </a:r>
          </a:p>
          <a:p>
            <a:pPr lvl="1"/>
            <a:r>
              <a:rPr lang="es-CL" sz="1800" dirty="0"/>
              <a:t>Prueba de hipótesis que compara distribuciones acumuladas</a:t>
            </a:r>
          </a:p>
          <a:p>
            <a:pPr lvl="1"/>
            <a:r>
              <a:rPr lang="es-CL" sz="1800" dirty="0"/>
              <a:t>Detecta diferencias abruptas en forma o posición</a:t>
            </a:r>
          </a:p>
          <a:p>
            <a:r>
              <a:rPr lang="es-CL" dirty="0"/>
              <a:t>Mann–Whitney U (MWU)</a:t>
            </a:r>
          </a:p>
          <a:p>
            <a:pPr lvl="1"/>
            <a:r>
              <a:rPr lang="es-CL" sz="1800" dirty="0"/>
              <a:t>Prueba no paramétrica sobre medianas</a:t>
            </a:r>
          </a:p>
          <a:p>
            <a:pPr lvl="1"/>
            <a:r>
              <a:rPr lang="es-CL" sz="1800" dirty="0"/>
              <a:t>Complementa a KS para validar </a:t>
            </a:r>
            <a:r>
              <a:rPr lang="es-CL" sz="1800" i="1" dirty="0" err="1"/>
              <a:t>shifts</a:t>
            </a:r>
            <a:r>
              <a:rPr lang="es-CL" sz="1800" dirty="0"/>
              <a:t> sistemáticos</a:t>
            </a:r>
          </a:p>
          <a:p>
            <a:endParaRPr lang="es-CL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AFADFC0-16B5-586A-9A3A-F32743A8CA4D}"/>
              </a:ext>
            </a:extLst>
          </p:cNvPr>
          <p:cNvSpPr txBox="1">
            <a:spLocks/>
          </p:cNvSpPr>
          <p:nvPr/>
        </p:nvSpPr>
        <p:spPr>
          <a:xfrm>
            <a:off x="6217706" y="2250892"/>
            <a:ext cx="5393101" cy="553373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anchor="ctr"/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CL" b="1"/>
              <a:t>Métricas de distancia (continuas)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2B49864A-0AEC-892B-6D24-818EED0A04B3}"/>
              </a:ext>
            </a:extLst>
          </p:cNvPr>
          <p:cNvSpPr txBox="1">
            <a:spLocks/>
          </p:cNvSpPr>
          <p:nvPr/>
        </p:nvSpPr>
        <p:spPr>
          <a:xfrm>
            <a:off x="6217709" y="2926052"/>
            <a:ext cx="5393100" cy="3294013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Population</a:t>
            </a:r>
            <a:r>
              <a:rPr lang="es-CL" dirty="0"/>
              <a:t> </a:t>
            </a:r>
            <a:r>
              <a:rPr lang="es-CL" dirty="0" err="1"/>
              <a:t>Stability</a:t>
            </a:r>
            <a:r>
              <a:rPr lang="es-CL" dirty="0"/>
              <a:t> </a:t>
            </a:r>
            <a:r>
              <a:rPr lang="es-CL" dirty="0" err="1"/>
              <a:t>Index</a:t>
            </a:r>
            <a:r>
              <a:rPr lang="es-CL" dirty="0"/>
              <a:t> (PSI)</a:t>
            </a:r>
          </a:p>
          <a:p>
            <a:pPr lvl="1"/>
            <a:r>
              <a:rPr lang="es-CL" sz="1800" dirty="0"/>
              <a:t>Mide la divergencia entre histogramas</a:t>
            </a:r>
          </a:p>
          <a:p>
            <a:pPr lvl="1"/>
            <a:r>
              <a:rPr lang="es-CL" sz="1800" dirty="0"/>
              <a:t>Ideal para monitoreo continuo de cambios graduales</a:t>
            </a:r>
          </a:p>
          <a:p>
            <a:r>
              <a:rPr lang="es-CL" dirty="0" err="1"/>
              <a:t>Wasserstein</a:t>
            </a:r>
            <a:r>
              <a:rPr lang="es-CL" dirty="0"/>
              <a:t> </a:t>
            </a:r>
            <a:r>
              <a:rPr lang="es-CL" dirty="0" err="1"/>
              <a:t>Distance</a:t>
            </a:r>
            <a:endParaRPr lang="es-CL" dirty="0"/>
          </a:p>
          <a:p>
            <a:pPr lvl="1"/>
            <a:r>
              <a:rPr lang="es-CL" sz="1800" dirty="0"/>
              <a:t>Evalúa la distancia promedio entre cuantiles</a:t>
            </a:r>
          </a:p>
          <a:p>
            <a:pPr lvl="1"/>
            <a:r>
              <a:rPr lang="es-CL" sz="1800" dirty="0"/>
              <a:t>Capta desplazamientos suaves en media y dispersión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828876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52258-5DCB-74B3-AC8D-644FFEDC4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2800"/>
              <a:t>PRÓXIMOS PASOS: INTEGRAR, VALIDAR Y MEDIR EL IMPACTO DE LA SOLUCIÓN</a:t>
            </a:r>
            <a:endParaRPr lang="es-CL" sz="2800" b="1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3D6DD-510D-6A14-3402-4F48DAA7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0487860" cy="2543904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Unificar las métricas de calidad en un reporte automático, integrando </a:t>
            </a:r>
            <a:r>
              <a:rPr lang="es-CL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CL" err="1">
                <a:latin typeface="Arial" panose="020B0604020202020204" pitchFamily="34" charset="0"/>
                <a:cs typeface="Arial" panose="020B0604020202020204" pitchFamily="34" charset="0"/>
              </a:rPr>
              <a:t>drift</a:t>
            </a:r>
            <a:endParaRPr lang="es-CL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900">
                <a:latin typeface="Arial" panose="020B0604020202020204" pitchFamily="34" charset="0"/>
                <a:cs typeface="Arial" panose="020B0604020202020204" pitchFamily="34" charset="0"/>
              </a:rPr>
              <a:t>Ajustar umbrales dinámicos por variable y planta, según su comportamiento histórico</a:t>
            </a:r>
            <a:endParaRPr lang="es-CL" sz="1900" noProof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noProof="0">
                <a:latin typeface="Arial" panose="020B0604020202020204" pitchFamily="34" charset="0"/>
                <a:cs typeface="Arial" panose="020B0604020202020204" pitchFamily="34" charset="0"/>
              </a:rPr>
              <a:t>Definir métricas de valor del modelo (frecuencia óptima de reentrenamiento, pérdida de precisión)</a:t>
            </a:r>
          </a:p>
          <a:p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Medir el valor operativo real: reducción de reentrenamientos, menor costo de mantenimiento y mayor confiabilidad de los modelos</a:t>
            </a:r>
            <a:endParaRPr lang="es-CL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346C17-CC74-5834-82CF-8A8BC8911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12</a:t>
            </a:fld>
            <a:endParaRPr lang="es-CL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22041F-AC88-C009-D302-14074DFAB453}"/>
              </a:ext>
            </a:extLst>
          </p:cNvPr>
          <p:cNvSpPr/>
          <p:nvPr/>
        </p:nvSpPr>
        <p:spPr>
          <a:xfrm>
            <a:off x="963986" y="5641069"/>
            <a:ext cx="2497981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Ainwater</a:t>
            </a:r>
            <a:endParaRPr lang="en-US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698FE5E-935E-051C-6F82-83A692640453}"/>
              </a:ext>
            </a:extLst>
          </p:cNvPr>
          <p:cNvSpPr/>
          <p:nvPr/>
        </p:nvSpPr>
        <p:spPr>
          <a:xfrm>
            <a:off x="4379050" y="5641069"/>
            <a:ext cx="288852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Integración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Poseidón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86574E-D9AA-C61B-8A15-9C4009E1B9EF}"/>
              </a:ext>
            </a:extLst>
          </p:cNvPr>
          <p:cNvSpPr/>
          <p:nvPr/>
        </p:nvSpPr>
        <p:spPr>
          <a:xfrm>
            <a:off x="8174357" y="5641069"/>
            <a:ext cx="252773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Medición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Impacto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A7855-E2E1-67CA-51E2-4462AD98FE48}"/>
              </a:ext>
            </a:extLst>
          </p:cNvPr>
          <p:cNvSpPr/>
          <p:nvPr/>
        </p:nvSpPr>
        <p:spPr>
          <a:xfrm>
            <a:off x="4368130" y="4874112"/>
            <a:ext cx="288852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Validación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Técnica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52F3FBD-8500-A020-A04C-CAF01074721C}"/>
              </a:ext>
            </a:extLst>
          </p:cNvPr>
          <p:cNvSpPr/>
          <p:nvPr/>
        </p:nvSpPr>
        <p:spPr>
          <a:xfrm>
            <a:off x="8152519" y="4874112"/>
            <a:ext cx="2549574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Reporte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Unificado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4F39B2-5B0F-01BA-FCF1-2895336BF9D8}"/>
              </a:ext>
            </a:extLst>
          </p:cNvPr>
          <p:cNvSpPr/>
          <p:nvPr/>
        </p:nvSpPr>
        <p:spPr>
          <a:xfrm>
            <a:off x="963986" y="4881217"/>
            <a:ext cx="2497981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Equipo Proyecto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BFAC8EE-3811-733D-4C12-9349C3D8B308}"/>
              </a:ext>
            </a:extLst>
          </p:cNvPr>
          <p:cNvSpPr/>
          <p:nvPr/>
        </p:nvSpPr>
        <p:spPr>
          <a:xfrm>
            <a:off x="3544297" y="5760026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F0EB7B4F-56C0-7B9B-4AAD-3E8C032A8ABA}"/>
              </a:ext>
            </a:extLst>
          </p:cNvPr>
          <p:cNvSpPr/>
          <p:nvPr/>
        </p:nvSpPr>
        <p:spPr>
          <a:xfrm>
            <a:off x="7323225" y="5000175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1BBC5E2-FE9E-A863-CB81-2EC2B751FC63}"/>
              </a:ext>
            </a:extLst>
          </p:cNvPr>
          <p:cNvSpPr/>
          <p:nvPr/>
        </p:nvSpPr>
        <p:spPr>
          <a:xfrm>
            <a:off x="7331024" y="5760026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3756C3-9F5D-3799-691A-60A1EFE313B7}"/>
              </a:ext>
            </a:extLst>
          </p:cNvPr>
          <p:cNvSpPr/>
          <p:nvPr/>
        </p:nvSpPr>
        <p:spPr>
          <a:xfrm>
            <a:off x="3528537" y="5000175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8840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05F80-18D3-4329-B615-7CC7E865C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81A1D3-44FA-59A0-A475-182C192C555B}"/>
              </a:ext>
            </a:extLst>
          </p:cNvPr>
          <p:cNvSpPr txBox="1"/>
          <p:nvPr/>
        </p:nvSpPr>
        <p:spPr>
          <a:xfrm>
            <a:off x="1503744" y="3790950"/>
            <a:ext cx="9184511" cy="10668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000" b="1"/>
              <a:t>Optimización de modelos predictivos mediante detección de outliers y drift</a:t>
            </a:r>
            <a:endParaRPr lang="en-US" sz="4000" b="1" cap="all" noProof="0">
              <a:ln w="3175" cmpd="sng">
                <a:noFill/>
              </a:ln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D6B428-FBE7-D17E-5551-8F1D6E4F9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067" y="5444479"/>
            <a:ext cx="10993546" cy="525565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s-CL" sz="1000" dirty="0"/>
              <a:t>Proyecto de Grado Licenciatura en Ingeniería en Ciencia de Datos</a:t>
            </a:r>
          </a:p>
          <a:p>
            <a:pPr algn="ctr">
              <a:lnSpc>
                <a:spcPct val="90000"/>
              </a:lnSpc>
            </a:pPr>
            <a:r>
              <a:rPr lang="en-US" sz="1000" noProof="0" dirty="0"/>
              <a:t>Franco Chiappe</a:t>
            </a:r>
            <a:endParaRPr lang="en-US" sz="10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 dirty="0"/>
              <a:t>Vicente Garay</a:t>
            </a:r>
            <a:endParaRPr lang="en-US" sz="10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 dirty="0"/>
              <a:t>Ziyu Guo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2FD7E7E-8D98-6B1C-9886-36EDA7F3B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840" y="381000"/>
            <a:ext cx="990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888855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Custom 6">
      <a:dk1>
        <a:srgbClr val="333333"/>
      </a:dk1>
      <a:lt1>
        <a:srgbClr val="FFFFFF"/>
      </a:lt1>
      <a:dk2>
        <a:srgbClr val="004D99"/>
      </a:dk2>
      <a:lt2>
        <a:srgbClr val="F2F2F2"/>
      </a:lt2>
      <a:accent1>
        <a:srgbClr val="004D99"/>
      </a:accent1>
      <a:accent2>
        <a:srgbClr val="004D99"/>
      </a:accent2>
      <a:accent3>
        <a:srgbClr val="2196F3"/>
      </a:accent3>
      <a:accent4>
        <a:srgbClr val="90A4AE"/>
      </a:accent4>
      <a:accent5>
        <a:srgbClr val="B0BEC5"/>
      </a:accent5>
      <a:accent6>
        <a:srgbClr val="E3F2FD"/>
      </a:accent6>
      <a:hlink>
        <a:srgbClr val="1565C0"/>
      </a:hlink>
      <a:folHlink>
        <a:srgbClr val="5C6BC0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BD01260-BD54-4710-A9A3-0F94C99179AA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70</TotalTime>
  <Words>990</Words>
  <Application>Microsoft Office PowerPoint</Application>
  <PresentationFormat>Widescreen</PresentationFormat>
  <Paragraphs>174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华文中宋</vt:lpstr>
      <vt:lpstr>Aptos</vt:lpstr>
      <vt:lpstr>Arial</vt:lpstr>
      <vt:lpstr>Calibri</vt:lpstr>
      <vt:lpstr>Gill Sans MT</vt:lpstr>
      <vt:lpstr>Wingdings 2</vt:lpstr>
      <vt:lpstr>Dividend</vt:lpstr>
      <vt:lpstr>PowerPoint Presentation</vt:lpstr>
      <vt:lpstr>INTELIGENCIA ARTIFICIAL PARA UNA GESTIÓN EFICIENTE Y SOSTENIBLE DEL AGUA</vt:lpstr>
      <vt:lpstr>Optimizar, predecir y controlar una planta de agua</vt:lpstr>
      <vt:lpstr>CONTROL MANUAL DE DATOS AFECTA LA CONFIABILIDAD DE LOS MODELOS</vt:lpstr>
      <vt:lpstr>DATOS: SERIES DE TIEMPO MULTIVARIABLES DE SENSORES EN PLANTAS DE TRATAMIENTO</vt:lpstr>
      <vt:lpstr>SISTEMA AUTOMÁTICO PARA EVALUAR LA CALIDAD DE DATOS Y MEJORAR LA CONFIABILIDAD DE LOS MODELOS</vt:lpstr>
      <vt:lpstr>PowerPoint Presentation</vt:lpstr>
      <vt:lpstr>PowerPoint Presentation</vt:lpstr>
      <vt:lpstr>DETECTAR DRIFT PERMITE MANTENER MODELOS ESTABLES Y EVITAR RETRAINING INNECESARIO</vt:lpstr>
      <vt:lpstr>Estrategias para construir la referencia histórica del Drift</vt:lpstr>
      <vt:lpstr>Métodos estadísticos para medir diferencias de distribución</vt:lpstr>
      <vt:lpstr>PRÓXIMOS PASOS: INTEGRAR, VALIDAR Y MEDIR EL IMPACTO DE LA SOLUCIÓN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Franco Andrés Chiappe Donoso</dc:creator>
  <cp:lastModifiedBy>Franco Andrés Chiappe Donoso</cp:lastModifiedBy>
  <cp:revision>1</cp:revision>
  <dcterms:created xsi:type="dcterms:W3CDTF">2025-08-15T20:44:23Z</dcterms:created>
  <dcterms:modified xsi:type="dcterms:W3CDTF">2025-11-07T16:01:21Z</dcterms:modified>
</cp:coreProperties>
</file>