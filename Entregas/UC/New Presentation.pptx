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7"/>
  </p:notesMasterIdLst>
  <p:sldIdLst>
    <p:sldId id="256" r:id="rId2"/>
    <p:sldId id="265" r:id="rId3"/>
    <p:sldId id="262" r:id="rId4"/>
    <p:sldId id="263" r:id="rId5"/>
    <p:sldId id="258" r:id="rId6"/>
    <p:sldId id="315" r:id="rId7"/>
    <p:sldId id="316" r:id="rId8"/>
    <p:sldId id="323" r:id="rId9"/>
    <p:sldId id="317" r:id="rId10"/>
    <p:sldId id="322" r:id="rId11"/>
    <p:sldId id="319" r:id="rId12"/>
    <p:sldId id="327" r:id="rId13"/>
    <p:sldId id="329" r:id="rId14"/>
    <p:sldId id="273" r:id="rId15"/>
    <p:sldId id="333" r:id="rId16"/>
    <p:sldId id="334" r:id="rId17"/>
    <p:sldId id="335" r:id="rId18"/>
    <p:sldId id="342" r:id="rId19"/>
    <p:sldId id="331" r:id="rId20"/>
    <p:sldId id="332" r:id="rId21"/>
    <p:sldId id="314" r:id="rId22"/>
    <p:sldId id="341" r:id="rId23"/>
    <p:sldId id="260" r:id="rId24"/>
    <p:sldId id="343" r:id="rId25"/>
    <p:sldId id="26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33404BF-41D8-4C8A-8BE0-0EF02F62BADD}">
          <p14:sldIdLst>
            <p14:sldId id="256"/>
          </p14:sldIdLst>
        </p14:section>
        <p14:section name="Ainwater" id="{2941B5B7-932E-424F-BF4A-0A28B65FEA11}">
          <p14:sldIdLst>
            <p14:sldId id="265"/>
            <p14:sldId id="262"/>
          </p14:sldIdLst>
        </p14:section>
        <p14:section name="Problema" id="{03F8972F-FFDB-4960-BC67-B51EB3446134}">
          <p14:sldIdLst>
            <p14:sldId id="263"/>
            <p14:sldId id="258"/>
          </p14:sldIdLst>
        </p14:section>
        <p14:section name="Datos" id="{3E4348F3-662E-441D-A839-431601C56432}">
          <p14:sldIdLst>
            <p14:sldId id="315"/>
            <p14:sldId id="316"/>
            <p14:sldId id="323"/>
            <p14:sldId id="317"/>
            <p14:sldId id="322"/>
          </p14:sldIdLst>
        </p14:section>
        <p14:section name="Solución Propuesta" id="{5FF5AEA6-5462-47F5-8E3F-F3C74AD30CF3}">
          <p14:sldIdLst>
            <p14:sldId id="319"/>
            <p14:sldId id="327"/>
            <p14:sldId id="329"/>
            <p14:sldId id="273"/>
          </p14:sldIdLst>
        </p14:section>
        <p14:section name="Metodología" id="{2CBF03DB-502B-413F-B8FD-C9F7C6AA0CC6}">
          <p14:sldIdLst>
            <p14:sldId id="333"/>
            <p14:sldId id="334"/>
            <p14:sldId id="335"/>
            <p14:sldId id="342"/>
          </p14:sldIdLst>
        </p14:section>
        <p14:section name="Métricas" id="{713BABCD-AB92-4830-962A-D11E5A62BF24}">
          <p14:sldIdLst>
            <p14:sldId id="331"/>
            <p14:sldId id="332"/>
          </p14:sldIdLst>
        </p14:section>
        <p14:section name="Resultados" id="{FD3873D6-B215-4E78-9B1B-F9CCFA5E472B}">
          <p14:sldIdLst>
            <p14:sldId id="314"/>
            <p14:sldId id="341"/>
          </p14:sldIdLst>
        </p14:section>
        <p14:section name="Conclusiones" id="{6CB0692F-4419-4C37-AB8E-C20D3727E8FB}">
          <p14:sldIdLst>
            <p14:sldId id="260"/>
            <p14:sldId id="343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74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AE607D-BC8B-248F-799B-A09040DDD374}" v="85" dt="2025-12-10T21:00:19.401"/>
    <p1510:client id="{31F9C6D9-AE05-9D73-C5B0-1D307BA579A4}" v="919" dt="2025-12-11T02:24:57.872"/>
    <p1510:client id="{7916C556-1B7D-53E9-3E53-B520CB21F6E9}" v="180" dt="2025-12-10T17:31:01.898"/>
    <p1510:client id="{DC6377FF-3BAD-4CFB-91A0-C98B9DB07D30}" v="3135" dt="2025-12-11T03:00:3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yu Guo ." userId="S::ziyuguo@uc.cl::5d0ee9bc-099e-4375-8de4-b9df224602ff" providerId="AD" clId="Web-{51FBEDED-04F8-17A9-8B73-AD928D7125FD}"/>
    <pc:docChg chg="sldOrd">
      <pc:chgData name="Ziyu Guo ." userId="S::ziyuguo@uc.cl::5d0ee9bc-099e-4375-8de4-b9df224602ff" providerId="AD" clId="Web-{51FBEDED-04F8-17A9-8B73-AD928D7125FD}" dt="2025-12-10T00:58:55.161" v="0"/>
      <pc:docMkLst>
        <pc:docMk/>
      </pc:docMkLst>
      <pc:sldChg chg="ord">
        <pc:chgData name="Ziyu Guo ." userId="S::ziyuguo@uc.cl::5d0ee9bc-099e-4375-8de4-b9df224602ff" providerId="AD" clId="Web-{51FBEDED-04F8-17A9-8B73-AD928D7125FD}" dt="2025-12-10T00:58:55.161" v="0"/>
        <pc:sldMkLst>
          <pc:docMk/>
          <pc:sldMk cId="2966093496" sldId="326"/>
        </pc:sldMkLst>
      </pc:sldChg>
    </pc:docChg>
  </pc:docChgLst>
  <pc:docChgLst>
    <pc:chgData name="Vicente Alfredo Garay Robertson" userId="S::vicente.garay@uc.cl::78783c43-e97e-49e6-a0de-64154ae66e65" providerId="AD" clId="Web-{31F9C6D9-AE05-9D73-C5B0-1D307BA579A4}"/>
    <pc:docChg chg="delSld modSld modSection">
      <pc:chgData name="Vicente Alfredo Garay Robertson" userId="S::vicente.garay@uc.cl::78783c43-e97e-49e6-a0de-64154ae66e65" providerId="AD" clId="Web-{31F9C6D9-AE05-9D73-C5B0-1D307BA579A4}" dt="2025-12-11T02:24:57.872" v="813"/>
      <pc:docMkLst>
        <pc:docMk/>
      </pc:docMkLst>
      <pc:sldChg chg="modSp">
        <pc:chgData name="Vicente Alfredo Garay Robertson" userId="S::vicente.garay@uc.cl::78783c43-e97e-49e6-a0de-64154ae66e65" providerId="AD" clId="Web-{31F9C6D9-AE05-9D73-C5B0-1D307BA579A4}" dt="2025-12-11T02:23:36.135" v="812" actId="20577"/>
        <pc:sldMkLst>
          <pc:docMk/>
          <pc:sldMk cId="1756520545" sldId="260"/>
        </pc:sldMkLst>
        <pc:spChg chg="mod">
          <ac:chgData name="Vicente Alfredo Garay Robertson" userId="S::vicente.garay@uc.cl::78783c43-e97e-49e6-a0de-64154ae66e65" providerId="AD" clId="Web-{31F9C6D9-AE05-9D73-C5B0-1D307BA579A4}" dt="2025-12-11T02:23:36.135" v="812" actId="20577"/>
          <ac:spMkLst>
            <pc:docMk/>
            <pc:sldMk cId="1756520545" sldId="260"/>
            <ac:spMk id="2" creationId="{B1E9CEFB-45A2-B0B0-40E1-8FE0A405CE62}"/>
          </ac:spMkLst>
        </pc:spChg>
        <pc:spChg chg="mod">
          <ac:chgData name="Vicente Alfredo Garay Robertson" userId="S::vicente.garay@uc.cl::78783c43-e97e-49e6-a0de-64154ae66e65" providerId="AD" clId="Web-{31F9C6D9-AE05-9D73-C5B0-1D307BA579A4}" dt="2025-12-11T01:39:58.180" v="409" actId="20577"/>
          <ac:spMkLst>
            <pc:docMk/>
            <pc:sldMk cId="1756520545" sldId="260"/>
            <ac:spMk id="3" creationId="{1999751E-BE03-AC97-695F-E61D7F4E2015}"/>
          </ac:spMkLst>
        </pc:spChg>
        <pc:spChg chg="mod">
          <ac:chgData name="Vicente Alfredo Garay Robertson" userId="S::vicente.garay@uc.cl::78783c43-e97e-49e6-a0de-64154ae66e65" providerId="AD" clId="Web-{31F9C6D9-AE05-9D73-C5B0-1D307BA579A4}" dt="2025-12-11T01:31:14.729" v="322" actId="20577"/>
          <ac:spMkLst>
            <pc:docMk/>
            <pc:sldMk cId="1756520545" sldId="260"/>
            <ac:spMk id="4" creationId="{6F63EE98-1B9C-1ADB-F84C-45C98C344C42}"/>
          </ac:spMkLst>
        </pc:spChg>
      </pc:sldChg>
      <pc:sldChg chg="modSp">
        <pc:chgData name="Vicente Alfredo Garay Robertson" userId="S::vicente.garay@uc.cl::78783c43-e97e-49e6-a0de-64154ae66e65" providerId="AD" clId="Web-{31F9C6D9-AE05-9D73-C5B0-1D307BA579A4}" dt="2025-12-11T02:00:37.579" v="422" actId="20577"/>
        <pc:sldMkLst>
          <pc:docMk/>
          <pc:sldMk cId="2254530250" sldId="327"/>
        </pc:sldMkLst>
        <pc:spChg chg="mod">
          <ac:chgData name="Vicente Alfredo Garay Robertson" userId="S::vicente.garay@uc.cl::78783c43-e97e-49e6-a0de-64154ae66e65" providerId="AD" clId="Web-{31F9C6D9-AE05-9D73-C5B0-1D307BA579A4}" dt="2025-12-11T02:00:37.579" v="422" actId="20577"/>
          <ac:spMkLst>
            <pc:docMk/>
            <pc:sldMk cId="2254530250" sldId="327"/>
            <ac:spMk id="18" creationId="{A4322038-25EB-AE25-0AE8-280669C19AC5}"/>
          </ac:spMkLst>
        </pc:spChg>
      </pc:sldChg>
      <pc:sldChg chg="addSp delSp modSp">
        <pc:chgData name="Vicente Alfredo Garay Robertson" userId="S::vicente.garay@uc.cl::78783c43-e97e-49e6-a0de-64154ae66e65" providerId="AD" clId="Web-{31F9C6D9-AE05-9D73-C5B0-1D307BA579A4}" dt="2025-12-11T02:07:15.164" v="442"/>
        <pc:sldMkLst>
          <pc:docMk/>
          <pc:sldMk cId="998312660" sldId="338"/>
        </pc:sldMkLst>
        <pc:graphicFrameChg chg="add del">
          <ac:chgData name="Vicente Alfredo Garay Robertson" userId="S::vicente.garay@uc.cl::78783c43-e97e-49e6-a0de-64154ae66e65" providerId="AD" clId="Web-{31F9C6D9-AE05-9D73-C5B0-1D307BA579A4}" dt="2025-12-11T02:04:09.500" v="424"/>
          <ac:graphicFrameMkLst>
            <pc:docMk/>
            <pc:sldMk cId="998312660" sldId="338"/>
            <ac:graphicFrameMk id="2" creationId="{C656C373-EEE5-F531-CBDF-E31AEC15F329}"/>
          </ac:graphicFrameMkLst>
        </pc:graphicFrameChg>
        <pc:graphicFrameChg chg="add del mod modGraphic">
          <ac:chgData name="Vicente Alfredo Garay Robertson" userId="S::vicente.garay@uc.cl::78783c43-e97e-49e6-a0de-64154ae66e65" providerId="AD" clId="Web-{31F9C6D9-AE05-9D73-C5B0-1D307BA579A4}" dt="2025-12-11T02:07:14.148" v="441"/>
          <ac:graphicFrameMkLst>
            <pc:docMk/>
            <pc:sldMk cId="998312660" sldId="338"/>
            <ac:graphicFrameMk id="3" creationId="{2C060A8B-29E0-40DF-8371-29BA02272110}"/>
          </ac:graphicFrameMkLst>
        </pc:graphicFrameChg>
        <pc:graphicFrameChg chg="add">
          <ac:chgData name="Vicente Alfredo Garay Robertson" userId="S::vicente.garay@uc.cl::78783c43-e97e-49e6-a0de-64154ae66e65" providerId="AD" clId="Web-{31F9C6D9-AE05-9D73-C5B0-1D307BA579A4}" dt="2025-12-11T02:07:15.164" v="442"/>
          <ac:graphicFrameMkLst>
            <pc:docMk/>
            <pc:sldMk cId="998312660" sldId="338"/>
            <ac:graphicFrameMk id="9" creationId="{2C060A8B-29E0-40DF-8371-29BA02272110}"/>
          </ac:graphicFrameMkLst>
        </pc:graphicFrameChg>
        <pc:graphicFrameChg chg="mod">
          <ac:chgData name="Vicente Alfredo Garay Robertson" userId="S::vicente.garay@uc.cl::78783c43-e97e-49e6-a0de-64154ae66e65" providerId="AD" clId="Web-{31F9C6D9-AE05-9D73-C5B0-1D307BA579A4}" dt="2025-12-11T02:05:04.752" v="426" actId="1076"/>
          <ac:graphicFrameMkLst>
            <pc:docMk/>
            <pc:sldMk cId="998312660" sldId="338"/>
            <ac:graphicFrameMk id="16" creationId="{A98A1125-F35F-C5F3-EE35-60AB5A5784EC}"/>
          </ac:graphicFrameMkLst>
        </pc:graphicFrameChg>
      </pc:sldChg>
      <pc:sldChg chg="del">
        <pc:chgData name="Vicente Alfredo Garay Robertson" userId="S::vicente.garay@uc.cl::78783c43-e97e-49e6-a0de-64154ae66e65" providerId="AD" clId="Web-{31F9C6D9-AE05-9D73-C5B0-1D307BA579A4}" dt="2025-12-11T02:24:57.872" v="813"/>
        <pc:sldMkLst>
          <pc:docMk/>
          <pc:sldMk cId="2680250562" sldId="340"/>
        </pc:sldMkLst>
      </pc:sldChg>
      <pc:sldChg chg="addSp modSp">
        <pc:chgData name="Vicente Alfredo Garay Robertson" userId="S::vicente.garay@uc.cl::78783c43-e97e-49e6-a0de-64154ae66e65" providerId="AD" clId="Web-{31F9C6D9-AE05-9D73-C5B0-1D307BA579A4}" dt="2025-12-11T02:17:26.239" v="810"/>
        <pc:sldMkLst>
          <pc:docMk/>
          <pc:sldMk cId="3037780609" sldId="341"/>
        </pc:sldMkLst>
        <pc:spChg chg="mod">
          <ac:chgData name="Vicente Alfredo Garay Robertson" userId="S::vicente.garay@uc.cl::78783c43-e97e-49e6-a0de-64154ae66e65" providerId="AD" clId="Web-{31F9C6D9-AE05-9D73-C5B0-1D307BA579A4}" dt="2025-12-11T02:08:24.931" v="455"/>
          <ac:spMkLst>
            <pc:docMk/>
            <pc:sldMk cId="3037780609" sldId="341"/>
            <ac:spMk id="4" creationId="{DD039348-E887-8F8D-D455-E38AF0C60D20}"/>
          </ac:spMkLst>
        </pc:spChg>
        <pc:graphicFrameChg chg="add mod modGraphic">
          <ac:chgData name="Vicente Alfredo Garay Robertson" userId="S::vicente.garay@uc.cl::78783c43-e97e-49e6-a0de-64154ae66e65" providerId="AD" clId="Web-{31F9C6D9-AE05-9D73-C5B0-1D307BA579A4}" dt="2025-12-11T02:17:26.239" v="810"/>
          <ac:graphicFrameMkLst>
            <pc:docMk/>
            <pc:sldMk cId="3037780609" sldId="341"/>
            <ac:graphicFrameMk id="8" creationId="{4E17D657-D661-8734-133D-90696FEF1F36}"/>
          </ac:graphicFrameMkLst>
        </pc:graphicFrameChg>
      </pc:sldChg>
    </pc:docChg>
  </pc:docChgLst>
  <pc:docChgLst>
    <pc:chgData name="Vicente Alfredo Garay Robertson" userId="S::vicente.garay@uc.cl::78783c43-e97e-49e6-a0de-64154ae66e65" providerId="AD" clId="Web-{11AE607D-BC8B-248F-799B-A09040DDD374}"/>
    <pc:docChg chg="delSld modSld sldOrd modSection">
      <pc:chgData name="Vicente Alfredo Garay Robertson" userId="S::vicente.garay@uc.cl::78783c43-e97e-49e6-a0de-64154ae66e65" providerId="AD" clId="Web-{11AE607D-BC8B-248F-799B-A09040DDD374}" dt="2025-12-10T21:00:18.245" v="68"/>
      <pc:docMkLst>
        <pc:docMk/>
      </pc:docMkLst>
      <pc:sldChg chg="ord">
        <pc:chgData name="Vicente Alfredo Garay Robertson" userId="S::vicente.garay@uc.cl::78783c43-e97e-49e6-a0de-64154ae66e65" providerId="AD" clId="Web-{11AE607D-BC8B-248F-799B-A09040DDD374}" dt="2025-12-10T20:42:38.964" v="57"/>
        <pc:sldMkLst>
          <pc:docMk/>
          <pc:sldMk cId="1453617272" sldId="273"/>
        </pc:sldMkLst>
      </pc:sldChg>
      <pc:sldChg chg="addSp delSp modSp">
        <pc:chgData name="Vicente Alfredo Garay Robertson" userId="S::vicente.garay@uc.cl::78783c43-e97e-49e6-a0de-64154ae66e65" providerId="AD" clId="Web-{11AE607D-BC8B-248F-799B-A09040DDD374}" dt="2025-12-10T21:00:18.245" v="68"/>
        <pc:sldMkLst>
          <pc:docMk/>
          <pc:sldMk cId="2254530250" sldId="327"/>
        </pc:sldMkLst>
        <pc:spChg chg="del mod">
          <ac:chgData name="Vicente Alfredo Garay Robertson" userId="S::vicente.garay@uc.cl::78783c43-e97e-49e6-a0de-64154ae66e65" providerId="AD" clId="Web-{11AE607D-BC8B-248F-799B-A09040DDD374}" dt="2025-12-10T19:56:06.432" v="2"/>
          <ac:spMkLst>
            <pc:docMk/>
            <pc:sldMk cId="2254530250" sldId="327"/>
            <ac:spMk id="3" creationId="{35F797C6-926E-89DB-DFB5-C412E2ECE471}"/>
          </ac:spMkLst>
        </pc:spChg>
        <pc:spChg chg="add del mod">
          <ac:chgData name="Vicente Alfredo Garay Robertson" userId="S::vicente.garay@uc.cl::78783c43-e97e-49e6-a0de-64154ae66e65" providerId="AD" clId="Web-{11AE607D-BC8B-248F-799B-A09040DDD374}" dt="2025-12-10T19:56:18.136" v="4"/>
          <ac:spMkLst>
            <pc:docMk/>
            <pc:sldMk cId="2254530250" sldId="327"/>
            <ac:spMk id="5" creationId="{C94FAD3D-53FA-2C36-B645-1374390C80B5}"/>
          </ac:spMkLst>
        </pc:spChg>
        <pc:spChg chg="add del">
          <ac:chgData name="Vicente Alfredo Garay Robertson" userId="S::vicente.garay@uc.cl::78783c43-e97e-49e6-a0de-64154ae66e65" providerId="AD" clId="Web-{11AE607D-BC8B-248F-799B-A09040DDD374}" dt="2025-12-10T20:41:59.886" v="51"/>
          <ac:spMkLst>
            <pc:docMk/>
            <pc:sldMk cId="2254530250" sldId="327"/>
            <ac:spMk id="8" creationId="{F2F7227A-3945-43E2-B490-57512FFCD744}"/>
          </ac:spMkLst>
        </pc:spChg>
        <pc:spChg chg="add del mod">
          <ac:chgData name="Vicente Alfredo Garay Robertson" userId="S::vicente.garay@uc.cl::78783c43-e97e-49e6-a0de-64154ae66e65" providerId="AD" clId="Web-{11AE607D-BC8B-248F-799B-A09040DDD374}" dt="2025-12-10T20:41:57.651" v="50"/>
          <ac:spMkLst>
            <pc:docMk/>
            <pc:sldMk cId="2254530250" sldId="327"/>
            <ac:spMk id="11" creationId="{905F1BA8-B3D0-4C22-8802-75112820CE6B}"/>
          </ac:spMkLst>
        </pc:spChg>
        <pc:picChg chg="add del mod ord">
          <ac:chgData name="Vicente Alfredo Garay Robertson" userId="S::vicente.garay@uc.cl::78783c43-e97e-49e6-a0de-64154ae66e65" providerId="AD" clId="Web-{11AE607D-BC8B-248F-799B-A09040DDD374}" dt="2025-12-10T19:56:11.292" v="3"/>
          <ac:picMkLst>
            <pc:docMk/>
            <pc:sldMk cId="2254530250" sldId="327"/>
            <ac:picMk id="2" creationId="{2346FE1A-E6F7-2D0B-0D1E-BD1B8CC4AD87}"/>
          </ac:picMkLst>
        </pc:picChg>
        <pc:picChg chg="add del mod">
          <ac:chgData name="Vicente Alfredo Garay Robertson" userId="S::vicente.garay@uc.cl::78783c43-e97e-49e6-a0de-64154ae66e65" providerId="AD" clId="Web-{11AE607D-BC8B-248F-799B-A09040DDD374}" dt="2025-12-10T21:00:18.245" v="68"/>
          <ac:picMkLst>
            <pc:docMk/>
            <pc:sldMk cId="2254530250" sldId="327"/>
            <ac:picMk id="3" creationId="{4FE85628-B25C-C38E-56C6-B5E031E0C7A3}"/>
          </ac:picMkLst>
        </pc:picChg>
        <pc:picChg chg="add del mod ord">
          <ac:chgData name="Vicente Alfredo Garay Robertson" userId="S::vicente.garay@uc.cl::78783c43-e97e-49e6-a0de-64154ae66e65" providerId="AD" clId="Web-{11AE607D-BC8B-248F-799B-A09040DDD374}" dt="2025-12-10T20:41:56.042" v="49"/>
          <ac:picMkLst>
            <pc:docMk/>
            <pc:sldMk cId="2254530250" sldId="327"/>
            <ac:picMk id="6" creationId="{4EE59DD9-C56D-BCC9-06B9-186259A26CA6}"/>
          </ac:picMkLst>
        </pc:picChg>
        <pc:picChg chg="add mod">
          <ac:chgData name="Vicente Alfredo Garay Robertson" userId="S::vicente.garay@uc.cl::78783c43-e97e-49e6-a0de-64154ae66e65" providerId="AD" clId="Web-{11AE607D-BC8B-248F-799B-A09040DDD374}" dt="2025-12-10T20:51:06.502" v="58"/>
          <ac:picMkLst>
            <pc:docMk/>
            <pc:sldMk cId="2254530250" sldId="327"/>
            <ac:picMk id="12" creationId="{4FE85628-B25C-C38E-56C6-B5E031E0C7A3}"/>
          </ac:picMkLst>
        </pc:picChg>
      </pc:sldChg>
      <pc:sldChg chg="del">
        <pc:chgData name="Vicente Alfredo Garay Robertson" userId="S::vicente.garay@uc.cl::78783c43-e97e-49e6-a0de-64154ae66e65" providerId="AD" clId="Web-{11AE607D-BC8B-248F-799B-A09040DDD374}" dt="2025-12-10T19:57:38.890" v="13"/>
        <pc:sldMkLst>
          <pc:docMk/>
          <pc:sldMk cId="3945183785" sldId="328"/>
        </pc:sldMkLst>
      </pc:sldChg>
      <pc:sldChg chg="addSp delSp modSp">
        <pc:chgData name="Vicente Alfredo Garay Robertson" userId="S::vicente.garay@uc.cl::78783c43-e97e-49e6-a0de-64154ae66e65" providerId="AD" clId="Web-{11AE607D-BC8B-248F-799B-A09040DDD374}" dt="2025-12-10T20:26:28.821" v="48"/>
        <pc:sldMkLst>
          <pc:docMk/>
          <pc:sldMk cId="2039500502" sldId="329"/>
        </pc:sldMkLst>
        <pc:spChg chg="del mod">
          <ac:chgData name="Vicente Alfredo Garay Robertson" userId="S::vicente.garay@uc.cl::78783c43-e97e-49e6-a0de-64154ae66e65" providerId="AD" clId="Web-{11AE607D-BC8B-248F-799B-A09040DDD374}" dt="2025-12-10T20:16:46.422" v="38"/>
          <ac:spMkLst>
            <pc:docMk/>
            <pc:sldMk cId="2039500502" sldId="329"/>
            <ac:spMk id="3" creationId="{F2FC580B-07C0-639A-E27D-9F43DECD9F04}"/>
          </ac:spMkLst>
        </pc:spChg>
        <pc:spChg chg="add del">
          <ac:chgData name="Vicente Alfredo Garay Robertson" userId="S::vicente.garay@uc.cl::78783c43-e97e-49e6-a0de-64154ae66e65" providerId="AD" clId="Web-{11AE607D-BC8B-248F-799B-A09040DDD374}" dt="2025-12-10T20:16:37.359" v="36"/>
          <ac:spMkLst>
            <pc:docMk/>
            <pc:sldMk cId="2039500502" sldId="329"/>
            <ac:spMk id="4" creationId="{AA23C3D7-F426-D435-CE1F-CF8FC7F607C1}"/>
          </ac:spMkLst>
        </pc:spChg>
        <pc:spChg chg="add del mod">
          <ac:chgData name="Vicente Alfredo Garay Robertson" userId="S::vicente.garay@uc.cl::78783c43-e97e-49e6-a0de-64154ae66e65" providerId="AD" clId="Web-{11AE607D-BC8B-248F-799B-A09040DDD374}" dt="2025-12-10T20:19:19.972" v="43"/>
          <ac:spMkLst>
            <pc:docMk/>
            <pc:sldMk cId="2039500502" sldId="329"/>
            <ac:spMk id="12" creationId="{66A2E7D9-2A57-1775-6281-B60217F1F331}"/>
          </ac:spMkLst>
        </pc:spChg>
        <pc:spChg chg="add del mod">
          <ac:chgData name="Vicente Alfredo Garay Robertson" userId="S::vicente.garay@uc.cl::78783c43-e97e-49e6-a0de-64154ae66e65" providerId="AD" clId="Web-{11AE607D-BC8B-248F-799B-A09040DDD374}" dt="2025-12-10T20:19:46.973" v="45"/>
          <ac:spMkLst>
            <pc:docMk/>
            <pc:sldMk cId="2039500502" sldId="329"/>
            <ac:spMk id="15" creationId="{47DBF26A-7EE0-4592-B974-B5A67A6A8938}"/>
          </ac:spMkLst>
        </pc:spChg>
        <pc:spChg chg="add del mod">
          <ac:chgData name="Vicente Alfredo Garay Robertson" userId="S::vicente.garay@uc.cl::78783c43-e97e-49e6-a0de-64154ae66e65" providerId="AD" clId="Web-{11AE607D-BC8B-248F-799B-A09040DDD374}" dt="2025-12-10T20:26:28.821" v="48"/>
          <ac:spMkLst>
            <pc:docMk/>
            <pc:sldMk cId="2039500502" sldId="329"/>
            <ac:spMk id="18" creationId="{9E2057A7-31E8-83F6-8D2B-A21B22EF2B30}"/>
          </ac:spMkLst>
        </pc:spChg>
        <pc:picChg chg="add del mod">
          <ac:chgData name="Vicente Alfredo Garay Robertson" userId="S::vicente.garay@uc.cl::78783c43-e97e-49e6-a0de-64154ae66e65" providerId="AD" clId="Web-{11AE607D-BC8B-248F-799B-A09040DDD374}" dt="2025-12-10T19:57:57.219" v="16"/>
          <ac:picMkLst>
            <pc:docMk/>
            <pc:sldMk cId="2039500502" sldId="329"/>
            <ac:picMk id="5" creationId="{F074CE17-09EA-AB17-F803-AF53B4CBC308}"/>
          </ac:picMkLst>
        </pc:picChg>
        <pc:picChg chg="add del mod">
          <ac:chgData name="Vicente Alfredo Garay Robertson" userId="S::vicente.garay@uc.cl::78783c43-e97e-49e6-a0de-64154ae66e65" providerId="AD" clId="Web-{11AE607D-BC8B-248F-799B-A09040DDD374}" dt="2025-12-10T20:10:56.954" v="19"/>
          <ac:picMkLst>
            <pc:docMk/>
            <pc:sldMk cId="2039500502" sldId="329"/>
            <ac:picMk id="6" creationId="{69860C3E-0A76-E465-EFCD-3D1E620754C5}"/>
          </ac:picMkLst>
        </pc:picChg>
        <pc:picChg chg="add del mod">
          <ac:chgData name="Vicente Alfredo Garay Robertson" userId="S::vicente.garay@uc.cl::78783c43-e97e-49e6-a0de-64154ae66e65" providerId="AD" clId="Web-{11AE607D-BC8B-248F-799B-A09040DDD374}" dt="2025-12-10T20:11:34.409" v="29"/>
          <ac:picMkLst>
            <pc:docMk/>
            <pc:sldMk cId="2039500502" sldId="329"/>
            <ac:picMk id="7" creationId="{8E5D7EC5-C8D5-5F99-F11D-EF3721292B4C}"/>
          </ac:picMkLst>
        </pc:picChg>
        <pc:picChg chg="add del mod">
          <ac:chgData name="Vicente Alfredo Garay Robertson" userId="S::vicente.garay@uc.cl::78783c43-e97e-49e6-a0de-64154ae66e65" providerId="AD" clId="Web-{11AE607D-BC8B-248F-799B-A09040DDD374}" dt="2025-12-10T20:13:43.197" v="35"/>
          <ac:picMkLst>
            <pc:docMk/>
            <pc:sldMk cId="2039500502" sldId="329"/>
            <ac:picMk id="8" creationId="{BFE3DF95-D8D9-B546-571E-17D725C537D6}"/>
          </ac:picMkLst>
        </pc:picChg>
        <pc:picChg chg="add del mod ord">
          <ac:chgData name="Vicente Alfredo Garay Robertson" userId="S::vicente.garay@uc.cl::78783c43-e97e-49e6-a0de-64154ae66e65" providerId="AD" clId="Web-{11AE607D-BC8B-248F-799B-A09040DDD374}" dt="2025-12-10T20:19:10.800" v="42"/>
          <ac:picMkLst>
            <pc:docMk/>
            <pc:sldMk cId="2039500502" sldId="329"/>
            <ac:picMk id="10" creationId="{29AC9688-ADE6-34F9-14BF-075E70A3D975}"/>
          </ac:picMkLst>
        </pc:picChg>
        <pc:picChg chg="add del mod ord">
          <ac:chgData name="Vicente Alfredo Garay Robertson" userId="S::vicente.garay@uc.cl::78783c43-e97e-49e6-a0de-64154ae66e65" providerId="AD" clId="Web-{11AE607D-BC8B-248F-799B-A09040DDD374}" dt="2025-12-10T20:19:23.207" v="44"/>
          <ac:picMkLst>
            <pc:docMk/>
            <pc:sldMk cId="2039500502" sldId="329"/>
            <ac:picMk id="13" creationId="{E844C7CF-C2D6-264D-362F-1CFA8FC4F977}"/>
          </ac:picMkLst>
        </pc:picChg>
        <pc:picChg chg="add del mod ord">
          <ac:chgData name="Vicente Alfredo Garay Robertson" userId="S::vicente.garay@uc.cl::78783c43-e97e-49e6-a0de-64154ae66e65" providerId="AD" clId="Web-{11AE607D-BC8B-248F-799B-A09040DDD374}" dt="2025-12-10T20:26:21.415" v="47"/>
          <ac:picMkLst>
            <pc:docMk/>
            <pc:sldMk cId="2039500502" sldId="329"/>
            <ac:picMk id="16" creationId="{78549E98-81CF-A8D7-A9A9-196A81EF9FD9}"/>
          </ac:picMkLst>
        </pc:picChg>
        <pc:picChg chg="add mod ord">
          <ac:chgData name="Vicente Alfredo Garay Robertson" userId="S::vicente.garay@uc.cl::78783c43-e97e-49e6-a0de-64154ae66e65" providerId="AD" clId="Web-{11AE607D-BC8B-248F-799B-A09040DDD374}" dt="2025-12-10T20:26:28.821" v="48"/>
          <ac:picMkLst>
            <pc:docMk/>
            <pc:sldMk cId="2039500502" sldId="329"/>
            <ac:picMk id="19" creationId="{9FEEF77E-E2C2-9249-4E5D-1DD222AEF2BB}"/>
          </ac:picMkLst>
        </pc:picChg>
      </pc:sldChg>
      <pc:sldChg chg="del">
        <pc:chgData name="Vicente Alfredo Garay Robertson" userId="S::vicente.garay@uc.cl::78783c43-e97e-49e6-a0de-64154ae66e65" providerId="AD" clId="Web-{11AE607D-BC8B-248F-799B-A09040DDD374}" dt="2025-12-10T20:42:29.761" v="56"/>
        <pc:sldMkLst>
          <pc:docMk/>
          <pc:sldMk cId="683080127" sldId="330"/>
        </pc:sldMkLst>
      </pc:sldChg>
    </pc:docChg>
  </pc:docChgLst>
  <pc:docChgLst>
    <pc:chgData name="Franco Andrés Chiappe Donoso" userId="952ef6fb-7da9-433b-9cb5-ab1c1c91cce3" providerId="ADAL" clId="{D482683E-DF45-4BA1-B60E-919AB3CEA91E}"/>
    <pc:docChg chg="undo redo custSel addSld delSld modSld sldOrd modMainMaster addSection delSection modSection">
      <pc:chgData name="Franco Andrés Chiappe Donoso" userId="952ef6fb-7da9-433b-9cb5-ab1c1c91cce3" providerId="ADAL" clId="{D482683E-DF45-4BA1-B60E-919AB3CEA91E}" dt="2025-12-11T03:00:39.337" v="4607" actId="14100"/>
      <pc:docMkLst>
        <pc:docMk/>
      </pc:docMkLst>
      <pc:sldChg chg="addSp delSp modSp mod setBg setClrOvrMap">
        <pc:chgData name="Franco Andrés Chiappe Donoso" userId="952ef6fb-7da9-433b-9cb5-ab1c1c91cce3" providerId="ADAL" clId="{D482683E-DF45-4BA1-B60E-919AB3CEA91E}" dt="2025-12-09T16:11:34.301" v="1711" actId="1076"/>
        <pc:sldMkLst>
          <pc:docMk/>
          <pc:sldMk cId="704265770" sldId="256"/>
        </pc:sldMkLst>
        <pc:spChg chg="mod">
          <ac:chgData name="Franco Andrés Chiappe Donoso" userId="952ef6fb-7da9-433b-9cb5-ab1c1c91cce3" providerId="ADAL" clId="{D482683E-DF45-4BA1-B60E-919AB3CEA91E}" dt="2025-12-09T16:10:50.508" v="1654" actId="26606"/>
          <ac:spMkLst>
            <pc:docMk/>
            <pc:sldMk cId="704265770" sldId="256"/>
            <ac:spMk id="2" creationId="{521CB9B4-2F2D-7DF0-CF49-642A88830C58}"/>
          </ac:spMkLst>
        </pc:spChg>
        <pc:spChg chg="mod">
          <ac:chgData name="Franco Andrés Chiappe Donoso" userId="952ef6fb-7da9-433b-9cb5-ab1c1c91cce3" providerId="ADAL" clId="{D482683E-DF45-4BA1-B60E-919AB3CEA91E}" dt="2025-12-09T16:10:50.508" v="1654" actId="26606"/>
          <ac:spMkLst>
            <pc:docMk/>
            <pc:sldMk cId="704265770" sldId="256"/>
            <ac:spMk id="3" creationId="{A1D86C89-7F23-A41D-1AF2-CD30CC04012A}"/>
          </ac:spMkLst>
        </pc:spChg>
        <pc:spChg chg="add">
          <ac:chgData name="Franco Andrés Chiappe Donoso" userId="952ef6fb-7da9-433b-9cb5-ab1c1c91cce3" providerId="ADAL" clId="{D482683E-DF45-4BA1-B60E-919AB3CEA91E}" dt="2025-12-09T16:10:50.508" v="1654" actId="26606"/>
          <ac:spMkLst>
            <pc:docMk/>
            <pc:sldMk cId="704265770" sldId="256"/>
            <ac:spMk id="41" creationId="{4DC9F8D5-BF3E-4B69-8F17-AE72302BE148}"/>
          </ac:spMkLst>
        </pc:spChg>
        <pc:spChg chg="add">
          <ac:chgData name="Franco Andrés Chiappe Donoso" userId="952ef6fb-7da9-433b-9cb5-ab1c1c91cce3" providerId="ADAL" clId="{D482683E-DF45-4BA1-B60E-919AB3CEA91E}" dt="2025-12-09T16:10:50.508" v="1654" actId="26606"/>
          <ac:spMkLst>
            <pc:docMk/>
            <pc:sldMk cId="704265770" sldId="256"/>
            <ac:spMk id="43" creationId="{43C98417-D50B-4AA2-9624-E78A6120EC3F}"/>
          </ac:spMkLst>
        </pc:spChg>
        <pc:spChg chg="add">
          <ac:chgData name="Franco Andrés Chiappe Donoso" userId="952ef6fb-7da9-433b-9cb5-ab1c1c91cce3" providerId="ADAL" clId="{D482683E-DF45-4BA1-B60E-919AB3CEA91E}" dt="2025-12-09T16:10:50.508" v="1654" actId="26606"/>
          <ac:spMkLst>
            <pc:docMk/>
            <pc:sldMk cId="704265770" sldId="256"/>
            <ac:spMk id="47" creationId="{AD1FF191-71A7-48F6-8069-4B5DB0F5FED5}"/>
          </ac:spMkLst>
        </pc:spChg>
        <pc:spChg chg="add">
          <ac:chgData name="Franco Andrés Chiappe Donoso" userId="952ef6fb-7da9-433b-9cb5-ab1c1c91cce3" providerId="ADAL" clId="{D482683E-DF45-4BA1-B60E-919AB3CEA91E}" dt="2025-12-09T16:10:50.508" v="1654" actId="26606"/>
          <ac:spMkLst>
            <pc:docMk/>
            <pc:sldMk cId="704265770" sldId="256"/>
            <ac:spMk id="49" creationId="{E051B9BE-1550-4F91-A22E-F5818696CDF0}"/>
          </ac:spMkLst>
        </pc:spChg>
        <pc:picChg chg="add del mod">
          <ac:chgData name="Franco Andrés Chiappe Donoso" userId="952ef6fb-7da9-433b-9cb5-ab1c1c91cce3" providerId="ADAL" clId="{D482683E-DF45-4BA1-B60E-919AB3CEA91E}" dt="2025-12-09T16:11:28.799" v="1710" actId="1076"/>
          <ac:picMkLst>
            <pc:docMk/>
            <pc:sldMk cId="704265770" sldId="256"/>
            <ac:picMk id="4" creationId="{37D2D1D0-3013-472A-A1E4-48C33449A553}"/>
          </ac:picMkLst>
        </pc:picChg>
        <pc:picChg chg="add del mod ord">
          <ac:chgData name="Franco Andrés Chiappe Donoso" userId="952ef6fb-7da9-433b-9cb5-ab1c1c91cce3" providerId="ADAL" clId="{D482683E-DF45-4BA1-B60E-919AB3CEA91E}" dt="2025-12-09T16:11:34.301" v="1711" actId="1076"/>
          <ac:picMkLst>
            <pc:docMk/>
            <pc:sldMk cId="704265770" sldId="256"/>
            <ac:picMk id="5" creationId="{2CAEC880-3DE1-3194-7940-AC44F132BF11}"/>
          </ac:picMkLst>
        </pc:picChg>
        <pc:picChg chg="add del mod ord">
          <ac:chgData name="Franco Andrés Chiappe Donoso" userId="952ef6fb-7da9-433b-9cb5-ab1c1c91cce3" providerId="ADAL" clId="{D482683E-DF45-4BA1-B60E-919AB3CEA91E}" dt="2025-12-09T16:11:22.058" v="1709" actId="1076"/>
          <ac:picMkLst>
            <pc:docMk/>
            <pc:sldMk cId="704265770" sldId="256"/>
            <ac:picMk id="7" creationId="{C02594E7-3556-1568-2237-2A9E4D19A23B}"/>
          </ac:picMkLst>
        </pc:picChg>
      </pc:sldChg>
      <pc:sldChg chg="addSp delSp modSp mod ord modClrScheme addAnim delAnim modAnim chgLayout">
        <pc:chgData name="Franco Andrés Chiappe Donoso" userId="952ef6fb-7da9-433b-9cb5-ab1c1c91cce3" providerId="ADAL" clId="{D482683E-DF45-4BA1-B60E-919AB3CEA91E}" dt="2025-12-11T02:58:04.709" v="4583" actId="1037"/>
        <pc:sldMkLst>
          <pc:docMk/>
          <pc:sldMk cId="2982553979" sldId="258"/>
        </pc:sldMkLst>
        <pc:spChg chg="add mod">
          <ac:chgData name="Franco Andrés Chiappe Donoso" userId="952ef6fb-7da9-433b-9cb5-ab1c1c91cce3" providerId="ADAL" clId="{D482683E-DF45-4BA1-B60E-919AB3CEA91E}" dt="2025-12-09T00:00:59.905" v="1211"/>
          <ac:spMkLst>
            <pc:docMk/>
            <pc:sldMk cId="2982553979" sldId="258"/>
            <ac:spMk id="3" creationId="{7B90D855-A892-1169-B0DF-D23DBBC46C77}"/>
          </ac:spMkLst>
        </pc:spChg>
        <pc:spChg chg="add del mod ord">
          <ac:chgData name="Franco Andrés Chiappe Donoso" userId="952ef6fb-7da9-433b-9cb5-ab1c1c91cce3" providerId="ADAL" clId="{D482683E-DF45-4BA1-B60E-919AB3CEA91E}" dt="2025-12-10T19:18:45.314" v="3025" actId="123"/>
          <ac:spMkLst>
            <pc:docMk/>
            <pc:sldMk cId="2982553979" sldId="258"/>
            <ac:spMk id="5" creationId="{3F2A78E6-D879-CD3D-03BB-94B8DCD99E93}"/>
          </ac:spMkLst>
        </pc:spChg>
        <pc:spChg chg="add mod ord">
          <ac:chgData name="Franco Andrés Chiappe Donoso" userId="952ef6fb-7da9-433b-9cb5-ab1c1c91cce3" providerId="ADAL" clId="{D482683E-DF45-4BA1-B60E-919AB3CEA91E}" dt="2025-12-10T19:18:42.928" v="3024" actId="123"/>
          <ac:spMkLst>
            <pc:docMk/>
            <pc:sldMk cId="2982553979" sldId="258"/>
            <ac:spMk id="6" creationId="{70A835F3-56C9-FC73-9746-72C5C5E66A38}"/>
          </ac:spMkLst>
        </pc:spChg>
        <pc:spChg chg="add mod">
          <ac:chgData name="Franco Andrés Chiappe Donoso" userId="952ef6fb-7da9-433b-9cb5-ab1c1c91cce3" providerId="ADAL" clId="{D482683E-DF45-4BA1-B60E-919AB3CEA91E}" dt="2025-12-11T02:58:04.709" v="4583" actId="1037"/>
          <ac:spMkLst>
            <pc:docMk/>
            <pc:sldMk cId="2982553979" sldId="258"/>
            <ac:spMk id="9" creationId="{E479CAB6-04C6-9D85-2517-CA92FAF9B27F}"/>
          </ac:spMkLst>
        </pc:spChg>
        <pc:picChg chg="add mod">
          <ac:chgData name="Franco Andrés Chiappe Donoso" userId="952ef6fb-7da9-433b-9cb5-ab1c1c91cce3" providerId="ADAL" clId="{D482683E-DF45-4BA1-B60E-919AB3CEA91E}" dt="2025-12-08T16:02:38.120" v="607" actId="167"/>
          <ac:picMkLst>
            <pc:docMk/>
            <pc:sldMk cId="2982553979" sldId="258"/>
            <ac:picMk id="4" creationId="{DF3E4AFE-4E17-0B5C-CC20-B302C304E63E}"/>
          </ac:picMkLst>
        </pc:picChg>
        <pc:picChg chg="add del">
          <ac:chgData name="Franco Andrés Chiappe Donoso" userId="952ef6fb-7da9-433b-9cb5-ab1c1c91cce3" providerId="ADAL" clId="{D482683E-DF45-4BA1-B60E-919AB3CEA91E}" dt="2025-12-10T04:07:02.033" v="2440" actId="22"/>
          <ac:picMkLst>
            <pc:docMk/>
            <pc:sldMk cId="2982553979" sldId="258"/>
            <ac:picMk id="8" creationId="{0819D3F3-9A1D-4D03-4A41-8BB1B707D5C2}"/>
          </ac:picMkLst>
        </pc:picChg>
        <pc:picChg chg="add mod">
          <ac:chgData name="Franco Andrés Chiappe Donoso" userId="952ef6fb-7da9-433b-9cb5-ab1c1c91cce3" providerId="ADAL" clId="{D482683E-DF45-4BA1-B60E-919AB3CEA91E}" dt="2025-12-10T04:07:53.429" v="2492" actId="1076"/>
          <ac:picMkLst>
            <pc:docMk/>
            <pc:sldMk cId="2982553979" sldId="258"/>
            <ac:picMk id="11" creationId="{F58192A3-DCDB-6C4B-5CB7-B8AD42855A8E}"/>
          </ac:picMkLst>
        </pc:picChg>
        <pc:picChg chg="add mod">
          <ac:chgData name="Franco Andrés Chiappe Donoso" userId="952ef6fb-7da9-433b-9cb5-ab1c1c91cce3" providerId="ADAL" clId="{D482683E-DF45-4BA1-B60E-919AB3CEA91E}" dt="2025-12-10T04:07:50.313" v="2491" actId="1076"/>
          <ac:picMkLst>
            <pc:docMk/>
            <pc:sldMk cId="2982553979" sldId="258"/>
            <ac:picMk id="7174" creationId="{7E95097F-42A2-AEBA-FDE2-6B6DFA67AA59}"/>
          </ac:picMkLst>
        </pc:picChg>
      </pc:sldChg>
      <pc:sldChg chg="addSp delSp modSp mod modClrScheme chgLayout">
        <pc:chgData name="Franco Andrés Chiappe Donoso" userId="952ef6fb-7da9-433b-9cb5-ab1c1c91cce3" providerId="ADAL" clId="{D482683E-DF45-4BA1-B60E-919AB3CEA91E}" dt="2025-12-11T02:35:45.402" v="4478" actId="20577"/>
        <pc:sldMkLst>
          <pc:docMk/>
          <pc:sldMk cId="1756520545" sldId="260"/>
        </pc:sldMkLst>
        <pc:spChg chg="mod ord">
          <ac:chgData name="Franco Andrés Chiappe Donoso" userId="952ef6fb-7da9-433b-9cb5-ab1c1c91cce3" providerId="ADAL" clId="{D482683E-DF45-4BA1-B60E-919AB3CEA91E}" dt="2025-12-11T02:35:45.402" v="4478" actId="20577"/>
          <ac:spMkLst>
            <pc:docMk/>
            <pc:sldMk cId="1756520545" sldId="260"/>
            <ac:spMk id="2" creationId="{B1E9CEFB-45A2-B0B0-40E1-8FE0A405CE62}"/>
          </ac:spMkLst>
        </pc:spChg>
        <pc:spChg chg="mod ord">
          <ac:chgData name="Franco Andrés Chiappe Donoso" userId="952ef6fb-7da9-433b-9cb5-ab1c1c91cce3" providerId="ADAL" clId="{D482683E-DF45-4BA1-B60E-919AB3CEA91E}" dt="2025-12-11T02:35:27.220" v="4476" actId="20577"/>
          <ac:spMkLst>
            <pc:docMk/>
            <pc:sldMk cId="1756520545" sldId="260"/>
            <ac:spMk id="3" creationId="{1999751E-BE03-AC97-695F-E61D7F4E2015}"/>
          </ac:spMkLst>
        </pc:spChg>
        <pc:spChg chg="mod ord">
          <ac:chgData name="Franco Andrés Chiappe Donoso" userId="952ef6fb-7da9-433b-9cb5-ab1c1c91cce3" providerId="ADAL" clId="{D482683E-DF45-4BA1-B60E-919AB3CEA91E}" dt="2025-12-11T02:29:08.074" v="4415" actId="208"/>
          <ac:spMkLst>
            <pc:docMk/>
            <pc:sldMk cId="1756520545" sldId="260"/>
            <ac:spMk id="4" creationId="{6F63EE98-1B9C-1ADB-F84C-45C98C344C42}"/>
          </ac:spMkLst>
        </pc:spChg>
        <pc:spChg chg="del">
          <ac:chgData name="Franco Andrés Chiappe Donoso" userId="952ef6fb-7da9-433b-9cb5-ab1c1c91cce3" providerId="ADAL" clId="{D482683E-DF45-4BA1-B60E-919AB3CEA91E}" dt="2025-12-11T02:27:33.739" v="4361" actId="700"/>
          <ac:spMkLst>
            <pc:docMk/>
            <pc:sldMk cId="1756520545" sldId="260"/>
            <ac:spMk id="5" creationId="{C9C97F60-26A9-771B-5BF9-E8EE91387AC8}"/>
          </ac:spMkLst>
        </pc:spChg>
        <pc:spChg chg="del mod ord">
          <ac:chgData name="Franco Andrés Chiappe Donoso" userId="952ef6fb-7da9-433b-9cb5-ab1c1c91cce3" providerId="ADAL" clId="{D482683E-DF45-4BA1-B60E-919AB3CEA91E}" dt="2025-12-11T02:27:33.739" v="4361" actId="700"/>
          <ac:spMkLst>
            <pc:docMk/>
            <pc:sldMk cId="1756520545" sldId="260"/>
            <ac:spMk id="6" creationId="{F616D09C-9123-2EB0-9450-F61270970532}"/>
          </ac:spMkLst>
        </pc:spChg>
        <pc:picChg chg="add mod">
          <ac:chgData name="Franco Andrés Chiappe Donoso" userId="952ef6fb-7da9-433b-9cb5-ab1c1c91cce3" providerId="ADAL" clId="{D482683E-DF45-4BA1-B60E-919AB3CEA91E}" dt="2025-12-11T02:31:27.571" v="4443" actId="167"/>
          <ac:picMkLst>
            <pc:docMk/>
            <pc:sldMk cId="1756520545" sldId="260"/>
            <ac:picMk id="7" creationId="{19090D83-56C4-EBC4-6194-35A2E607B827}"/>
          </ac:picMkLst>
        </pc:picChg>
      </pc:sldChg>
      <pc:sldChg chg="addSp delSp modSp mod setBg modAnim chgLayout">
        <pc:chgData name="Franco Andrés Chiappe Donoso" userId="952ef6fb-7da9-433b-9cb5-ab1c1c91cce3" providerId="ADAL" clId="{D482683E-DF45-4BA1-B60E-919AB3CEA91E}" dt="2025-12-10T19:18:53.014" v="3027" actId="123"/>
        <pc:sldMkLst>
          <pc:docMk/>
          <pc:sldMk cId="167390250" sldId="262"/>
        </pc:sldMkLst>
        <pc:spChg chg="add del mod ord">
          <ac:chgData name="Franco Andrés Chiappe Donoso" userId="952ef6fb-7da9-433b-9cb5-ab1c1c91cce3" providerId="ADAL" clId="{D482683E-DF45-4BA1-B60E-919AB3CEA91E}" dt="2025-12-10T19:18:53.014" v="3027" actId="123"/>
          <ac:spMkLst>
            <pc:docMk/>
            <pc:sldMk cId="167390250" sldId="262"/>
            <ac:spMk id="3" creationId="{E497BA16-6636-8C0F-B8EB-F9FA148439BD}"/>
          </ac:spMkLst>
        </pc:spChg>
        <pc:spChg chg="add del mod">
          <ac:chgData name="Franco Andrés Chiappe Donoso" userId="952ef6fb-7da9-433b-9cb5-ab1c1c91cce3" providerId="ADAL" clId="{D482683E-DF45-4BA1-B60E-919AB3CEA91E}" dt="2025-12-10T04:06:15.688" v="2364" actId="14100"/>
          <ac:spMkLst>
            <pc:docMk/>
            <pc:sldMk cId="167390250" sldId="262"/>
            <ac:spMk id="7" creationId="{B1648F74-303D-B9B7-45D7-B8A72A9DEAC9}"/>
          </ac:spMkLst>
        </pc:spChg>
        <pc:spChg chg="add mod ord">
          <ac:chgData name="Franco Andrés Chiappe Donoso" userId="952ef6fb-7da9-433b-9cb5-ab1c1c91cce3" providerId="ADAL" clId="{D482683E-DF45-4BA1-B60E-919AB3CEA91E}" dt="2025-12-10T03:26:07.707" v="2239" actId="700"/>
          <ac:spMkLst>
            <pc:docMk/>
            <pc:sldMk cId="167390250" sldId="262"/>
            <ac:spMk id="14" creationId="{29685839-7099-4BF3-DA37-30404632870D}"/>
          </ac:spMkLst>
        </pc:spChg>
        <pc:spChg chg="add mod ord">
          <ac:chgData name="Franco Andrés Chiappe Donoso" userId="952ef6fb-7da9-433b-9cb5-ab1c1c91cce3" providerId="ADAL" clId="{D482683E-DF45-4BA1-B60E-919AB3CEA91E}" dt="2025-12-10T03:26:23.207" v="2242" actId="208"/>
          <ac:spMkLst>
            <pc:docMk/>
            <pc:sldMk cId="167390250" sldId="262"/>
            <ac:spMk id="16" creationId="{FAAF3DC3-92C6-D42F-8161-A64DC6B1B713}"/>
          </ac:spMkLst>
        </pc:spChg>
        <pc:spChg chg="add mod">
          <ac:chgData name="Franco Andrés Chiappe Donoso" userId="952ef6fb-7da9-433b-9cb5-ab1c1c91cce3" providerId="ADAL" clId="{D482683E-DF45-4BA1-B60E-919AB3CEA91E}" dt="2025-12-10T03:25:57.329" v="2236"/>
          <ac:spMkLst>
            <pc:docMk/>
            <pc:sldMk cId="167390250" sldId="262"/>
            <ac:spMk id="21" creationId="{4D2DABFB-8B31-8DB1-1B31-78B65879E306}"/>
          </ac:spMkLst>
        </pc:spChg>
        <pc:spChg chg="add mod">
          <ac:chgData name="Franco Andrés Chiappe Donoso" userId="952ef6fb-7da9-433b-9cb5-ab1c1c91cce3" providerId="ADAL" clId="{D482683E-DF45-4BA1-B60E-919AB3CEA91E}" dt="2025-12-10T03:26:04.602" v="2238"/>
          <ac:spMkLst>
            <pc:docMk/>
            <pc:sldMk cId="167390250" sldId="262"/>
            <ac:spMk id="22" creationId="{8D6004FB-DA45-7AE0-33B3-8D869E395B78}"/>
          </ac:spMkLst>
        </pc:spChg>
        <pc:picChg chg="add del mod">
          <ac:chgData name="Franco Andrés Chiappe Donoso" userId="952ef6fb-7da9-433b-9cb5-ab1c1c91cce3" providerId="ADAL" clId="{D482683E-DF45-4BA1-B60E-919AB3CEA91E}" dt="2025-12-10T03:24:29.830" v="2226" actId="167"/>
          <ac:picMkLst>
            <pc:docMk/>
            <pc:sldMk cId="167390250" sldId="262"/>
            <ac:picMk id="4" creationId="{EFC27C3D-64B6-0D97-4B0A-71AA6AF50A73}"/>
          </ac:picMkLst>
        </pc:picChg>
        <pc:picChg chg="add del mod ord">
          <ac:chgData name="Franco Andrés Chiappe Donoso" userId="952ef6fb-7da9-433b-9cb5-ab1c1c91cce3" providerId="ADAL" clId="{D482683E-DF45-4BA1-B60E-919AB3CEA91E}" dt="2025-12-10T03:24:09.436" v="2220" actId="21"/>
          <ac:picMkLst>
            <pc:docMk/>
            <pc:sldMk cId="167390250" sldId="262"/>
            <ac:picMk id="5" creationId="{EC75CDBD-17BA-7278-E675-89897991D1F6}"/>
          </ac:picMkLst>
        </pc:picChg>
        <pc:picChg chg="add del mod ord">
          <ac:chgData name="Franco Andrés Chiappe Donoso" userId="952ef6fb-7da9-433b-9cb5-ab1c1c91cce3" providerId="ADAL" clId="{D482683E-DF45-4BA1-B60E-919AB3CEA91E}" dt="2025-12-10T03:25:04.477" v="2227" actId="21"/>
          <ac:picMkLst>
            <pc:docMk/>
            <pc:sldMk cId="167390250" sldId="262"/>
            <ac:picMk id="17" creationId="{EC75CDBD-17BA-7278-E675-89897991D1F6}"/>
          </ac:picMkLst>
        </pc:picChg>
        <pc:picChg chg="add del mod">
          <ac:chgData name="Franco Andrés Chiappe Donoso" userId="952ef6fb-7da9-433b-9cb5-ab1c1c91cce3" providerId="ADAL" clId="{D482683E-DF45-4BA1-B60E-919AB3CEA91E}" dt="2025-12-10T03:25:45.730" v="2232" actId="478"/>
          <ac:picMkLst>
            <pc:docMk/>
            <pc:sldMk cId="167390250" sldId="262"/>
            <ac:picMk id="18" creationId="{EC75CDBD-17BA-7278-E675-89897991D1F6}"/>
          </ac:picMkLst>
        </pc:picChg>
        <pc:picChg chg="add mod">
          <ac:chgData name="Franco Andrés Chiappe Donoso" userId="952ef6fb-7da9-433b-9cb5-ab1c1c91cce3" providerId="ADAL" clId="{D482683E-DF45-4BA1-B60E-919AB3CEA91E}" dt="2025-12-10T03:25:13.691" v="2231" actId="1076"/>
          <ac:picMkLst>
            <pc:docMk/>
            <pc:sldMk cId="167390250" sldId="262"/>
            <ac:picMk id="19" creationId="{8265ADDC-E711-F4B9-D1C2-E9B9372680E4}"/>
          </ac:picMkLst>
        </pc:picChg>
        <pc:picChg chg="add mod ord">
          <ac:chgData name="Franco Andrés Chiappe Donoso" userId="952ef6fb-7da9-433b-9cb5-ab1c1c91cce3" providerId="ADAL" clId="{D482683E-DF45-4BA1-B60E-919AB3CEA91E}" dt="2025-12-10T03:26:39.009" v="2248" actId="167"/>
          <ac:picMkLst>
            <pc:docMk/>
            <pc:sldMk cId="167390250" sldId="262"/>
            <ac:picMk id="20" creationId="{A8DEB517-8BCC-9354-98DE-DDD1995E9A52}"/>
          </ac:picMkLst>
        </pc:picChg>
      </pc:sldChg>
      <pc:sldChg chg="addSp delSp modSp mod ord setBg modClrScheme modAnim chgLayout">
        <pc:chgData name="Franco Andrés Chiappe Donoso" userId="952ef6fb-7da9-433b-9cb5-ab1c1c91cce3" providerId="ADAL" clId="{D482683E-DF45-4BA1-B60E-919AB3CEA91E}" dt="2025-12-11T01:20:24.270" v="3644" actId="1076"/>
        <pc:sldMkLst>
          <pc:docMk/>
          <pc:sldMk cId="3287784662" sldId="263"/>
        </pc:sldMkLst>
        <pc:spChg chg="mod ord">
          <ac:chgData name="Franco Andrés Chiappe Donoso" userId="952ef6fb-7da9-433b-9cb5-ab1c1c91cce3" providerId="ADAL" clId="{D482683E-DF45-4BA1-B60E-919AB3CEA91E}" dt="2025-12-11T00:58:30.347" v="3460" actId="15"/>
          <ac:spMkLst>
            <pc:docMk/>
            <pc:sldMk cId="3287784662" sldId="263"/>
            <ac:spMk id="3" creationId="{4A519756-4B6F-9D95-6B8C-67139674A4E9}"/>
          </ac:spMkLst>
        </pc:spChg>
        <pc:spChg chg="add mod">
          <ac:chgData name="Franco Andrés Chiappe Donoso" userId="952ef6fb-7da9-433b-9cb5-ab1c1c91cce3" providerId="ADAL" clId="{D482683E-DF45-4BA1-B60E-919AB3CEA91E}" dt="2025-12-11T01:20:24.270" v="3644" actId="1076"/>
          <ac:spMkLst>
            <pc:docMk/>
            <pc:sldMk cId="3287784662" sldId="263"/>
            <ac:spMk id="5" creationId="{616A74A6-5A09-B14A-2518-75D28280BC4A}"/>
          </ac:spMkLst>
        </pc:spChg>
        <pc:spChg chg="add mod ord">
          <ac:chgData name="Franco Andrés Chiappe Donoso" userId="952ef6fb-7da9-433b-9cb5-ab1c1c91cce3" providerId="ADAL" clId="{D482683E-DF45-4BA1-B60E-919AB3CEA91E}" dt="2025-12-10T04:28:46.699" v="2833" actId="700"/>
          <ac:spMkLst>
            <pc:docMk/>
            <pc:sldMk cId="3287784662" sldId="263"/>
            <ac:spMk id="17" creationId="{DDA99DEF-492E-FC4D-28F5-17219D7A9750}"/>
          </ac:spMkLst>
        </pc:spChg>
        <pc:spChg chg="add del mod">
          <ac:chgData name="Franco Andrés Chiappe Donoso" userId="952ef6fb-7da9-433b-9cb5-ab1c1c91cce3" providerId="ADAL" clId="{D482683E-DF45-4BA1-B60E-919AB3CEA91E}" dt="2025-12-10T04:27:38.338" v="2764" actId="478"/>
          <ac:spMkLst>
            <pc:docMk/>
            <pc:sldMk cId="3287784662" sldId="263"/>
            <ac:spMk id="19" creationId="{6ACBC255-04F7-D957-6BFC-5DFF2DC30B57}"/>
          </ac:spMkLst>
        </pc:spChg>
        <pc:spChg chg="add mod">
          <ac:chgData name="Franco Andrés Chiappe Donoso" userId="952ef6fb-7da9-433b-9cb5-ab1c1c91cce3" providerId="ADAL" clId="{D482683E-DF45-4BA1-B60E-919AB3CEA91E}" dt="2025-12-10T04:21:05.172" v="2716"/>
          <ac:spMkLst>
            <pc:docMk/>
            <pc:sldMk cId="3287784662" sldId="263"/>
            <ac:spMk id="20" creationId="{A637F328-66CF-2263-511B-1A9473B3F299}"/>
          </ac:spMkLst>
        </pc:spChg>
        <pc:spChg chg="add del mod ord">
          <ac:chgData name="Franco Andrés Chiappe Donoso" userId="952ef6fb-7da9-433b-9cb5-ab1c1c91cce3" providerId="ADAL" clId="{D482683E-DF45-4BA1-B60E-919AB3CEA91E}" dt="2025-12-10T04:21:03.357" v="2712" actId="700"/>
          <ac:spMkLst>
            <pc:docMk/>
            <pc:sldMk cId="3287784662" sldId="263"/>
            <ac:spMk id="21" creationId="{10C757C1-5C04-2CB0-D660-5BC89DFA1B56}"/>
          </ac:spMkLst>
        </pc:spChg>
        <pc:spChg chg="add mod">
          <ac:chgData name="Franco Andrés Chiappe Donoso" userId="952ef6fb-7da9-433b-9cb5-ab1c1c91cce3" providerId="ADAL" clId="{D482683E-DF45-4BA1-B60E-919AB3CEA91E}" dt="2025-12-10T04:18:52.503" v="2699"/>
          <ac:spMkLst>
            <pc:docMk/>
            <pc:sldMk cId="3287784662" sldId="263"/>
            <ac:spMk id="22" creationId="{40DA7D00-90B7-DF4D-B68A-EAF9678734F7}"/>
          </ac:spMkLst>
        </pc:spChg>
        <pc:spChg chg="add del mod">
          <ac:chgData name="Franco Andrés Chiappe Donoso" userId="952ef6fb-7da9-433b-9cb5-ab1c1c91cce3" providerId="ADAL" clId="{D482683E-DF45-4BA1-B60E-919AB3CEA91E}" dt="2025-12-11T01:19:42.067" v="3578" actId="478"/>
          <ac:spMkLst>
            <pc:docMk/>
            <pc:sldMk cId="3287784662" sldId="263"/>
            <ac:spMk id="23" creationId="{609D9790-7B24-25D8-7976-C46DFF03014C}"/>
          </ac:spMkLst>
        </pc:spChg>
        <pc:spChg chg="add mod ord">
          <ac:chgData name="Franco Andrés Chiappe Donoso" userId="952ef6fb-7da9-433b-9cb5-ab1c1c91cce3" providerId="ADAL" clId="{D482683E-DF45-4BA1-B60E-919AB3CEA91E}" dt="2025-12-10T04:29:12.276" v="2841" actId="208"/>
          <ac:spMkLst>
            <pc:docMk/>
            <pc:sldMk cId="3287784662" sldId="263"/>
            <ac:spMk id="24" creationId="{D00E035C-0FCB-2587-FD99-DE36B3CEF0DD}"/>
          </ac:spMkLst>
        </pc:spChg>
        <pc:picChg chg="add mod ord">
          <ac:chgData name="Franco Andrés Chiappe Donoso" userId="952ef6fb-7da9-433b-9cb5-ab1c1c91cce3" providerId="ADAL" clId="{D482683E-DF45-4BA1-B60E-919AB3CEA91E}" dt="2025-12-08T16:38:10.173" v="733" actId="26606"/>
          <ac:picMkLst>
            <pc:docMk/>
            <pc:sldMk cId="3287784662" sldId="263"/>
            <ac:picMk id="4" creationId="{63A55CB4-91FD-3328-07EB-42ACFA868CC2}"/>
          </ac:picMkLst>
        </pc:picChg>
        <pc:picChg chg="del">
          <ac:chgData name="Franco Andrés Chiappe Donoso" userId="952ef6fb-7da9-433b-9cb5-ab1c1c91cce3" providerId="ADAL" clId="{D482683E-DF45-4BA1-B60E-919AB3CEA91E}" dt="2025-12-11T01:18:27.040" v="3532" actId="478"/>
          <ac:picMkLst>
            <pc:docMk/>
            <pc:sldMk cId="3287784662" sldId="263"/>
            <ac:picMk id="11" creationId="{E110FB2B-2D9C-A048-B58C-D6EDD27768F7}"/>
          </ac:picMkLst>
        </pc:picChg>
        <pc:picChg chg="add mod">
          <ac:chgData name="Franco Andrés Chiappe Donoso" userId="952ef6fb-7da9-433b-9cb5-ab1c1c91cce3" providerId="ADAL" clId="{D482683E-DF45-4BA1-B60E-919AB3CEA91E}" dt="2025-12-11T01:18:41.875" v="3539" actId="1076"/>
          <ac:picMkLst>
            <pc:docMk/>
            <pc:sldMk cId="3287784662" sldId="263"/>
            <ac:picMk id="2050" creationId="{47A05D38-CD01-A971-998C-847B04560B93}"/>
          </ac:picMkLst>
        </pc:picChg>
        <pc:picChg chg="add mod">
          <ac:chgData name="Franco Andrés Chiappe Donoso" userId="952ef6fb-7da9-433b-9cb5-ab1c1c91cce3" providerId="ADAL" clId="{D482683E-DF45-4BA1-B60E-919AB3CEA91E}" dt="2025-12-10T04:28:37.714" v="2832" actId="1076"/>
          <ac:picMkLst>
            <pc:docMk/>
            <pc:sldMk cId="3287784662" sldId="263"/>
            <ac:picMk id="3074" creationId="{A54BCA76-C512-77C0-FC4D-C399F92B61D9}"/>
          </ac:picMkLst>
        </pc:picChg>
        <pc:picChg chg="add del mod">
          <ac:chgData name="Franco Andrés Chiappe Donoso" userId="952ef6fb-7da9-433b-9cb5-ab1c1c91cce3" providerId="ADAL" clId="{D482683E-DF45-4BA1-B60E-919AB3CEA91E}" dt="2025-12-10T04:27:38.223" v="2763" actId="478"/>
          <ac:picMkLst>
            <pc:docMk/>
            <pc:sldMk cId="3287784662" sldId="263"/>
            <ac:picMk id="8196" creationId="{45BC628B-1CC8-46F9-D5D8-71BAC645D537}"/>
          </ac:picMkLst>
        </pc:picChg>
      </pc:sldChg>
      <pc:sldChg chg="addSp delSp modSp new mod modClrScheme addAnim delAnim modAnim chgLayout">
        <pc:chgData name="Franco Andrés Chiappe Donoso" userId="952ef6fb-7da9-433b-9cb5-ab1c1c91cce3" providerId="ADAL" clId="{D482683E-DF45-4BA1-B60E-919AB3CEA91E}" dt="2025-12-10T19:18:57.742" v="3028" actId="123"/>
        <pc:sldMkLst>
          <pc:docMk/>
          <pc:sldMk cId="3108603274" sldId="265"/>
        </pc:sldMkLst>
        <pc:spChg chg="add mod">
          <ac:chgData name="Franco Andrés Chiappe Donoso" userId="952ef6fb-7da9-433b-9cb5-ab1c1c91cce3" providerId="ADAL" clId="{D482683E-DF45-4BA1-B60E-919AB3CEA91E}" dt="2025-12-10T04:06:50.126" v="2438" actId="1076"/>
          <ac:spMkLst>
            <pc:docMk/>
            <pc:sldMk cId="3108603274" sldId="265"/>
            <ac:spMk id="7" creationId="{4CEA05F0-C04C-800B-B557-A8B95507D54D}"/>
          </ac:spMkLst>
        </pc:spChg>
        <pc:spChg chg="add mod ord">
          <ac:chgData name="Franco Andrés Chiappe Donoso" userId="952ef6fb-7da9-433b-9cb5-ab1c1c91cce3" providerId="ADAL" clId="{D482683E-DF45-4BA1-B60E-919AB3CEA91E}" dt="2025-12-09T16:18:40.315" v="1985" actId="1076"/>
          <ac:spMkLst>
            <pc:docMk/>
            <pc:sldMk cId="3108603274" sldId="265"/>
            <ac:spMk id="12" creationId="{BBE2E264-8361-F5FF-1A6B-FD72C83A3E0D}"/>
          </ac:spMkLst>
        </pc:spChg>
        <pc:spChg chg="add mod">
          <ac:chgData name="Franco Andrés Chiappe Donoso" userId="952ef6fb-7da9-433b-9cb5-ab1c1c91cce3" providerId="ADAL" clId="{D482683E-DF45-4BA1-B60E-919AB3CEA91E}" dt="2025-12-09T16:18:52.918" v="1988" actId="1076"/>
          <ac:spMkLst>
            <pc:docMk/>
            <pc:sldMk cId="3108603274" sldId="265"/>
            <ac:spMk id="13" creationId="{60D79B06-5822-E1B3-7934-970EF987EF10}"/>
          </ac:spMkLst>
        </pc:spChg>
        <pc:spChg chg="add mod">
          <ac:chgData name="Franco Andrés Chiappe Donoso" userId="952ef6fb-7da9-433b-9cb5-ab1c1c91cce3" providerId="ADAL" clId="{D482683E-DF45-4BA1-B60E-919AB3CEA91E}" dt="2025-12-09T16:19:00.288" v="1990" actId="1076"/>
          <ac:spMkLst>
            <pc:docMk/>
            <pc:sldMk cId="3108603274" sldId="265"/>
            <ac:spMk id="14" creationId="{1463F89F-EAEB-9EB2-6C0D-9F785B164E13}"/>
          </ac:spMkLst>
        </pc:spChg>
        <pc:spChg chg="add mod">
          <ac:chgData name="Franco Andrés Chiappe Donoso" userId="952ef6fb-7da9-433b-9cb5-ab1c1c91cce3" providerId="ADAL" clId="{D482683E-DF45-4BA1-B60E-919AB3CEA91E}" dt="2025-12-09T16:18:44.681" v="1986" actId="1076"/>
          <ac:spMkLst>
            <pc:docMk/>
            <pc:sldMk cId="3108603274" sldId="265"/>
            <ac:spMk id="16" creationId="{3071588E-169D-1546-E21B-66636E4C35A2}"/>
          </ac:spMkLst>
        </pc:spChg>
        <pc:spChg chg="add mod ord">
          <ac:chgData name="Franco Andrés Chiappe Donoso" userId="952ef6fb-7da9-433b-9cb5-ab1c1c91cce3" providerId="ADAL" clId="{D482683E-DF45-4BA1-B60E-919AB3CEA91E}" dt="2025-12-09T00:00:19.987" v="1197" actId="27636"/>
          <ac:spMkLst>
            <pc:docMk/>
            <pc:sldMk cId="3108603274" sldId="265"/>
            <ac:spMk id="18" creationId="{E2BB04A3-9C2B-3CCF-8B2D-BADD6DC4BFDC}"/>
          </ac:spMkLst>
        </pc:spChg>
        <pc:spChg chg="add mod">
          <ac:chgData name="Franco Andrés Chiappe Donoso" userId="952ef6fb-7da9-433b-9cb5-ab1c1c91cce3" providerId="ADAL" clId="{D482683E-DF45-4BA1-B60E-919AB3CEA91E}" dt="2025-12-10T19:18:57.742" v="3028" actId="123"/>
          <ac:spMkLst>
            <pc:docMk/>
            <pc:sldMk cId="3108603274" sldId="265"/>
            <ac:spMk id="23" creationId="{DD423F86-313E-44A8-7D32-BFC7CCC88619}"/>
          </ac:spMkLst>
        </pc:spChg>
        <pc:picChg chg="add mod">
          <ac:chgData name="Franco Andrés Chiappe Donoso" userId="952ef6fb-7da9-433b-9cb5-ab1c1c91cce3" providerId="ADAL" clId="{D482683E-DF45-4BA1-B60E-919AB3CEA91E}" dt="2025-12-09T16:18:44.681" v="1986" actId="1076"/>
          <ac:picMkLst>
            <pc:docMk/>
            <pc:sldMk cId="3108603274" sldId="265"/>
            <ac:picMk id="15" creationId="{5BFF7BD5-98B1-1928-8A04-7D4D83AE45E1}"/>
          </ac:picMkLst>
        </pc:picChg>
        <pc:picChg chg="add mod">
          <ac:chgData name="Franco Andrés Chiappe Donoso" userId="952ef6fb-7da9-433b-9cb5-ab1c1c91cce3" providerId="ADAL" clId="{D482683E-DF45-4BA1-B60E-919AB3CEA91E}" dt="2025-12-09T16:18:44.681" v="1986" actId="1076"/>
          <ac:picMkLst>
            <pc:docMk/>
            <pc:sldMk cId="3108603274" sldId="265"/>
            <ac:picMk id="17" creationId="{0628F4EA-1295-2A1F-56C0-C6DD4144DFFB}"/>
          </ac:picMkLst>
        </pc:picChg>
        <pc:picChg chg="add mod">
          <ac:chgData name="Franco Andrés Chiappe Donoso" userId="952ef6fb-7da9-433b-9cb5-ab1c1c91cce3" providerId="ADAL" clId="{D482683E-DF45-4BA1-B60E-919AB3CEA91E}" dt="2025-12-08T15:50:04.622" v="528" actId="167"/>
          <ac:picMkLst>
            <pc:docMk/>
            <pc:sldMk cId="3108603274" sldId="265"/>
            <ac:picMk id="2050" creationId="{CB6B0595-1BC4-1A0A-404E-FB23DA6F3458}"/>
          </ac:picMkLst>
        </pc:picChg>
      </pc:sldChg>
      <pc:sldChg chg="addSp delSp modSp add mod setBg delDesignElem">
        <pc:chgData name="Franco Andrés Chiappe Donoso" userId="952ef6fb-7da9-433b-9cb5-ab1c1c91cce3" providerId="ADAL" clId="{D482683E-DF45-4BA1-B60E-919AB3CEA91E}" dt="2025-12-09T16:12:11.038" v="1718"/>
        <pc:sldMkLst>
          <pc:docMk/>
          <pc:sldMk cId="1062265635" sldId="267"/>
        </pc:sldMkLst>
        <pc:spChg chg="add mod">
          <ac:chgData name="Franco Andrés Chiappe Donoso" userId="952ef6fb-7da9-433b-9cb5-ab1c1c91cce3" providerId="ADAL" clId="{D482683E-DF45-4BA1-B60E-919AB3CEA91E}" dt="2025-12-08T16:21:51.771" v="670"/>
          <ac:spMkLst>
            <pc:docMk/>
            <pc:sldMk cId="1062265635" sldId="267"/>
            <ac:spMk id="13" creationId="{9E1E595C-AD23-B11B-615C-C6254A00A8E8}"/>
          </ac:spMkLst>
        </pc:spChg>
        <pc:spChg chg="add mod">
          <ac:chgData name="Franco Andrés Chiappe Donoso" userId="952ef6fb-7da9-433b-9cb5-ab1c1c91cce3" providerId="ADAL" clId="{D482683E-DF45-4BA1-B60E-919AB3CEA91E}" dt="2025-12-08T16:21:51.771" v="670"/>
          <ac:spMkLst>
            <pc:docMk/>
            <pc:sldMk cId="1062265635" sldId="267"/>
            <ac:spMk id="14" creationId="{EBA8D190-2211-C82A-06A6-DD6F71A7C549}"/>
          </ac:spMkLst>
        </pc:spChg>
        <pc:spChg chg="add">
          <ac:chgData name="Franco Andrés Chiappe Donoso" userId="952ef6fb-7da9-433b-9cb5-ab1c1c91cce3" providerId="ADAL" clId="{D482683E-DF45-4BA1-B60E-919AB3CEA91E}" dt="2025-12-08T16:21:14.580" v="659" actId="26606"/>
          <ac:spMkLst>
            <pc:docMk/>
            <pc:sldMk cId="1062265635" sldId="267"/>
            <ac:spMk id="16" creationId="{4DC9F8D5-BF3E-4B69-8F17-AE72302BE148}"/>
          </ac:spMkLst>
        </pc:spChg>
        <pc:spChg chg="add">
          <ac:chgData name="Franco Andrés Chiappe Donoso" userId="952ef6fb-7da9-433b-9cb5-ab1c1c91cce3" providerId="ADAL" clId="{D482683E-DF45-4BA1-B60E-919AB3CEA91E}" dt="2025-12-08T16:21:14.580" v="659" actId="26606"/>
          <ac:spMkLst>
            <pc:docMk/>
            <pc:sldMk cId="1062265635" sldId="267"/>
            <ac:spMk id="18" creationId="{43C98417-D50B-4AA2-9624-E78A6120EC3F}"/>
          </ac:spMkLst>
        </pc:spChg>
        <pc:spChg chg="add">
          <ac:chgData name="Franco Andrés Chiappe Donoso" userId="952ef6fb-7da9-433b-9cb5-ab1c1c91cce3" providerId="ADAL" clId="{D482683E-DF45-4BA1-B60E-919AB3CEA91E}" dt="2025-12-08T16:21:14.580" v="659" actId="26606"/>
          <ac:spMkLst>
            <pc:docMk/>
            <pc:sldMk cId="1062265635" sldId="267"/>
            <ac:spMk id="20" creationId="{A3E945F2-E9C6-457A-A5A6-46D9ABF095FB}"/>
          </ac:spMkLst>
        </pc:spChg>
        <pc:spChg chg="add">
          <ac:chgData name="Franco Andrés Chiappe Donoso" userId="952ef6fb-7da9-433b-9cb5-ab1c1c91cce3" providerId="ADAL" clId="{D482683E-DF45-4BA1-B60E-919AB3CEA91E}" dt="2025-12-08T16:21:14.580" v="659" actId="26606"/>
          <ac:spMkLst>
            <pc:docMk/>
            <pc:sldMk cId="1062265635" sldId="267"/>
            <ac:spMk id="22" creationId="{AD1FF191-71A7-48F6-8069-4B5DB0F5FED5}"/>
          </ac:spMkLst>
        </pc:spChg>
        <pc:spChg chg="add">
          <ac:chgData name="Franco Andrés Chiappe Donoso" userId="952ef6fb-7da9-433b-9cb5-ab1c1c91cce3" providerId="ADAL" clId="{D482683E-DF45-4BA1-B60E-919AB3CEA91E}" dt="2025-12-08T16:21:14.580" v="659" actId="26606"/>
          <ac:spMkLst>
            <pc:docMk/>
            <pc:sldMk cId="1062265635" sldId="267"/>
            <ac:spMk id="24" creationId="{E051B9BE-1550-4F91-A22E-F5818696CDF0}"/>
          </ac:spMkLst>
        </pc:spChg>
        <pc:picChg chg="add mod">
          <ac:chgData name="Franco Andrés Chiappe Donoso" userId="952ef6fb-7da9-433b-9cb5-ab1c1c91cce3" providerId="ADAL" clId="{D482683E-DF45-4BA1-B60E-919AB3CEA91E}" dt="2025-12-09T16:12:03.724" v="1717"/>
          <ac:picMkLst>
            <pc:docMk/>
            <pc:sldMk cId="1062265635" sldId="267"/>
            <ac:picMk id="2" creationId="{830EAD4E-BD3E-ADB2-DAFF-EC244FA948F0}"/>
          </ac:picMkLst>
        </pc:picChg>
        <pc:picChg chg="add mod">
          <ac:chgData name="Franco Andrés Chiappe Donoso" userId="952ef6fb-7da9-433b-9cb5-ab1c1c91cce3" providerId="ADAL" clId="{D482683E-DF45-4BA1-B60E-919AB3CEA91E}" dt="2025-12-09T16:12:11.038" v="1718"/>
          <ac:picMkLst>
            <pc:docMk/>
            <pc:sldMk cId="1062265635" sldId="267"/>
            <ac:picMk id="3" creationId="{1FEC2009-8244-4912-1B43-02CF053CA580}"/>
          </ac:picMkLst>
        </pc:picChg>
      </pc:sldChg>
      <pc:sldChg chg="addSp delSp modSp add mod">
        <pc:chgData name="Franco Andrés Chiappe Donoso" userId="952ef6fb-7da9-433b-9cb5-ab1c1c91cce3" providerId="ADAL" clId="{D482683E-DF45-4BA1-B60E-919AB3CEA91E}" dt="2025-12-11T02:30:02.633" v="4424" actId="1037"/>
        <pc:sldMkLst>
          <pc:docMk/>
          <pc:sldMk cId="1453617272" sldId="273"/>
        </pc:sldMkLst>
        <pc:spChg chg="mod">
          <ac:chgData name="Franco Andrés Chiappe Donoso" userId="952ef6fb-7da9-433b-9cb5-ab1c1c91cce3" providerId="ADAL" clId="{D482683E-DF45-4BA1-B60E-919AB3CEA91E}" dt="2025-12-11T02:24:53.911" v="4340" actId="1076"/>
          <ac:spMkLst>
            <pc:docMk/>
            <pc:sldMk cId="1453617272" sldId="273"/>
            <ac:spMk id="3" creationId="{46C2D0EA-90D1-BC37-B26E-AF8CE5AEA162}"/>
          </ac:spMkLst>
        </pc:spChg>
        <pc:spChg chg="mod">
          <ac:chgData name="Franco Andrés Chiappe Donoso" userId="952ef6fb-7da9-433b-9cb5-ab1c1c91cce3" providerId="ADAL" clId="{D482683E-DF45-4BA1-B60E-919AB3CEA91E}" dt="2025-12-11T02:25:01.160" v="4342" actId="1076"/>
          <ac:spMkLst>
            <pc:docMk/>
            <pc:sldMk cId="1453617272" sldId="273"/>
            <ac:spMk id="4" creationId="{5E811C5F-0E93-1E2D-2BB4-5CF0B8085898}"/>
          </ac:spMkLst>
        </pc:spChg>
        <pc:spChg chg="add del mod">
          <ac:chgData name="Franco Andrés Chiappe Donoso" userId="952ef6fb-7da9-433b-9cb5-ab1c1c91cce3" providerId="ADAL" clId="{D482683E-DF45-4BA1-B60E-919AB3CEA91E}" dt="2025-12-11T02:29:55.965" v="4418" actId="478"/>
          <ac:spMkLst>
            <pc:docMk/>
            <pc:sldMk cId="1453617272" sldId="273"/>
            <ac:spMk id="6" creationId="{3CDCA36F-EDE1-DD00-290B-0677484D8E71}"/>
          </ac:spMkLst>
        </pc:spChg>
        <pc:spChg chg="add del mod">
          <ac:chgData name="Franco Andrés Chiappe Donoso" userId="952ef6fb-7da9-433b-9cb5-ab1c1c91cce3" providerId="ADAL" clId="{D482683E-DF45-4BA1-B60E-919AB3CEA91E}" dt="2025-12-11T01:47:30.957" v="3851" actId="478"/>
          <ac:spMkLst>
            <pc:docMk/>
            <pc:sldMk cId="1453617272" sldId="273"/>
            <ac:spMk id="7" creationId="{5A3CFF39-C8E7-F348-E66F-C755BC0C339F}"/>
          </ac:spMkLst>
        </pc:spChg>
        <pc:spChg chg="add del mod">
          <ac:chgData name="Franco Andrés Chiappe Donoso" userId="952ef6fb-7da9-433b-9cb5-ab1c1c91cce3" providerId="ADAL" clId="{D482683E-DF45-4BA1-B60E-919AB3CEA91E}" dt="2025-12-11T01:48:44.791" v="3861" actId="478"/>
          <ac:spMkLst>
            <pc:docMk/>
            <pc:sldMk cId="1453617272" sldId="273"/>
            <ac:spMk id="10" creationId="{AA32E551-DEAE-7B66-C545-46F9526D4DDC}"/>
          </ac:spMkLst>
        </pc:spChg>
        <pc:spChg chg="add mod">
          <ac:chgData name="Franco Andrés Chiappe Donoso" userId="952ef6fb-7da9-433b-9cb5-ab1c1c91cce3" providerId="ADAL" clId="{D482683E-DF45-4BA1-B60E-919AB3CEA91E}" dt="2025-12-11T01:48:23.619" v="3856"/>
          <ac:spMkLst>
            <pc:docMk/>
            <pc:sldMk cId="1453617272" sldId="273"/>
            <ac:spMk id="11" creationId="{A4C7A7F2-26BB-6BC5-A7EA-E6C833D5DD3D}"/>
          </ac:spMkLst>
        </pc:spChg>
        <pc:spChg chg="add mod">
          <ac:chgData name="Franco Andrés Chiappe Donoso" userId="952ef6fb-7da9-433b-9cb5-ab1c1c91cce3" providerId="ADAL" clId="{D482683E-DF45-4BA1-B60E-919AB3CEA91E}" dt="2025-12-11T02:13:54.650" v="4043"/>
          <ac:spMkLst>
            <pc:docMk/>
            <pc:sldMk cId="1453617272" sldId="273"/>
            <ac:spMk id="12" creationId="{4C12C214-EC68-D780-BB38-29310A018B05}"/>
          </ac:spMkLst>
        </pc:spChg>
        <pc:spChg chg="add del mod">
          <ac:chgData name="Franco Andrés Chiappe Donoso" userId="952ef6fb-7da9-433b-9cb5-ab1c1c91cce3" providerId="ADAL" clId="{D482683E-DF45-4BA1-B60E-919AB3CEA91E}" dt="2025-12-11T02:14:10.549" v="4049" actId="478"/>
          <ac:spMkLst>
            <pc:docMk/>
            <pc:sldMk cId="1453617272" sldId="273"/>
            <ac:spMk id="13" creationId="{63F2253D-A138-035A-7CDE-A1E465AACA8D}"/>
          </ac:spMkLst>
        </pc:spChg>
        <pc:spChg chg="add del mod">
          <ac:chgData name="Franco Andrés Chiappe Donoso" userId="952ef6fb-7da9-433b-9cb5-ab1c1c91cce3" providerId="ADAL" clId="{D482683E-DF45-4BA1-B60E-919AB3CEA91E}" dt="2025-12-11T02:16:01.029" v="4066" actId="21"/>
          <ac:spMkLst>
            <pc:docMk/>
            <pc:sldMk cId="1453617272" sldId="273"/>
            <ac:spMk id="15" creationId="{821167CC-98FE-196D-C3BE-48855CA93055}"/>
          </ac:spMkLst>
        </pc:spChg>
        <pc:spChg chg="add mod">
          <ac:chgData name="Franco Andrés Chiappe Donoso" userId="952ef6fb-7da9-433b-9cb5-ab1c1c91cce3" providerId="ADAL" clId="{D482683E-DF45-4BA1-B60E-919AB3CEA91E}" dt="2025-12-11T02:30:02.633" v="4424" actId="1037"/>
          <ac:spMkLst>
            <pc:docMk/>
            <pc:sldMk cId="1453617272" sldId="273"/>
            <ac:spMk id="26" creationId="{93FC1AB9-5A72-0792-BE36-7E6870EB9059}"/>
          </ac:spMkLst>
        </pc:spChg>
        <pc:picChg chg="add mod">
          <ac:chgData name="Franco Andrés Chiappe Donoso" userId="952ef6fb-7da9-433b-9cb5-ab1c1c91cce3" providerId="ADAL" clId="{D482683E-DF45-4BA1-B60E-919AB3CEA91E}" dt="2025-12-08T20:56:05.424" v="1044" actId="167"/>
          <ac:picMkLst>
            <pc:docMk/>
            <pc:sldMk cId="1453617272" sldId="273"/>
            <ac:picMk id="8" creationId="{1FD504B2-6FB2-186B-C34C-3BEB3CA41BD0}"/>
          </ac:picMkLst>
        </pc:picChg>
      </pc:sldChg>
      <pc:sldChg chg="addSp delSp modSp add mod">
        <pc:chgData name="Franco Andrés Chiappe Donoso" userId="952ef6fb-7da9-433b-9cb5-ab1c1c91cce3" providerId="ADAL" clId="{D482683E-DF45-4BA1-B60E-919AB3CEA91E}" dt="2025-12-11T02:27:16.270" v="4360" actId="1076"/>
        <pc:sldMkLst>
          <pc:docMk/>
          <pc:sldMk cId="1922780917" sldId="314"/>
        </pc:sldMkLst>
        <pc:spChg chg="mod">
          <ac:chgData name="Franco Andrés Chiappe Donoso" userId="952ef6fb-7da9-433b-9cb5-ab1c1c91cce3" providerId="ADAL" clId="{D482683E-DF45-4BA1-B60E-919AB3CEA91E}" dt="2025-12-11T02:27:08.868" v="4358" actId="1076"/>
          <ac:spMkLst>
            <pc:docMk/>
            <pc:sldMk cId="1922780917" sldId="314"/>
            <ac:spMk id="3" creationId="{90C2D83A-1601-6264-CA1F-14B7FE9BC973}"/>
          </ac:spMkLst>
        </pc:spChg>
        <pc:spChg chg="mod">
          <ac:chgData name="Franco Andrés Chiappe Donoso" userId="952ef6fb-7da9-433b-9cb5-ab1c1c91cce3" providerId="ADAL" clId="{D482683E-DF45-4BA1-B60E-919AB3CEA91E}" dt="2025-12-11T02:27:16.270" v="4360" actId="1076"/>
          <ac:spMkLst>
            <pc:docMk/>
            <pc:sldMk cId="1922780917" sldId="314"/>
            <ac:spMk id="4" creationId="{EE133477-90DB-5612-AC2C-91D199652957}"/>
          </ac:spMkLst>
        </pc:spChg>
        <pc:spChg chg="add mod">
          <ac:chgData name="Franco Andrés Chiappe Donoso" userId="952ef6fb-7da9-433b-9cb5-ab1c1c91cce3" providerId="ADAL" clId="{D482683E-DF45-4BA1-B60E-919AB3CEA91E}" dt="2025-12-11T01:45:31.502" v="3833"/>
          <ac:spMkLst>
            <pc:docMk/>
            <pc:sldMk cId="1922780917" sldId="314"/>
            <ac:spMk id="5" creationId="{D520A643-2124-6169-314D-E8AF9CEE6156}"/>
          </ac:spMkLst>
        </pc:spChg>
        <pc:spChg chg="add mod">
          <ac:chgData name="Franco Andrés Chiappe Donoso" userId="952ef6fb-7da9-433b-9cb5-ab1c1c91cce3" providerId="ADAL" clId="{D482683E-DF45-4BA1-B60E-919AB3CEA91E}" dt="2025-12-11T01:58:23.017" v="3899" actId="242"/>
          <ac:spMkLst>
            <pc:docMk/>
            <pc:sldMk cId="1922780917" sldId="314"/>
            <ac:spMk id="7" creationId="{DD5903BD-8BB2-8C7D-F336-6A5CD9CB2C97}"/>
          </ac:spMkLst>
        </pc:spChg>
        <pc:graphicFrameChg chg="modGraphic">
          <ac:chgData name="Franco Andrés Chiappe Donoso" userId="952ef6fb-7da9-433b-9cb5-ab1c1c91cce3" providerId="ADAL" clId="{D482683E-DF45-4BA1-B60E-919AB3CEA91E}" dt="2025-12-11T02:09:00.547" v="3991" actId="12385"/>
          <ac:graphicFrameMkLst>
            <pc:docMk/>
            <pc:sldMk cId="1922780917" sldId="314"/>
            <ac:graphicFrameMk id="6" creationId="{D366FF07-7F5A-95AD-24B6-8F430928C324}"/>
          </ac:graphicFrameMkLst>
        </pc:graphicFrameChg>
        <pc:graphicFrameChg chg="modGraphic">
          <ac:chgData name="Franco Andrés Chiappe Donoso" userId="952ef6fb-7da9-433b-9cb5-ab1c1c91cce3" providerId="ADAL" clId="{D482683E-DF45-4BA1-B60E-919AB3CEA91E}" dt="2025-12-11T02:08:56.202" v="3990" actId="12385"/>
          <ac:graphicFrameMkLst>
            <pc:docMk/>
            <pc:sldMk cId="1922780917" sldId="314"/>
            <ac:graphicFrameMk id="9" creationId="{69F54078-C3D6-5111-0821-1336F9FEC1A5}"/>
          </ac:graphicFrameMkLst>
        </pc:graphicFrameChg>
        <pc:picChg chg="add mod">
          <ac:chgData name="Franco Andrés Chiappe Donoso" userId="952ef6fb-7da9-433b-9cb5-ab1c1c91cce3" providerId="ADAL" clId="{D482683E-DF45-4BA1-B60E-919AB3CEA91E}" dt="2025-12-11T02:02:54.544" v="3925" actId="167"/>
          <ac:picMkLst>
            <pc:docMk/>
            <pc:sldMk cId="1922780917" sldId="314"/>
            <ac:picMk id="8" creationId="{A7753C3B-FB0A-33A1-9AAB-436D8897CC15}"/>
          </ac:picMkLst>
        </pc:picChg>
      </pc:sldChg>
      <pc:sldChg chg="addSp delSp modSp new mod chgLayout">
        <pc:chgData name="Franco Andrés Chiappe Donoso" userId="952ef6fb-7da9-433b-9cb5-ab1c1c91cce3" providerId="ADAL" clId="{D482683E-DF45-4BA1-B60E-919AB3CEA91E}" dt="2025-12-10T19:18:36.664" v="3023" actId="123"/>
        <pc:sldMkLst>
          <pc:docMk/>
          <pc:sldMk cId="311863342" sldId="315"/>
        </pc:sldMkLst>
        <pc:spChg chg="mod ord">
          <ac:chgData name="Franco Andrés Chiappe Donoso" userId="952ef6fb-7da9-433b-9cb5-ab1c1c91cce3" providerId="ADAL" clId="{D482683E-DF45-4BA1-B60E-919AB3CEA91E}" dt="2025-12-10T19:18:36.664" v="3023" actId="123"/>
          <ac:spMkLst>
            <pc:docMk/>
            <pc:sldMk cId="311863342" sldId="315"/>
            <ac:spMk id="4" creationId="{B5E4EFE2-210B-C024-D967-D75BD36030CA}"/>
          </ac:spMkLst>
        </pc:spChg>
        <pc:spChg chg="add del mod ord">
          <ac:chgData name="Franco Andrés Chiappe Donoso" userId="952ef6fb-7da9-433b-9cb5-ab1c1c91cce3" providerId="ADAL" clId="{D482683E-DF45-4BA1-B60E-919AB3CEA91E}" dt="2025-12-09T00:03:53.260" v="1248" actId="21"/>
          <ac:spMkLst>
            <pc:docMk/>
            <pc:sldMk cId="311863342" sldId="315"/>
            <ac:spMk id="25" creationId="{3F57E437-B0BB-44C1-E2EF-A93489DABE8B}"/>
          </ac:spMkLst>
        </pc:spChg>
        <pc:spChg chg="add del mod">
          <ac:chgData name="Franco Andrés Chiappe Donoso" userId="952ef6fb-7da9-433b-9cb5-ab1c1c91cce3" providerId="ADAL" clId="{D482683E-DF45-4BA1-B60E-919AB3CEA91E}" dt="2025-12-10T03:09:12.813" v="2091"/>
          <ac:spMkLst>
            <pc:docMk/>
            <pc:sldMk cId="311863342" sldId="315"/>
            <ac:spMk id="28" creationId="{21A5680D-855D-E8DA-5EE1-23BF645D5920}"/>
          </ac:spMkLst>
        </pc:spChg>
        <pc:spChg chg="add mod">
          <ac:chgData name="Franco Andrés Chiappe Donoso" userId="952ef6fb-7da9-433b-9cb5-ab1c1c91cce3" providerId="ADAL" clId="{D482683E-DF45-4BA1-B60E-919AB3CEA91E}" dt="2025-12-10T03:09:09.552" v="2087"/>
          <ac:spMkLst>
            <pc:docMk/>
            <pc:sldMk cId="311863342" sldId="315"/>
            <ac:spMk id="33" creationId="{C4D1D890-91CA-F075-4E73-43085082D78E}"/>
          </ac:spMkLst>
        </pc:spChg>
        <pc:spChg chg="add mod">
          <ac:chgData name="Franco Andrés Chiappe Donoso" userId="952ef6fb-7da9-433b-9cb5-ab1c1c91cce3" providerId="ADAL" clId="{D482683E-DF45-4BA1-B60E-919AB3CEA91E}" dt="2025-12-10T03:09:33.726" v="2093"/>
          <ac:spMkLst>
            <pc:docMk/>
            <pc:sldMk cId="311863342" sldId="315"/>
            <ac:spMk id="36" creationId="{B76A1754-4D76-726B-058F-51AF761AABC8}"/>
          </ac:spMkLst>
        </pc:spChg>
        <pc:spChg chg="add del mod">
          <ac:chgData name="Franco Andrés Chiappe Donoso" userId="952ef6fb-7da9-433b-9cb5-ab1c1c91cce3" providerId="ADAL" clId="{D482683E-DF45-4BA1-B60E-919AB3CEA91E}" dt="2025-12-10T03:24:04.712" v="2219" actId="207"/>
          <ac:spMkLst>
            <pc:docMk/>
            <pc:sldMk cId="311863342" sldId="315"/>
            <ac:spMk id="38" creationId="{94DE3265-F735-1AF9-FB87-379AEA8D934E}"/>
          </ac:spMkLst>
        </pc:spChg>
        <pc:spChg chg="add mod">
          <ac:chgData name="Franco Andrés Chiappe Donoso" userId="952ef6fb-7da9-433b-9cb5-ab1c1c91cce3" providerId="ADAL" clId="{D482683E-DF45-4BA1-B60E-919AB3CEA91E}" dt="2025-12-10T03:15:03.973" v="2134"/>
          <ac:spMkLst>
            <pc:docMk/>
            <pc:sldMk cId="311863342" sldId="315"/>
            <ac:spMk id="40" creationId="{72E92E6D-5A5F-8AE4-4E31-99C04644B7E0}"/>
          </ac:spMkLst>
        </pc:spChg>
        <pc:spChg chg="add mod">
          <ac:chgData name="Franco Andrés Chiappe Donoso" userId="952ef6fb-7da9-433b-9cb5-ab1c1c91cce3" providerId="ADAL" clId="{D482683E-DF45-4BA1-B60E-919AB3CEA91E}" dt="2025-12-10T03:17:48.524" v="2140"/>
          <ac:spMkLst>
            <pc:docMk/>
            <pc:sldMk cId="311863342" sldId="315"/>
            <ac:spMk id="41" creationId="{4BFD806F-6DA6-94CF-FA59-409285843ADF}"/>
          </ac:spMkLst>
        </pc:spChg>
        <pc:spChg chg="add mod">
          <ac:chgData name="Franco Andrés Chiappe Donoso" userId="952ef6fb-7da9-433b-9cb5-ab1c1c91cce3" providerId="ADAL" clId="{D482683E-DF45-4BA1-B60E-919AB3CEA91E}" dt="2025-12-10T03:19:56.836" v="2166"/>
          <ac:spMkLst>
            <pc:docMk/>
            <pc:sldMk cId="311863342" sldId="315"/>
            <ac:spMk id="42" creationId="{9B615CE0-8CD6-D8B7-2BA2-9E0D30EA213B}"/>
          </ac:spMkLst>
        </pc:spChg>
        <pc:spChg chg="add mod">
          <ac:chgData name="Franco Andrés Chiappe Donoso" userId="952ef6fb-7da9-433b-9cb5-ab1c1c91cce3" providerId="ADAL" clId="{D482683E-DF45-4BA1-B60E-919AB3CEA91E}" dt="2025-12-10T03:20:06.391" v="2168"/>
          <ac:spMkLst>
            <pc:docMk/>
            <pc:sldMk cId="311863342" sldId="315"/>
            <ac:spMk id="43" creationId="{AD8C8B9B-A92A-7499-5B69-84E15D17A388}"/>
          </ac:spMkLst>
        </pc:spChg>
        <pc:picChg chg="add del mod ord modCrop">
          <ac:chgData name="Franco Andrés Chiappe Donoso" userId="952ef6fb-7da9-433b-9cb5-ab1c1c91cce3" providerId="ADAL" clId="{D482683E-DF45-4BA1-B60E-919AB3CEA91E}" dt="2025-12-10T03:07:26.739" v="2056" actId="478"/>
          <ac:picMkLst>
            <pc:docMk/>
            <pc:sldMk cId="311863342" sldId="315"/>
            <ac:picMk id="13" creationId="{B0B67082-DA4E-BB63-30A0-734A17B87B2C}"/>
          </ac:picMkLst>
        </pc:picChg>
        <pc:picChg chg="add mod">
          <ac:chgData name="Franco Andrés Chiappe Donoso" userId="952ef6fb-7da9-433b-9cb5-ab1c1c91cce3" providerId="ADAL" clId="{D482683E-DF45-4BA1-B60E-919AB3CEA91E}" dt="2025-12-08T20:55:51.208" v="1041" actId="167"/>
          <ac:picMkLst>
            <pc:docMk/>
            <pc:sldMk cId="311863342" sldId="315"/>
            <ac:picMk id="20" creationId="{FD28CC80-D78F-1C28-8665-DAB91D1C32A0}"/>
          </ac:picMkLst>
        </pc:picChg>
        <pc:picChg chg="add del">
          <ac:chgData name="Franco Andrés Chiappe Donoso" userId="952ef6fb-7da9-433b-9cb5-ab1c1c91cce3" providerId="ADAL" clId="{D482683E-DF45-4BA1-B60E-919AB3CEA91E}" dt="2025-12-10T03:07:27.811" v="2058" actId="22"/>
          <ac:picMkLst>
            <pc:docMk/>
            <pc:sldMk cId="311863342" sldId="315"/>
            <ac:picMk id="30" creationId="{A7D2C75A-16F0-7119-A47B-6C0748CC15DB}"/>
          </ac:picMkLst>
        </pc:picChg>
        <pc:picChg chg="add del mod ord">
          <ac:chgData name="Franco Andrés Chiappe Donoso" userId="952ef6fb-7da9-433b-9cb5-ab1c1c91cce3" providerId="ADAL" clId="{D482683E-DF45-4BA1-B60E-919AB3CEA91E}" dt="2025-12-10T03:09:11.012" v="2090" actId="22"/>
          <ac:picMkLst>
            <pc:docMk/>
            <pc:sldMk cId="311863342" sldId="315"/>
            <ac:picMk id="32" creationId="{EB728ABE-384A-233D-EF9B-934E4AB3D592}"/>
          </ac:picMkLst>
        </pc:picChg>
        <pc:picChg chg="add mod modCrop">
          <ac:chgData name="Franco Andrés Chiappe Donoso" userId="952ef6fb-7da9-433b-9cb5-ab1c1c91cce3" providerId="ADAL" clId="{D482683E-DF45-4BA1-B60E-919AB3CEA91E}" dt="2025-12-10T03:09:09.230" v="2086"/>
          <ac:picMkLst>
            <pc:docMk/>
            <pc:sldMk cId="311863342" sldId="315"/>
            <ac:picMk id="34" creationId="{143AEA6F-F3F7-F4F9-B325-EF27A955FD3A}"/>
          </ac:picMkLst>
        </pc:picChg>
        <pc:picChg chg="add del mod ord">
          <ac:chgData name="Franco Andrés Chiappe Donoso" userId="952ef6fb-7da9-433b-9cb5-ab1c1c91cce3" providerId="ADAL" clId="{D482683E-DF45-4BA1-B60E-919AB3CEA91E}" dt="2025-12-10T03:14:49.274" v="2129" actId="21"/>
          <ac:picMkLst>
            <pc:docMk/>
            <pc:sldMk cId="311863342" sldId="315"/>
            <ac:picMk id="35" creationId="{A5513484-5C07-6F82-DD66-2BF662AC4918}"/>
          </ac:picMkLst>
        </pc:picChg>
        <pc:picChg chg="add mod">
          <ac:chgData name="Franco Andrés Chiappe Donoso" userId="952ef6fb-7da9-433b-9cb5-ab1c1c91cce3" providerId="ADAL" clId="{D482683E-DF45-4BA1-B60E-919AB3CEA91E}" dt="2025-12-10T03:19:43.359" v="2161" actId="1076"/>
          <ac:picMkLst>
            <pc:docMk/>
            <pc:sldMk cId="311863342" sldId="315"/>
            <ac:picMk id="39" creationId="{A5513484-5C07-6F82-DD66-2BF662AC4918}"/>
          </ac:picMkLst>
        </pc:picChg>
        <pc:picChg chg="add mod ord modCrop">
          <ac:chgData name="Franco Andrés Chiappe Donoso" userId="952ef6fb-7da9-433b-9cb5-ab1c1c91cce3" providerId="ADAL" clId="{D482683E-DF45-4BA1-B60E-919AB3CEA91E}" dt="2025-12-10T03:23:09.772" v="2212" actId="167"/>
          <ac:picMkLst>
            <pc:docMk/>
            <pc:sldMk cId="311863342" sldId="315"/>
            <ac:picMk id="45" creationId="{7E463D2B-8B9A-F262-B109-26EA23DAA81F}"/>
          </ac:picMkLst>
        </pc:picChg>
      </pc:sldChg>
      <pc:sldChg chg="addSp delSp modSp new mod setBg modClrScheme addAnim delAnim modAnim chgLayout">
        <pc:chgData name="Franco Andrés Chiappe Donoso" userId="952ef6fb-7da9-433b-9cb5-ab1c1c91cce3" providerId="ADAL" clId="{D482683E-DF45-4BA1-B60E-919AB3CEA91E}" dt="2025-12-11T01:20:53.283" v="3654" actId="1037"/>
        <pc:sldMkLst>
          <pc:docMk/>
          <pc:sldMk cId="1780887713" sldId="316"/>
        </pc:sldMkLst>
        <pc:spChg chg="add mod ord">
          <ac:chgData name="Franco Andrés Chiappe Donoso" userId="952ef6fb-7da9-433b-9cb5-ab1c1c91cce3" providerId="ADAL" clId="{D482683E-DF45-4BA1-B60E-919AB3CEA91E}" dt="2025-12-10T19:18:26.129" v="3022" actId="20577"/>
          <ac:spMkLst>
            <pc:docMk/>
            <pc:sldMk cId="1780887713" sldId="316"/>
            <ac:spMk id="13" creationId="{B22B8018-D3EA-E026-E04A-456F14A1458D}"/>
          </ac:spMkLst>
        </pc:spChg>
        <pc:spChg chg="add mod">
          <ac:chgData name="Franco Andrés Chiappe Donoso" userId="952ef6fb-7da9-433b-9cb5-ab1c1c91cce3" providerId="ADAL" clId="{D482683E-DF45-4BA1-B60E-919AB3CEA91E}" dt="2025-12-09T00:07:13.654" v="1276" actId="6549"/>
          <ac:spMkLst>
            <pc:docMk/>
            <pc:sldMk cId="1780887713" sldId="316"/>
            <ac:spMk id="27" creationId="{91740605-BA34-2B24-8A35-8A1046F7A2C8}"/>
          </ac:spMkLst>
        </pc:spChg>
        <pc:spChg chg="add mod ord">
          <ac:chgData name="Franco Andrés Chiappe Donoso" userId="952ef6fb-7da9-433b-9cb5-ab1c1c91cce3" providerId="ADAL" clId="{D482683E-DF45-4BA1-B60E-919AB3CEA91E}" dt="2025-12-10T03:41:56.943" v="2276" actId="20577"/>
          <ac:spMkLst>
            <pc:docMk/>
            <pc:sldMk cId="1780887713" sldId="316"/>
            <ac:spMk id="29" creationId="{47FD5222-ED8C-4018-10A6-83A98408D862}"/>
          </ac:spMkLst>
        </pc:spChg>
        <pc:spChg chg="add mod ord">
          <ac:chgData name="Franco Andrés Chiappe Donoso" userId="952ef6fb-7da9-433b-9cb5-ab1c1c91cce3" providerId="ADAL" clId="{D482683E-DF45-4BA1-B60E-919AB3CEA91E}" dt="2025-12-10T04:03:09.009" v="2304" actId="207"/>
          <ac:spMkLst>
            <pc:docMk/>
            <pc:sldMk cId="1780887713" sldId="316"/>
            <ac:spMk id="31" creationId="{0438C7B3-A32D-ECA2-1592-AFD0A95739BA}"/>
          </ac:spMkLst>
        </pc:spChg>
        <pc:spChg chg="add mod">
          <ac:chgData name="Franco Andrés Chiappe Donoso" userId="952ef6fb-7da9-433b-9cb5-ab1c1c91cce3" providerId="ADAL" clId="{D482683E-DF45-4BA1-B60E-919AB3CEA91E}" dt="2025-12-10T04:03:50.227" v="2319" actId="20577"/>
          <ac:spMkLst>
            <pc:docMk/>
            <pc:sldMk cId="1780887713" sldId="316"/>
            <ac:spMk id="39" creationId="{FE244063-B482-4B7E-9E73-F73FC29280BF}"/>
          </ac:spMkLst>
        </pc:spChg>
        <pc:spChg chg="add mod">
          <ac:chgData name="Franco Andrés Chiappe Donoso" userId="952ef6fb-7da9-433b-9cb5-ab1c1c91cce3" providerId="ADAL" clId="{D482683E-DF45-4BA1-B60E-919AB3CEA91E}" dt="2025-12-11T01:20:53.283" v="3654" actId="1037"/>
          <ac:spMkLst>
            <pc:docMk/>
            <pc:sldMk cId="1780887713" sldId="316"/>
            <ac:spMk id="40" creationId="{392C48AF-675A-BF06-D4B7-28D99F575572}"/>
          </ac:spMkLst>
        </pc:spChg>
        <pc:picChg chg="add del mod">
          <ac:chgData name="Franco Andrés Chiappe Donoso" userId="952ef6fb-7da9-433b-9cb5-ab1c1c91cce3" providerId="ADAL" clId="{D482683E-DF45-4BA1-B60E-919AB3CEA91E}" dt="2025-12-10T03:40:16.974" v="2263" actId="478"/>
          <ac:picMkLst>
            <pc:docMk/>
            <pc:sldMk cId="1780887713" sldId="316"/>
            <ac:picMk id="10" creationId="{C2FB8C8A-B1B3-7D9D-E186-7ADE4A12DBA8}"/>
          </ac:picMkLst>
        </pc:picChg>
        <pc:picChg chg="add del mod">
          <ac:chgData name="Franco Andrés Chiappe Donoso" userId="952ef6fb-7da9-433b-9cb5-ab1c1c91cce3" providerId="ADAL" clId="{D482683E-DF45-4BA1-B60E-919AB3CEA91E}" dt="2025-12-10T03:56:47.847" v="2280" actId="478"/>
          <ac:picMkLst>
            <pc:docMk/>
            <pc:sldMk cId="1780887713" sldId="316"/>
            <ac:picMk id="12" creationId="{F3C3A729-7368-3324-3D60-0C2FD6C16181}"/>
          </ac:picMkLst>
        </pc:picChg>
        <pc:picChg chg="add mod">
          <ac:chgData name="Franco Andrés Chiappe Donoso" userId="952ef6fb-7da9-433b-9cb5-ab1c1c91cce3" providerId="ADAL" clId="{D482683E-DF45-4BA1-B60E-919AB3CEA91E}" dt="2025-12-10T03:57:46.941" v="2299" actId="167"/>
          <ac:picMkLst>
            <pc:docMk/>
            <pc:sldMk cId="1780887713" sldId="316"/>
            <ac:picMk id="14" creationId="{48704E03-37C0-1469-7D98-3FB7E924DA5A}"/>
          </ac:picMkLst>
        </pc:picChg>
        <pc:picChg chg="add mod">
          <ac:chgData name="Franco Andrés Chiappe Donoso" userId="952ef6fb-7da9-433b-9cb5-ab1c1c91cce3" providerId="ADAL" clId="{D482683E-DF45-4BA1-B60E-919AB3CEA91E}" dt="2025-12-10T04:11:25.705" v="2620" actId="1035"/>
          <ac:picMkLst>
            <pc:docMk/>
            <pc:sldMk cId="1780887713" sldId="316"/>
            <ac:picMk id="36" creationId="{3ABDE275-F257-08D9-2AAC-BA3B9EBFAC90}"/>
          </ac:picMkLst>
        </pc:picChg>
        <pc:picChg chg="add mod">
          <ac:chgData name="Franco Andrés Chiappe Donoso" userId="952ef6fb-7da9-433b-9cb5-ab1c1c91cce3" providerId="ADAL" clId="{D482683E-DF45-4BA1-B60E-919AB3CEA91E}" dt="2025-12-10T04:11:30.593" v="2624" actId="1035"/>
          <ac:picMkLst>
            <pc:docMk/>
            <pc:sldMk cId="1780887713" sldId="316"/>
            <ac:picMk id="38" creationId="{A220278D-329A-9E10-49C3-F130DA2F25EC}"/>
          </ac:picMkLst>
        </pc:picChg>
      </pc:sldChg>
      <pc:sldChg chg="addSp delSp modSp new mod modAnim chgLayout">
        <pc:chgData name="Franco Andrés Chiappe Donoso" userId="952ef6fb-7da9-433b-9cb5-ab1c1c91cce3" providerId="ADAL" clId="{D482683E-DF45-4BA1-B60E-919AB3CEA91E}" dt="2025-12-11T01:41:24.070" v="3784" actId="20577"/>
        <pc:sldMkLst>
          <pc:docMk/>
          <pc:sldMk cId="1356537720" sldId="317"/>
        </pc:sldMkLst>
        <pc:spChg chg="add">
          <ac:chgData name="Franco Andrés Chiappe Donoso" userId="952ef6fb-7da9-433b-9cb5-ab1c1c91cce3" providerId="ADAL" clId="{D482683E-DF45-4BA1-B60E-919AB3CEA91E}" dt="2025-12-10T18:47:09.271" v="2911"/>
          <ac:spMkLst>
            <pc:docMk/>
            <pc:sldMk cId="1356537720" sldId="317"/>
            <ac:spMk id="2" creationId="{7C611A80-D34D-68E1-CE09-596991748415}"/>
          </ac:spMkLst>
        </pc:spChg>
        <pc:spChg chg="mod ord">
          <ac:chgData name="Franco Andrés Chiappe Donoso" userId="952ef6fb-7da9-433b-9cb5-ab1c1c91cce3" providerId="ADAL" clId="{D482683E-DF45-4BA1-B60E-919AB3CEA91E}" dt="2025-12-10T19:17:30.125" v="2998" actId="123"/>
          <ac:spMkLst>
            <pc:docMk/>
            <pc:sldMk cId="1356537720" sldId="317"/>
            <ac:spMk id="3" creationId="{3DA45B5E-34CF-B6E7-3675-06D3D9E9FECF}"/>
          </ac:spMkLst>
        </pc:spChg>
        <pc:spChg chg="add del mod ord">
          <ac:chgData name="Franco Andrés Chiappe Donoso" userId="952ef6fb-7da9-433b-9cb5-ab1c1c91cce3" providerId="ADAL" clId="{D482683E-DF45-4BA1-B60E-919AB3CEA91E}" dt="2025-12-10T04:16:24.057" v="2682" actId="207"/>
          <ac:spMkLst>
            <pc:docMk/>
            <pc:sldMk cId="1356537720" sldId="317"/>
            <ac:spMk id="4" creationId="{CE7F0EFE-F3C2-367D-D7B9-915A6BD9947C}"/>
          </ac:spMkLst>
        </pc:spChg>
        <pc:spChg chg="add del mod">
          <ac:chgData name="Franco Andrés Chiappe Donoso" userId="952ef6fb-7da9-433b-9cb5-ab1c1c91cce3" providerId="ADAL" clId="{D482683E-DF45-4BA1-B60E-919AB3CEA91E}" dt="2025-12-10T18:52:30.227" v="2946" actId="22"/>
          <ac:spMkLst>
            <pc:docMk/>
            <pc:sldMk cId="1356537720" sldId="317"/>
            <ac:spMk id="8" creationId="{A1EAC437-BD70-7365-CA83-31678BE466C7}"/>
          </ac:spMkLst>
        </pc:spChg>
        <pc:spChg chg="add mod">
          <ac:chgData name="Franco Andrés Chiappe Donoso" userId="952ef6fb-7da9-433b-9cb5-ab1c1c91cce3" providerId="ADAL" clId="{D482683E-DF45-4BA1-B60E-919AB3CEA91E}" dt="2025-12-10T18:52:27.210" v="2943" actId="1076"/>
          <ac:spMkLst>
            <pc:docMk/>
            <pc:sldMk cId="1356537720" sldId="317"/>
            <ac:spMk id="9" creationId="{7ABB78F4-88B6-C4E4-E3CB-DB9B4091C1F5}"/>
          </ac:spMkLst>
        </pc:spChg>
        <pc:spChg chg="add mod">
          <ac:chgData name="Franco Andrés Chiappe Donoso" userId="952ef6fb-7da9-433b-9cb5-ab1c1c91cce3" providerId="ADAL" clId="{D482683E-DF45-4BA1-B60E-919AB3CEA91E}" dt="2025-12-10T18:52:31.942" v="2947"/>
          <ac:spMkLst>
            <pc:docMk/>
            <pc:sldMk cId="1356537720" sldId="317"/>
            <ac:spMk id="10" creationId="{8521D52B-683E-421B-3572-D05376F436F0}"/>
          </ac:spMkLst>
        </pc:spChg>
        <pc:spChg chg="add mod">
          <ac:chgData name="Franco Andrés Chiappe Donoso" userId="952ef6fb-7da9-433b-9cb5-ab1c1c91cce3" providerId="ADAL" clId="{D482683E-DF45-4BA1-B60E-919AB3CEA91E}" dt="2025-12-11T01:41:24.070" v="3784" actId="20577"/>
          <ac:spMkLst>
            <pc:docMk/>
            <pc:sldMk cId="1356537720" sldId="317"/>
            <ac:spMk id="12" creationId="{171A8C92-FEEA-9F65-0E67-DA30D852A318}"/>
          </ac:spMkLst>
        </pc:spChg>
        <pc:spChg chg="add mod">
          <ac:chgData name="Franco Andrés Chiappe Donoso" userId="952ef6fb-7da9-433b-9cb5-ab1c1c91cce3" providerId="ADAL" clId="{D482683E-DF45-4BA1-B60E-919AB3CEA91E}" dt="2025-12-09T16:06:31.694" v="1581" actId="20577"/>
          <ac:spMkLst>
            <pc:docMk/>
            <pc:sldMk cId="1356537720" sldId="317"/>
            <ac:spMk id="26" creationId="{67672D89-153D-343B-B03B-E62C8ED97C95}"/>
          </ac:spMkLst>
        </pc:spChg>
        <pc:spChg chg="add">
          <ac:chgData name="Franco Andrés Chiappe Donoso" userId="952ef6fb-7da9-433b-9cb5-ab1c1c91cce3" providerId="ADAL" clId="{D482683E-DF45-4BA1-B60E-919AB3CEA91E}" dt="2025-12-10T04:14:57.980" v="2662"/>
          <ac:spMkLst>
            <pc:docMk/>
            <pc:sldMk cId="1356537720" sldId="317"/>
            <ac:spMk id="30" creationId="{CD7524A4-EF13-2ADF-63FB-22B2E9900FE2}"/>
          </ac:spMkLst>
        </pc:spChg>
        <pc:spChg chg="add del mod">
          <ac:chgData name="Franco Andrés Chiappe Donoso" userId="952ef6fb-7da9-433b-9cb5-ab1c1c91cce3" providerId="ADAL" clId="{D482683E-DF45-4BA1-B60E-919AB3CEA91E}" dt="2025-12-11T01:41:11.826" v="3781" actId="478"/>
          <ac:spMkLst>
            <pc:docMk/>
            <pc:sldMk cId="1356537720" sldId="317"/>
            <ac:spMk id="34" creationId="{A46F359B-74F2-0C43-0BC1-D4D914177B67}"/>
          </ac:spMkLst>
        </pc:spChg>
        <pc:picChg chg="add mod">
          <ac:chgData name="Franco Andrés Chiappe Donoso" userId="952ef6fb-7da9-433b-9cb5-ab1c1c91cce3" providerId="ADAL" clId="{D482683E-DF45-4BA1-B60E-919AB3CEA91E}" dt="2025-12-10T18:47:36.854" v="2918" actId="1076"/>
          <ac:picMkLst>
            <pc:docMk/>
            <pc:sldMk cId="1356537720" sldId="317"/>
            <ac:picMk id="6" creationId="{91757C51-A1B6-EDE5-5A05-669914FC243B}"/>
          </ac:picMkLst>
        </pc:picChg>
        <pc:picChg chg="add mod">
          <ac:chgData name="Franco Andrés Chiappe Donoso" userId="952ef6fb-7da9-433b-9cb5-ab1c1c91cce3" providerId="ADAL" clId="{D482683E-DF45-4BA1-B60E-919AB3CEA91E}" dt="2025-12-10T03:58:37.925" v="2301" actId="167"/>
          <ac:picMkLst>
            <pc:docMk/>
            <pc:sldMk cId="1356537720" sldId="317"/>
            <ac:picMk id="14" creationId="{B10A2BBD-826D-058B-F2FC-28AE37302B12}"/>
          </ac:picMkLst>
        </pc:picChg>
        <pc:picChg chg="add mod">
          <ac:chgData name="Franco Andrés Chiappe Donoso" userId="952ef6fb-7da9-433b-9cb5-ab1c1c91cce3" providerId="ADAL" clId="{D482683E-DF45-4BA1-B60E-919AB3CEA91E}" dt="2025-12-10T04:15:21.257" v="2667" actId="931"/>
          <ac:picMkLst>
            <pc:docMk/>
            <pc:sldMk cId="1356537720" sldId="317"/>
            <ac:picMk id="32" creationId="{D310D2A4-3A6D-E296-4244-6EC3F6303689}"/>
          </ac:picMkLst>
        </pc:picChg>
        <pc:picChg chg="add del mod">
          <ac:chgData name="Franco Andrés Chiappe Donoso" userId="952ef6fb-7da9-433b-9cb5-ab1c1c91cce3" providerId="ADAL" clId="{D482683E-DF45-4BA1-B60E-919AB3CEA91E}" dt="2025-12-10T18:46:54.969" v="2910" actId="478"/>
          <ac:picMkLst>
            <pc:docMk/>
            <pc:sldMk cId="1356537720" sldId="317"/>
            <ac:picMk id="33" creationId="{DDF64EB5-D6C9-5CAE-FB1F-2B8D7DA93976}"/>
          </ac:picMkLst>
        </pc:picChg>
      </pc:sldChg>
      <pc:sldChg chg="addSp delSp modSp new mod modClrScheme chgLayout">
        <pc:chgData name="Franco Andrés Chiappe Donoso" userId="952ef6fb-7da9-433b-9cb5-ab1c1c91cce3" providerId="ADAL" clId="{D482683E-DF45-4BA1-B60E-919AB3CEA91E}" dt="2025-12-11T01:46:49.603" v="3843"/>
        <pc:sldMkLst>
          <pc:docMk/>
          <pc:sldMk cId="3844722160" sldId="319"/>
        </pc:sldMkLst>
        <pc:spChg chg="add del mod ord">
          <ac:chgData name="Franco Andrés Chiappe Donoso" userId="952ef6fb-7da9-433b-9cb5-ab1c1c91cce3" providerId="ADAL" clId="{D482683E-DF45-4BA1-B60E-919AB3CEA91E}" dt="2025-12-10T18:54:50.951" v="2955" actId="700"/>
          <ac:spMkLst>
            <pc:docMk/>
            <pc:sldMk cId="3844722160" sldId="319"/>
            <ac:spMk id="2" creationId="{58EFE8DF-FDA8-11D0-810D-B233E8EE5D19}"/>
          </ac:spMkLst>
        </pc:spChg>
        <pc:spChg chg="mod ord">
          <ac:chgData name="Franco Andrés Chiappe Donoso" userId="952ef6fb-7da9-433b-9cb5-ab1c1c91cce3" providerId="ADAL" clId="{D482683E-DF45-4BA1-B60E-919AB3CEA91E}" dt="2025-12-10T19:21:03.400" v="3033" actId="6549"/>
          <ac:spMkLst>
            <pc:docMk/>
            <pc:sldMk cId="3844722160" sldId="319"/>
            <ac:spMk id="3" creationId="{8D42FA70-6D49-C105-125E-CC34E7D697F9}"/>
          </ac:spMkLst>
        </pc:spChg>
        <pc:spChg chg="add del mod ord">
          <ac:chgData name="Franco Andrés Chiappe Donoso" userId="952ef6fb-7da9-433b-9cb5-ab1c1c91cce3" providerId="ADAL" clId="{D482683E-DF45-4BA1-B60E-919AB3CEA91E}" dt="2025-12-10T19:16:27.376" v="2995" actId="12"/>
          <ac:spMkLst>
            <pc:docMk/>
            <pc:sldMk cId="3844722160" sldId="319"/>
            <ac:spMk id="4" creationId="{B66F49F4-E943-CC61-9BD1-3A2C027779AB}"/>
          </ac:spMkLst>
        </pc:spChg>
        <pc:spChg chg="add mod ord">
          <ac:chgData name="Franco Andrés Chiappe Donoso" userId="952ef6fb-7da9-433b-9cb5-ab1c1c91cce3" providerId="ADAL" clId="{D482683E-DF45-4BA1-B60E-919AB3CEA91E}" dt="2025-12-11T01:46:49.603" v="3843"/>
          <ac:spMkLst>
            <pc:docMk/>
            <pc:sldMk cId="3844722160" sldId="319"/>
            <ac:spMk id="9" creationId="{6D788BC2-606C-3E07-3C13-AF3856555093}"/>
          </ac:spMkLst>
        </pc:spChg>
        <pc:graphicFrameChg chg="add del modGraphic">
          <ac:chgData name="Franco Andrés Chiappe Donoso" userId="952ef6fb-7da9-433b-9cb5-ab1c1c91cce3" providerId="ADAL" clId="{D482683E-DF45-4BA1-B60E-919AB3CEA91E}" dt="2025-12-10T04:35:06.767" v="2856" actId="27310"/>
          <ac:graphicFrameMkLst>
            <pc:docMk/>
            <pc:sldMk cId="3844722160" sldId="319"/>
            <ac:graphicFrameMk id="11" creationId="{669C0DEF-B3A4-3DF4-2019-8D3DAFEE9743}"/>
          </ac:graphicFrameMkLst>
        </pc:graphicFrameChg>
        <pc:picChg chg="add mod">
          <ac:chgData name="Franco Andrés Chiappe Donoso" userId="952ef6fb-7da9-433b-9cb5-ab1c1c91cce3" providerId="ADAL" clId="{D482683E-DF45-4BA1-B60E-919AB3CEA91E}" dt="2025-12-10T19:13:26.401" v="2969" actId="931"/>
          <ac:picMkLst>
            <pc:docMk/>
            <pc:sldMk cId="3844722160" sldId="319"/>
            <ac:picMk id="6" creationId="{10CD1EC0-C958-F055-3C6A-C10A44DEFF72}"/>
          </ac:picMkLst>
        </pc:picChg>
        <pc:picChg chg="add mod ord">
          <ac:chgData name="Franco Andrés Chiappe Donoso" userId="952ef6fb-7da9-433b-9cb5-ab1c1c91cce3" providerId="ADAL" clId="{D482683E-DF45-4BA1-B60E-919AB3CEA91E}" dt="2025-12-10T19:14:41.191" v="2985" actId="14100"/>
          <ac:picMkLst>
            <pc:docMk/>
            <pc:sldMk cId="3844722160" sldId="319"/>
            <ac:picMk id="8" creationId="{66670184-F072-1CF4-F367-774A70A830FD}"/>
          </ac:picMkLst>
        </pc:picChg>
        <pc:picChg chg="add del mod">
          <ac:chgData name="Franco Andrés Chiappe Donoso" userId="952ef6fb-7da9-433b-9cb5-ab1c1c91cce3" providerId="ADAL" clId="{D482683E-DF45-4BA1-B60E-919AB3CEA91E}" dt="2025-12-10T19:16:19.915" v="2991" actId="478"/>
          <ac:picMkLst>
            <pc:docMk/>
            <pc:sldMk cId="3844722160" sldId="319"/>
            <ac:picMk id="11" creationId="{30B45375-4335-D902-42E8-F077AA1CB292}"/>
          </ac:picMkLst>
        </pc:picChg>
        <pc:picChg chg="add mod">
          <ac:chgData name="Franco Andrés Chiappe Donoso" userId="952ef6fb-7da9-433b-9cb5-ab1c1c91cce3" providerId="ADAL" clId="{D482683E-DF45-4BA1-B60E-919AB3CEA91E}" dt="2025-12-10T20:52:45.301" v="3387" actId="167"/>
          <ac:picMkLst>
            <pc:docMk/>
            <pc:sldMk cId="3844722160" sldId="319"/>
            <ac:picMk id="12" creationId="{99CC25A5-A6D3-4249-6F6D-D9F1916ACA46}"/>
          </ac:picMkLst>
        </pc:picChg>
      </pc:sldChg>
      <pc:sldChg chg="modSp add del mod">
        <pc:chgData name="Franco Andrés Chiappe Donoso" userId="952ef6fb-7da9-433b-9cb5-ab1c1c91cce3" providerId="ADAL" clId="{D482683E-DF45-4BA1-B60E-919AB3CEA91E}" dt="2025-12-10T20:12:55.296" v="3166" actId="47"/>
        <pc:sldMkLst>
          <pc:docMk/>
          <pc:sldMk cId="2148677342" sldId="320"/>
        </pc:sldMkLst>
      </pc:sldChg>
      <pc:sldChg chg="modSp add del mod">
        <pc:chgData name="Franco Andrés Chiappe Donoso" userId="952ef6fb-7da9-433b-9cb5-ab1c1c91cce3" providerId="ADAL" clId="{D482683E-DF45-4BA1-B60E-919AB3CEA91E}" dt="2025-12-10T20:12:56.612" v="3167" actId="47"/>
        <pc:sldMkLst>
          <pc:docMk/>
          <pc:sldMk cId="2183907644" sldId="321"/>
        </pc:sldMkLst>
      </pc:sldChg>
      <pc:sldChg chg="addSp delSp modSp add mod">
        <pc:chgData name="Franco Andrés Chiappe Donoso" userId="952ef6fb-7da9-433b-9cb5-ab1c1c91cce3" providerId="ADAL" clId="{D482683E-DF45-4BA1-B60E-919AB3CEA91E}" dt="2025-12-11T02:00:43.825" v="3915"/>
        <pc:sldMkLst>
          <pc:docMk/>
          <pc:sldMk cId="2684489474" sldId="322"/>
        </pc:sldMkLst>
        <pc:spChg chg="mod">
          <ac:chgData name="Franco Andrés Chiappe Donoso" userId="952ef6fb-7da9-433b-9cb5-ab1c1c91cce3" providerId="ADAL" clId="{D482683E-DF45-4BA1-B60E-919AB3CEA91E}" dt="2025-12-10T19:17:10.941" v="2997" actId="123"/>
          <ac:spMkLst>
            <pc:docMk/>
            <pc:sldMk cId="2684489474" sldId="322"/>
            <ac:spMk id="3" creationId="{1018A464-18A9-770B-A868-F4FA9D3D890A}"/>
          </ac:spMkLst>
        </pc:spChg>
        <pc:spChg chg="add del mod">
          <ac:chgData name="Franco Andrés Chiappe Donoso" userId="952ef6fb-7da9-433b-9cb5-ab1c1c91cce3" providerId="ADAL" clId="{D482683E-DF45-4BA1-B60E-919AB3CEA91E}" dt="2025-12-10T04:27:38.767" v="2766" actId="207"/>
          <ac:spMkLst>
            <pc:docMk/>
            <pc:sldMk cId="2684489474" sldId="322"/>
            <ac:spMk id="4" creationId="{1A212E9D-9A56-17C1-A07D-8452ED5B87AA}"/>
          </ac:spMkLst>
        </pc:spChg>
        <pc:spChg chg="add mod">
          <ac:chgData name="Franco Andrés Chiappe Donoso" userId="952ef6fb-7da9-433b-9cb5-ab1c1c91cce3" providerId="ADAL" clId="{D482683E-DF45-4BA1-B60E-919AB3CEA91E}" dt="2025-12-11T02:00:43.825" v="3915"/>
          <ac:spMkLst>
            <pc:docMk/>
            <pc:sldMk cId="2684489474" sldId="322"/>
            <ac:spMk id="7" creationId="{0BEAAEF1-6037-6A08-E110-7D41097F3ADF}"/>
          </ac:spMkLst>
        </pc:spChg>
        <pc:spChg chg="add mod">
          <ac:chgData name="Franco Andrés Chiappe Donoso" userId="952ef6fb-7da9-433b-9cb5-ab1c1c91cce3" providerId="ADAL" clId="{D482683E-DF45-4BA1-B60E-919AB3CEA91E}" dt="2025-12-11T01:40:29.905" v="3775"/>
          <ac:spMkLst>
            <pc:docMk/>
            <pc:sldMk cId="2684489474" sldId="322"/>
            <ac:spMk id="8" creationId="{222F4F78-B44E-6D63-CB8F-2D4AD6BC262D}"/>
          </ac:spMkLst>
        </pc:spChg>
        <pc:spChg chg="mod">
          <ac:chgData name="Franco Andrés Chiappe Donoso" userId="952ef6fb-7da9-433b-9cb5-ab1c1c91cce3" providerId="ADAL" clId="{D482683E-DF45-4BA1-B60E-919AB3CEA91E}" dt="2025-12-09T16:09:30.490" v="1645" actId="20577"/>
          <ac:spMkLst>
            <pc:docMk/>
            <pc:sldMk cId="2684489474" sldId="322"/>
            <ac:spMk id="26" creationId="{909DA880-F86A-F4C2-E5FE-D2D8EE30D7E0}"/>
          </ac:spMkLst>
        </pc:spChg>
        <pc:picChg chg="add mod ord">
          <ac:chgData name="Franco Andrés Chiappe Donoso" userId="952ef6fb-7da9-433b-9cb5-ab1c1c91cce3" providerId="ADAL" clId="{D482683E-DF45-4BA1-B60E-919AB3CEA91E}" dt="2025-12-09T16:08:50.463" v="1621" actId="167"/>
          <ac:picMkLst>
            <pc:docMk/>
            <pc:sldMk cId="2684489474" sldId="322"/>
            <ac:picMk id="5" creationId="{1EA67098-513B-76D5-5946-A7CABF2E4807}"/>
          </ac:picMkLst>
        </pc:picChg>
        <pc:picChg chg="add mod ord">
          <ac:chgData name="Franco Andrés Chiappe Donoso" userId="952ef6fb-7da9-433b-9cb5-ab1c1c91cce3" providerId="ADAL" clId="{D482683E-DF45-4BA1-B60E-919AB3CEA91E}" dt="2025-12-09T16:09:10.137" v="1628" actId="1037"/>
          <ac:picMkLst>
            <pc:docMk/>
            <pc:sldMk cId="2684489474" sldId="322"/>
            <ac:picMk id="6" creationId="{6E917E53-4975-8ECB-4673-F9F020EFE829}"/>
          </ac:picMkLst>
        </pc:picChg>
      </pc:sldChg>
      <pc:sldChg chg="addSp delSp modSp add mod delAnim modAnim">
        <pc:chgData name="Franco Andrés Chiappe Donoso" userId="952ef6fb-7da9-433b-9cb5-ab1c1c91cce3" providerId="ADAL" clId="{D482683E-DF45-4BA1-B60E-919AB3CEA91E}" dt="2025-12-11T01:41:16.267" v="3782"/>
        <pc:sldMkLst>
          <pc:docMk/>
          <pc:sldMk cId="1956731329" sldId="323"/>
        </pc:sldMkLst>
        <pc:spChg chg="add mod">
          <ac:chgData name="Franco Andrés Chiappe Donoso" userId="952ef6fb-7da9-433b-9cb5-ab1c1c91cce3" providerId="ADAL" clId="{D482683E-DF45-4BA1-B60E-919AB3CEA91E}" dt="2025-12-11T01:41:16.267" v="3782"/>
          <ac:spMkLst>
            <pc:docMk/>
            <pc:sldMk cId="1956731329" sldId="323"/>
            <ac:spMk id="4" creationId="{C51B30ED-836A-3427-DF2A-C522F3978F66}"/>
          </ac:spMkLst>
        </pc:spChg>
        <pc:spChg chg="mod">
          <ac:chgData name="Franco Andrés Chiappe Donoso" userId="952ef6fb-7da9-433b-9cb5-ab1c1c91cce3" providerId="ADAL" clId="{D482683E-DF45-4BA1-B60E-919AB3CEA91E}" dt="2025-12-10T19:18:04.783" v="3015" actId="20577"/>
          <ac:spMkLst>
            <pc:docMk/>
            <pc:sldMk cId="1956731329" sldId="323"/>
            <ac:spMk id="13" creationId="{92379BC8-6628-2C8E-F5CB-4E587537FB53}"/>
          </ac:spMkLst>
        </pc:spChg>
        <pc:spChg chg="mod">
          <ac:chgData name="Franco Andrés Chiappe Donoso" userId="952ef6fb-7da9-433b-9cb5-ab1c1c91cce3" providerId="ADAL" clId="{D482683E-DF45-4BA1-B60E-919AB3CEA91E}" dt="2025-12-10T03:40:40.159" v="2266"/>
          <ac:spMkLst>
            <pc:docMk/>
            <pc:sldMk cId="1956731329" sldId="323"/>
            <ac:spMk id="29" creationId="{7DA3ACA7-9F36-3A0D-5000-7D1F86F2C0BE}"/>
          </ac:spMkLst>
        </pc:spChg>
        <pc:spChg chg="mod">
          <ac:chgData name="Franco Andrés Chiappe Donoso" userId="952ef6fb-7da9-433b-9cb5-ab1c1c91cce3" providerId="ADAL" clId="{D482683E-DF45-4BA1-B60E-919AB3CEA91E}" dt="2025-12-10T04:13:53.059" v="2660" actId="12"/>
          <ac:spMkLst>
            <pc:docMk/>
            <pc:sldMk cId="1956731329" sldId="323"/>
            <ac:spMk id="31" creationId="{AB15014A-94D1-4656-457C-FC4BE7B11D7F}"/>
          </ac:spMkLst>
        </pc:spChg>
        <pc:picChg chg="add mod">
          <ac:chgData name="Franco Andrés Chiappe Donoso" userId="952ef6fb-7da9-433b-9cb5-ab1c1c91cce3" providerId="ADAL" clId="{D482683E-DF45-4BA1-B60E-919AB3CEA91E}" dt="2025-12-10T04:13:48.137" v="2657" actId="1076"/>
          <ac:picMkLst>
            <pc:docMk/>
            <pc:sldMk cId="1956731329" sldId="323"/>
            <ac:picMk id="3" creationId="{4D7A6AF2-AB4E-2CC2-4237-8CF5E367D65F}"/>
          </ac:picMkLst>
        </pc:picChg>
        <pc:picChg chg="mod">
          <ac:chgData name="Franco Andrés Chiappe Donoso" userId="952ef6fb-7da9-433b-9cb5-ab1c1c91cce3" providerId="ADAL" clId="{D482683E-DF45-4BA1-B60E-919AB3CEA91E}" dt="2025-12-10T04:13:33.788" v="2656" actId="1076"/>
          <ac:picMkLst>
            <pc:docMk/>
            <pc:sldMk cId="1956731329" sldId="323"/>
            <ac:picMk id="10" creationId="{1DA84170-B377-91D3-84E1-4F904136E008}"/>
          </ac:picMkLst>
        </pc:picChg>
        <pc:picChg chg="del">
          <ac:chgData name="Franco Andrés Chiappe Donoso" userId="952ef6fb-7da9-433b-9cb5-ab1c1c91cce3" providerId="ADAL" clId="{D482683E-DF45-4BA1-B60E-919AB3CEA91E}" dt="2025-12-10T03:40:43.221" v="2267" actId="478"/>
          <ac:picMkLst>
            <pc:docMk/>
            <pc:sldMk cId="1956731329" sldId="323"/>
            <ac:picMk id="12" creationId="{A3D275BD-3D55-6D43-7940-38239D1831B3}"/>
          </ac:picMkLst>
        </pc:picChg>
        <pc:picChg chg="mod">
          <ac:chgData name="Franco Andrés Chiappe Donoso" userId="952ef6fb-7da9-433b-9cb5-ab1c1c91cce3" providerId="ADAL" clId="{D482683E-DF45-4BA1-B60E-919AB3CEA91E}" dt="2025-12-10T03:58:31.519" v="2300" actId="167"/>
          <ac:picMkLst>
            <pc:docMk/>
            <pc:sldMk cId="1956731329" sldId="323"/>
            <ac:picMk id="14" creationId="{5F876A0A-46EA-1F1A-8940-9C75E4507CEC}"/>
          </ac:picMkLst>
        </pc:picChg>
      </pc:sldChg>
      <pc:sldChg chg="addSp delSp modSp new del mod ord">
        <pc:chgData name="Franco Andrés Chiappe Donoso" userId="952ef6fb-7da9-433b-9cb5-ab1c1c91cce3" providerId="ADAL" clId="{D482683E-DF45-4BA1-B60E-919AB3CEA91E}" dt="2025-12-11T01:45:34.412" v="3834" actId="47"/>
        <pc:sldMkLst>
          <pc:docMk/>
          <pc:sldMk cId="3786622458" sldId="324"/>
        </pc:sldMkLst>
        <pc:spChg chg="add mod">
          <ac:chgData name="Franco Andrés Chiappe Donoso" userId="952ef6fb-7da9-433b-9cb5-ab1c1c91cce3" providerId="ADAL" clId="{D482683E-DF45-4BA1-B60E-919AB3CEA91E}" dt="2025-12-11T00:54:19.615" v="3442" actId="14100"/>
          <ac:spMkLst>
            <pc:docMk/>
            <pc:sldMk cId="3786622458" sldId="324"/>
            <ac:spMk id="8" creationId="{702523C8-3883-5D51-584A-8544FEB25B58}"/>
          </ac:spMkLst>
        </pc:spChg>
        <pc:picChg chg="add del mod">
          <ac:chgData name="Franco Andrés Chiappe Donoso" userId="952ef6fb-7da9-433b-9cb5-ab1c1c91cce3" providerId="ADAL" clId="{D482683E-DF45-4BA1-B60E-919AB3CEA91E}" dt="2025-12-11T01:12:52.358" v="3526" actId="21"/>
          <ac:picMkLst>
            <pc:docMk/>
            <pc:sldMk cId="3786622458" sldId="324"/>
            <ac:picMk id="5" creationId="{8BD452FE-884C-57ED-4C4C-95EE285C67BC}"/>
          </ac:picMkLst>
        </pc:picChg>
        <pc:picChg chg="add del mod">
          <ac:chgData name="Franco Andrés Chiappe Donoso" userId="952ef6fb-7da9-433b-9cb5-ab1c1c91cce3" providerId="ADAL" clId="{D482683E-DF45-4BA1-B60E-919AB3CEA91E}" dt="2025-12-10T04:34:12.793" v="2849" actId="478"/>
          <ac:picMkLst>
            <pc:docMk/>
            <pc:sldMk cId="3786622458" sldId="324"/>
            <ac:picMk id="6" creationId="{6FF51E21-1D8C-19D2-A76E-BBEE1208C6B1}"/>
          </ac:picMkLst>
        </pc:picChg>
        <pc:picChg chg="add del mod">
          <ac:chgData name="Franco Andrés Chiappe Donoso" userId="952ef6fb-7da9-433b-9cb5-ab1c1c91cce3" providerId="ADAL" clId="{D482683E-DF45-4BA1-B60E-919AB3CEA91E}" dt="2025-12-11T01:12:44.171" v="3522" actId="21"/>
          <ac:picMkLst>
            <pc:docMk/>
            <pc:sldMk cId="3786622458" sldId="324"/>
            <ac:picMk id="10" creationId="{4A0CEB2D-0079-D7FF-9FE3-5E83C619C128}"/>
          </ac:picMkLst>
        </pc:picChg>
      </pc:sldChg>
      <pc:sldChg chg="addSp delSp modSp new mod ord">
        <pc:chgData name="Franco Andrés Chiappe Donoso" userId="952ef6fb-7da9-433b-9cb5-ab1c1c91cce3" providerId="ADAL" clId="{D482683E-DF45-4BA1-B60E-919AB3CEA91E}" dt="2025-12-10T04:17:02.968" v="2684"/>
        <pc:sldMkLst>
          <pc:docMk/>
          <pc:sldMk cId="2966093496" sldId="326"/>
        </pc:sldMkLst>
      </pc:sldChg>
      <pc:sldChg chg="addSp delSp modSp mod chgLayout">
        <pc:chgData name="Franco Andrés Chiappe Donoso" userId="952ef6fb-7da9-433b-9cb5-ab1c1c91cce3" providerId="ADAL" clId="{D482683E-DF45-4BA1-B60E-919AB3CEA91E}" dt="2025-12-11T02:24:25.917" v="4337" actId="1076"/>
        <pc:sldMkLst>
          <pc:docMk/>
          <pc:sldMk cId="2254530250" sldId="327"/>
        </pc:sldMkLst>
        <pc:spChg chg="add mod ord">
          <ac:chgData name="Franco Andrés Chiappe Donoso" userId="952ef6fb-7da9-433b-9cb5-ab1c1c91cce3" providerId="ADAL" clId="{D482683E-DF45-4BA1-B60E-919AB3CEA91E}" dt="2025-12-11T02:24:25.917" v="4337" actId="1076"/>
          <ac:spMkLst>
            <pc:docMk/>
            <pc:sldMk cId="2254530250" sldId="327"/>
            <ac:spMk id="2" creationId="{A536867B-D8A3-36E6-584E-296BA6E5CB8B}"/>
          </ac:spMkLst>
        </pc:spChg>
        <pc:spChg chg="del mod ord">
          <ac:chgData name="Franco Andrés Chiappe Donoso" userId="952ef6fb-7da9-433b-9cb5-ab1c1c91cce3" providerId="ADAL" clId="{D482683E-DF45-4BA1-B60E-919AB3CEA91E}" dt="2025-12-11T01:46:06.456" v="3838" actId="478"/>
          <ac:spMkLst>
            <pc:docMk/>
            <pc:sldMk cId="2254530250" sldId="327"/>
            <ac:spMk id="9" creationId="{163183B6-A0B6-6C9B-FC0D-09DAC8329353}"/>
          </ac:spMkLst>
        </pc:spChg>
        <pc:spChg chg="add del mod">
          <ac:chgData name="Franco Andrés Chiappe Donoso" userId="952ef6fb-7da9-433b-9cb5-ab1c1c91cce3" providerId="ADAL" clId="{D482683E-DF45-4BA1-B60E-919AB3CEA91E}" dt="2025-12-11T01:46:07.009" v="3839" actId="478"/>
          <ac:spMkLst>
            <pc:docMk/>
            <pc:sldMk cId="2254530250" sldId="327"/>
            <ac:spMk id="13" creationId="{6C917CAB-A3B0-BC9F-40AF-473BB690D90D}"/>
          </ac:spMkLst>
        </pc:spChg>
        <pc:spChg chg="add del mod">
          <ac:chgData name="Franco Andrés Chiappe Donoso" userId="952ef6fb-7da9-433b-9cb5-ab1c1c91cce3" providerId="ADAL" clId="{D482683E-DF45-4BA1-B60E-919AB3CEA91E}" dt="2025-12-11T01:46:57.015" v="3844" actId="478"/>
          <ac:spMkLst>
            <pc:docMk/>
            <pc:sldMk cId="2254530250" sldId="327"/>
            <ac:spMk id="14" creationId="{57FC1E7E-583E-890A-BE41-AD11DA3E7081}"/>
          </ac:spMkLst>
        </pc:spChg>
        <pc:spChg chg="add mod">
          <ac:chgData name="Franco Andrés Chiappe Donoso" userId="952ef6fb-7da9-433b-9cb5-ab1c1c91cce3" providerId="ADAL" clId="{D482683E-DF45-4BA1-B60E-919AB3CEA91E}" dt="2025-12-11T01:46:35.433" v="3842"/>
          <ac:spMkLst>
            <pc:docMk/>
            <pc:sldMk cId="2254530250" sldId="327"/>
            <ac:spMk id="15" creationId="{055BD7C3-8EE5-9198-F551-5A5FEDBC94BD}"/>
          </ac:spMkLst>
        </pc:spChg>
        <pc:spChg chg="add del mod">
          <ac:chgData name="Franco Andrés Chiappe Donoso" userId="952ef6fb-7da9-433b-9cb5-ab1c1c91cce3" providerId="ADAL" clId="{D482683E-DF45-4BA1-B60E-919AB3CEA91E}" dt="2025-12-11T01:46:57.517" v="3845" actId="478"/>
          <ac:spMkLst>
            <pc:docMk/>
            <pc:sldMk cId="2254530250" sldId="327"/>
            <ac:spMk id="17" creationId="{874F6509-84C3-F596-1A75-62BC448AC1AD}"/>
          </ac:spMkLst>
        </pc:spChg>
        <pc:spChg chg="add mod">
          <ac:chgData name="Franco Andrés Chiappe Donoso" userId="952ef6fb-7da9-433b-9cb5-ab1c1c91cce3" providerId="ADAL" clId="{D482683E-DF45-4BA1-B60E-919AB3CEA91E}" dt="2025-12-11T01:57:20.301" v="3892" actId="242"/>
          <ac:spMkLst>
            <pc:docMk/>
            <pc:sldMk cId="2254530250" sldId="327"/>
            <ac:spMk id="18" creationId="{A4322038-25EB-AE25-0AE8-280669C19AC5}"/>
          </ac:spMkLst>
        </pc:spChg>
        <pc:spChg chg="add mod">
          <ac:chgData name="Franco Andrés Chiappe Donoso" userId="952ef6fb-7da9-433b-9cb5-ab1c1c91cce3" providerId="ADAL" clId="{D482683E-DF45-4BA1-B60E-919AB3CEA91E}" dt="2025-12-11T01:57:04.465" v="3891"/>
          <ac:spMkLst>
            <pc:docMk/>
            <pc:sldMk cId="2254530250" sldId="327"/>
            <ac:spMk id="19" creationId="{1335EFC2-7053-2463-52F8-2635D4AE6CDB}"/>
          </ac:spMkLst>
        </pc:spChg>
        <pc:spChg chg="add mod">
          <ac:chgData name="Franco Andrés Chiappe Donoso" userId="952ef6fb-7da9-433b-9cb5-ab1c1c91cce3" providerId="ADAL" clId="{D482683E-DF45-4BA1-B60E-919AB3CEA91E}" dt="2025-12-11T02:09:57.078" v="3994"/>
          <ac:spMkLst>
            <pc:docMk/>
            <pc:sldMk cId="2254530250" sldId="327"/>
            <ac:spMk id="20" creationId="{FA746F4F-2B94-5073-16CB-D2E4CD299E55}"/>
          </ac:spMkLst>
        </pc:spChg>
        <pc:spChg chg="add mod">
          <ac:chgData name="Franco Andrés Chiappe Donoso" userId="952ef6fb-7da9-433b-9cb5-ab1c1c91cce3" providerId="ADAL" clId="{D482683E-DF45-4BA1-B60E-919AB3CEA91E}" dt="2025-12-11T02:23:58.094" v="4334"/>
          <ac:spMkLst>
            <pc:docMk/>
            <pc:sldMk cId="2254530250" sldId="327"/>
            <ac:spMk id="21" creationId="{E8F174A8-B969-DD46-5216-9D797A2226E5}"/>
          </ac:spMkLst>
        </pc:spChg>
        <pc:picChg chg="add mod">
          <ac:chgData name="Franco Andrés Chiappe Donoso" userId="952ef6fb-7da9-433b-9cb5-ab1c1c91cce3" providerId="ADAL" clId="{D482683E-DF45-4BA1-B60E-919AB3CEA91E}" dt="2025-12-10T21:53:55.049" v="3412" actId="1076"/>
          <ac:picMkLst>
            <pc:docMk/>
            <pc:sldMk cId="2254530250" sldId="327"/>
            <ac:picMk id="3" creationId="{4FE85628-B25C-C38E-56C6-B5E031E0C7A3}"/>
          </ac:picMkLst>
        </pc:picChg>
        <pc:picChg chg="add mod">
          <ac:chgData name="Franco Andrés Chiappe Donoso" userId="952ef6fb-7da9-433b-9cb5-ab1c1c91cce3" providerId="ADAL" clId="{D482683E-DF45-4BA1-B60E-919AB3CEA91E}" dt="2025-12-10T20:52:50.731" v="3389" actId="167"/>
          <ac:picMkLst>
            <pc:docMk/>
            <pc:sldMk cId="2254530250" sldId="327"/>
            <ac:picMk id="4" creationId="{A5B789E6-01D1-9E1C-9163-D314A94CF79F}"/>
          </ac:picMkLst>
        </pc:picChg>
        <pc:picChg chg="del">
          <ac:chgData name="Franco Andrés Chiappe Donoso" userId="952ef6fb-7da9-433b-9cb5-ab1c1c91cce3" providerId="ADAL" clId="{D482683E-DF45-4BA1-B60E-919AB3CEA91E}" dt="2025-12-10T20:51:34.538" v="3378" actId="21"/>
          <ac:picMkLst>
            <pc:docMk/>
            <pc:sldMk cId="2254530250" sldId="327"/>
            <ac:picMk id="12" creationId="{4FE85628-B25C-C38E-56C6-B5E031E0C7A3}"/>
          </ac:picMkLst>
        </pc:picChg>
      </pc:sldChg>
      <pc:sldChg chg="addSp delSp modSp mod">
        <pc:chgData name="Franco Andrés Chiappe Donoso" userId="952ef6fb-7da9-433b-9cb5-ab1c1c91cce3" providerId="ADAL" clId="{D482683E-DF45-4BA1-B60E-919AB3CEA91E}" dt="2025-12-11T03:00:39.337" v="4607" actId="14100"/>
        <pc:sldMkLst>
          <pc:docMk/>
          <pc:sldMk cId="2039500502" sldId="329"/>
        </pc:sldMkLst>
        <pc:spChg chg="add del mod">
          <ac:chgData name="Franco Andrés Chiappe Donoso" userId="952ef6fb-7da9-433b-9cb5-ab1c1c91cce3" providerId="ADAL" clId="{D482683E-DF45-4BA1-B60E-919AB3CEA91E}" dt="2025-12-10T20:47:23.014" v="3344" actId="478"/>
          <ac:spMkLst>
            <pc:docMk/>
            <pc:sldMk cId="2039500502" sldId="329"/>
            <ac:spMk id="2" creationId="{0171150C-C011-A8F8-D634-91DC5D3C602B}"/>
          </ac:spMkLst>
        </pc:spChg>
        <pc:spChg chg="del">
          <ac:chgData name="Franco Andrés Chiappe Donoso" userId="952ef6fb-7da9-433b-9cb5-ab1c1c91cce3" providerId="ADAL" clId="{D482683E-DF45-4BA1-B60E-919AB3CEA91E}" dt="2025-12-11T01:47:01.895" v="3847" actId="478"/>
          <ac:spMkLst>
            <pc:docMk/>
            <pc:sldMk cId="2039500502" sldId="329"/>
            <ac:spMk id="9" creationId="{48F0BFBB-65F5-8537-EDA1-537D5BB7DE98}"/>
          </ac:spMkLst>
        </pc:spChg>
        <pc:spChg chg="add del mod">
          <ac:chgData name="Franco Andrés Chiappe Donoso" userId="952ef6fb-7da9-433b-9cb5-ab1c1c91cce3" providerId="ADAL" clId="{D482683E-DF45-4BA1-B60E-919AB3CEA91E}" dt="2025-12-10T20:47:55.604" v="3350" actId="478"/>
          <ac:spMkLst>
            <pc:docMk/>
            <pc:sldMk cId="2039500502" sldId="329"/>
            <ac:spMk id="11" creationId="{F8F5E3E7-4D6C-9590-5484-B71415DAAC66}"/>
          </ac:spMkLst>
        </pc:spChg>
        <pc:spChg chg="add del mod">
          <ac:chgData name="Franco Andrés Chiappe Donoso" userId="952ef6fb-7da9-433b-9cb5-ab1c1c91cce3" providerId="ADAL" clId="{D482683E-DF45-4BA1-B60E-919AB3CEA91E}" dt="2025-12-10T20:48:27.093" v="3355"/>
          <ac:spMkLst>
            <pc:docMk/>
            <pc:sldMk cId="2039500502" sldId="329"/>
            <ac:spMk id="17" creationId="{6DD4AB2A-6667-90E6-0D20-EEEE1CAD9DC2}"/>
          </ac:spMkLst>
        </pc:spChg>
        <pc:spChg chg="add mod">
          <ac:chgData name="Franco Andrés Chiappe Donoso" userId="952ef6fb-7da9-433b-9cb5-ab1c1c91cce3" providerId="ADAL" clId="{D482683E-DF45-4BA1-B60E-919AB3CEA91E}" dt="2025-12-11T02:24:32.268" v="4338" actId="1076"/>
          <ac:spMkLst>
            <pc:docMk/>
            <pc:sldMk cId="2039500502" sldId="329"/>
            <ac:spMk id="22" creationId="{DAFA56B0-801D-1E20-C2D0-FEFBB38F0C54}"/>
          </ac:spMkLst>
        </pc:spChg>
        <pc:spChg chg="add del mod">
          <ac:chgData name="Franco Andrés Chiappe Donoso" userId="952ef6fb-7da9-433b-9cb5-ab1c1c91cce3" providerId="ADAL" clId="{D482683E-DF45-4BA1-B60E-919AB3CEA91E}" dt="2025-12-11T01:47:05.457" v="3848" actId="478"/>
          <ac:spMkLst>
            <pc:docMk/>
            <pc:sldMk cId="2039500502" sldId="329"/>
            <ac:spMk id="28" creationId="{E33AD308-3DC6-F884-BB58-B05BA9945DC0}"/>
          </ac:spMkLst>
        </pc:spChg>
        <pc:spChg chg="add mod">
          <ac:chgData name="Franco Andrés Chiappe Donoso" userId="952ef6fb-7da9-433b-9cb5-ab1c1c91cce3" providerId="ADAL" clId="{D482683E-DF45-4BA1-B60E-919AB3CEA91E}" dt="2025-12-11T01:57:31.187" v="3893" actId="242"/>
          <ac:spMkLst>
            <pc:docMk/>
            <pc:sldMk cId="2039500502" sldId="329"/>
            <ac:spMk id="29" creationId="{749A146E-5B6E-B378-243C-F78E1C09B5BF}"/>
          </ac:spMkLst>
        </pc:spChg>
        <pc:spChg chg="add del">
          <ac:chgData name="Franco Andrés Chiappe Donoso" userId="952ef6fb-7da9-433b-9cb5-ab1c1c91cce3" providerId="ADAL" clId="{D482683E-DF45-4BA1-B60E-919AB3CEA91E}" dt="2025-12-11T02:00:27.746" v="3911" actId="22"/>
          <ac:spMkLst>
            <pc:docMk/>
            <pc:sldMk cId="2039500502" sldId="329"/>
            <ac:spMk id="31" creationId="{BBAEA8F1-F7A4-250F-6FA0-857BA136AD7F}"/>
          </ac:spMkLst>
        </pc:spChg>
        <pc:spChg chg="add del mod">
          <ac:chgData name="Franco Andrés Chiappe Donoso" userId="952ef6fb-7da9-433b-9cb5-ab1c1c91cce3" providerId="ADAL" clId="{D482683E-DF45-4BA1-B60E-919AB3CEA91E}" dt="2025-12-11T02:00:54.392" v="3918" actId="478"/>
          <ac:spMkLst>
            <pc:docMk/>
            <pc:sldMk cId="2039500502" sldId="329"/>
            <ac:spMk id="33" creationId="{EB6E9ABE-879A-E9AF-D0A2-1D2EC2192E2E}"/>
          </ac:spMkLst>
        </pc:spChg>
        <pc:spChg chg="add mod">
          <ac:chgData name="Franco Andrés Chiappe Donoso" userId="952ef6fb-7da9-433b-9cb5-ab1c1c91cce3" providerId="ADAL" clId="{D482683E-DF45-4BA1-B60E-919AB3CEA91E}" dt="2025-12-11T02:29:49.148" v="4417"/>
          <ac:spMkLst>
            <pc:docMk/>
            <pc:sldMk cId="2039500502" sldId="329"/>
            <ac:spMk id="34" creationId="{C0B490CD-4E1E-27D4-0BCC-ACB378C69994}"/>
          </ac:spMkLst>
        </pc:spChg>
        <pc:spChg chg="add mod">
          <ac:chgData name="Franco Andrés Chiappe Donoso" userId="952ef6fb-7da9-433b-9cb5-ab1c1c91cce3" providerId="ADAL" clId="{D482683E-DF45-4BA1-B60E-919AB3CEA91E}" dt="2025-12-11T02:13:13.373" v="4039"/>
          <ac:spMkLst>
            <pc:docMk/>
            <pc:sldMk cId="2039500502" sldId="329"/>
            <ac:spMk id="35" creationId="{1981B1FD-B99A-D4B6-F799-35F88A7DA9A5}"/>
          </ac:spMkLst>
        </pc:spChg>
        <pc:picChg chg="mod">
          <ac:chgData name="Franco Andrés Chiappe Donoso" userId="952ef6fb-7da9-433b-9cb5-ab1c1c91cce3" providerId="ADAL" clId="{D482683E-DF45-4BA1-B60E-919AB3CEA91E}" dt="2025-12-10T20:20:46.601" v="3206" actId="1076"/>
          <ac:picMkLst>
            <pc:docMk/>
            <pc:sldMk cId="2039500502" sldId="329"/>
            <ac:picMk id="16" creationId="{78549E98-81CF-A8D7-A9A9-196A81EF9FD9}"/>
          </ac:picMkLst>
        </pc:picChg>
        <pc:picChg chg="del mod ord modCrop">
          <ac:chgData name="Franco Andrés Chiappe Donoso" userId="952ef6fb-7da9-433b-9cb5-ab1c1c91cce3" providerId="ADAL" clId="{D482683E-DF45-4BA1-B60E-919AB3CEA91E}" dt="2025-12-10T20:48:19.842" v="3351" actId="21"/>
          <ac:picMkLst>
            <pc:docMk/>
            <pc:sldMk cId="2039500502" sldId="329"/>
            <ac:picMk id="19" creationId="{9FEEF77E-E2C2-9249-4E5D-1DD222AEF2BB}"/>
          </ac:picMkLst>
        </pc:picChg>
        <pc:picChg chg="add del mod">
          <ac:chgData name="Franco Andrés Chiappe Donoso" userId="952ef6fb-7da9-433b-9cb5-ab1c1c91cce3" providerId="ADAL" clId="{D482683E-DF45-4BA1-B60E-919AB3CEA91E}" dt="2025-12-10T20:48:32.913" v="3356" actId="21"/>
          <ac:picMkLst>
            <pc:docMk/>
            <pc:sldMk cId="2039500502" sldId="329"/>
            <ac:picMk id="20" creationId="{9FEEF77E-E2C2-9249-4E5D-1DD222AEF2BB}"/>
          </ac:picMkLst>
        </pc:picChg>
        <pc:picChg chg="add del mod">
          <ac:chgData name="Franco Andrés Chiappe Donoso" userId="952ef6fb-7da9-433b-9cb5-ab1c1c91cce3" providerId="ADAL" clId="{D482683E-DF45-4BA1-B60E-919AB3CEA91E}" dt="2025-12-10T20:48:39.255" v="3360" actId="21"/>
          <ac:picMkLst>
            <pc:docMk/>
            <pc:sldMk cId="2039500502" sldId="329"/>
            <ac:picMk id="23" creationId="{9FEEF77E-E2C2-9249-4E5D-1DD222AEF2BB}"/>
          </ac:picMkLst>
        </pc:picChg>
        <pc:picChg chg="add del mod modCrop">
          <ac:chgData name="Franco Andrés Chiappe Donoso" userId="952ef6fb-7da9-433b-9cb5-ab1c1c91cce3" providerId="ADAL" clId="{D482683E-DF45-4BA1-B60E-919AB3CEA91E}" dt="2025-12-11T02:59:21.107" v="4591" actId="478"/>
          <ac:picMkLst>
            <pc:docMk/>
            <pc:sldMk cId="2039500502" sldId="329"/>
            <ac:picMk id="24" creationId="{9FEEF77E-E2C2-9249-4E5D-1DD222AEF2BB}"/>
          </ac:picMkLst>
        </pc:picChg>
        <pc:picChg chg="add mod">
          <ac:chgData name="Franco Andrés Chiappe Donoso" userId="952ef6fb-7da9-433b-9cb5-ab1c1c91cce3" providerId="ADAL" clId="{D482683E-DF45-4BA1-B60E-919AB3CEA91E}" dt="2025-12-10T20:52:54.726" v="3391" actId="167"/>
          <ac:picMkLst>
            <pc:docMk/>
            <pc:sldMk cId="2039500502" sldId="329"/>
            <ac:picMk id="25" creationId="{E2DF3DE5-8FDD-F1D1-63FC-E1880A7E8FA7}"/>
          </ac:picMkLst>
        </pc:picChg>
        <pc:picChg chg="add mod ord modCrop">
          <ac:chgData name="Franco Andrés Chiappe Donoso" userId="952ef6fb-7da9-433b-9cb5-ab1c1c91cce3" providerId="ADAL" clId="{D482683E-DF45-4BA1-B60E-919AB3CEA91E}" dt="2025-12-11T03:00:39.337" v="4607" actId="14100"/>
          <ac:picMkLst>
            <pc:docMk/>
            <pc:sldMk cId="2039500502" sldId="329"/>
            <ac:picMk id="37" creationId="{BF7C7657-04FB-5A1E-BC4B-C93EE0E8E6CC}"/>
          </ac:picMkLst>
        </pc:picChg>
      </pc:sldChg>
      <pc:sldChg chg="addSp delSp modSp new mod ord modClrScheme modAnim chgLayout">
        <pc:chgData name="Franco Andrés Chiappe Donoso" userId="952ef6fb-7da9-433b-9cb5-ab1c1c91cce3" providerId="ADAL" clId="{D482683E-DF45-4BA1-B60E-919AB3CEA91E}" dt="2025-12-11T02:45:10.856" v="4507"/>
        <pc:sldMkLst>
          <pc:docMk/>
          <pc:sldMk cId="1000644471" sldId="331"/>
        </pc:sldMkLst>
        <pc:spChg chg="del mod">
          <ac:chgData name="Franco Andrés Chiappe Donoso" userId="952ef6fb-7da9-433b-9cb5-ab1c1c91cce3" providerId="ADAL" clId="{D482683E-DF45-4BA1-B60E-919AB3CEA91E}" dt="2025-12-10T19:56:59.545" v="3039" actId="478"/>
          <ac:spMkLst>
            <pc:docMk/>
            <pc:sldMk cId="1000644471" sldId="331"/>
            <ac:spMk id="2" creationId="{A06880FC-E26C-7B9B-7CEB-10EFA9D60F7C}"/>
          </ac:spMkLst>
        </pc:spChg>
        <pc:spChg chg="del mod ord">
          <ac:chgData name="Franco Andrés Chiappe Donoso" userId="952ef6fb-7da9-433b-9cb5-ab1c1c91cce3" providerId="ADAL" clId="{D482683E-DF45-4BA1-B60E-919AB3CEA91E}" dt="2025-12-10T19:59:06.242" v="3044" actId="700"/>
          <ac:spMkLst>
            <pc:docMk/>
            <pc:sldMk cId="1000644471" sldId="331"/>
            <ac:spMk id="3" creationId="{9D9F0CF4-F40E-B464-2E85-3B5646B40BEA}"/>
          </ac:spMkLst>
        </pc:spChg>
        <pc:spChg chg="del">
          <ac:chgData name="Franco Andrés Chiappe Donoso" userId="952ef6fb-7da9-433b-9cb5-ab1c1c91cce3" providerId="ADAL" clId="{D482683E-DF45-4BA1-B60E-919AB3CEA91E}" dt="2025-12-10T19:59:06.242" v="3044" actId="700"/>
          <ac:spMkLst>
            <pc:docMk/>
            <pc:sldMk cId="1000644471" sldId="331"/>
            <ac:spMk id="4" creationId="{2AC61C80-AAAF-199F-3C79-38F98E6C88E9}"/>
          </ac:spMkLst>
        </pc:spChg>
        <pc:spChg chg="add del mod ord">
          <ac:chgData name="Franco Andrés Chiappe Donoso" userId="952ef6fb-7da9-433b-9cb5-ab1c1c91cce3" providerId="ADAL" clId="{D482683E-DF45-4BA1-B60E-919AB3CEA91E}" dt="2025-12-10T20:01:21.427" v="3062" actId="478"/>
          <ac:spMkLst>
            <pc:docMk/>
            <pc:sldMk cId="1000644471" sldId="331"/>
            <ac:spMk id="5" creationId="{0C175E43-7F78-4EFB-688A-EBC260C873BA}"/>
          </ac:spMkLst>
        </pc:spChg>
        <pc:spChg chg="add mod ord">
          <ac:chgData name="Franco Andrés Chiappe Donoso" userId="952ef6fb-7da9-433b-9cb5-ab1c1c91cce3" providerId="ADAL" clId="{D482683E-DF45-4BA1-B60E-919AB3CEA91E}" dt="2025-12-11T02:26:41.654" v="4354" actId="1076"/>
          <ac:spMkLst>
            <pc:docMk/>
            <pc:sldMk cId="1000644471" sldId="331"/>
            <ac:spMk id="6" creationId="{4CE505C4-ECFC-8695-8F9F-66E87B0C9CC2}"/>
          </ac:spMkLst>
        </pc:spChg>
        <pc:spChg chg="add del mod">
          <ac:chgData name="Franco Andrés Chiappe Donoso" userId="952ef6fb-7da9-433b-9cb5-ab1c1c91cce3" providerId="ADAL" clId="{D482683E-DF45-4BA1-B60E-919AB3CEA91E}" dt="2025-12-10T20:01:24.882" v="3063" actId="478"/>
          <ac:spMkLst>
            <pc:docMk/>
            <pc:sldMk cId="1000644471" sldId="331"/>
            <ac:spMk id="8" creationId="{0F17F460-7C55-9A7A-849E-235829B5C82A}"/>
          </ac:spMkLst>
        </pc:spChg>
        <pc:spChg chg="add mod ord">
          <ac:chgData name="Franco Andrés Chiappe Donoso" userId="952ef6fb-7da9-433b-9cb5-ab1c1c91cce3" providerId="ADAL" clId="{D482683E-DF45-4BA1-B60E-919AB3CEA91E}" dt="2025-12-11T02:45:10.856" v="4507"/>
          <ac:spMkLst>
            <pc:docMk/>
            <pc:sldMk cId="1000644471" sldId="331"/>
            <ac:spMk id="9" creationId="{9F42BBAC-E085-2470-C4C8-124F471CB428}"/>
          </ac:spMkLst>
        </pc:spChg>
        <pc:spChg chg="add del mod ord">
          <ac:chgData name="Franco Andrés Chiappe Donoso" userId="952ef6fb-7da9-433b-9cb5-ab1c1c91cce3" providerId="ADAL" clId="{D482683E-DF45-4BA1-B60E-919AB3CEA91E}" dt="2025-12-10T20:02:39.596" v="3081" actId="700"/>
          <ac:spMkLst>
            <pc:docMk/>
            <pc:sldMk cId="1000644471" sldId="331"/>
            <ac:spMk id="10" creationId="{2894366A-A917-F20E-A25C-6DCD9ACA190B}"/>
          </ac:spMkLst>
        </pc:spChg>
        <pc:spChg chg="add mod">
          <ac:chgData name="Franco Andrés Chiappe Donoso" userId="952ef6fb-7da9-433b-9cb5-ab1c1c91cce3" providerId="ADAL" clId="{D482683E-DF45-4BA1-B60E-919AB3CEA91E}" dt="2025-12-10T20:02:38.519" v="3079"/>
          <ac:spMkLst>
            <pc:docMk/>
            <pc:sldMk cId="1000644471" sldId="331"/>
            <ac:spMk id="11" creationId="{D2AF077C-1964-B883-B8E7-8FD7F3CD0225}"/>
          </ac:spMkLst>
        </pc:spChg>
        <pc:spChg chg="add mod">
          <ac:chgData name="Franco Andrés Chiappe Donoso" userId="952ef6fb-7da9-433b-9cb5-ab1c1c91cce3" providerId="ADAL" clId="{D482683E-DF45-4BA1-B60E-919AB3CEA91E}" dt="2025-12-11T01:45:10.103" v="3821"/>
          <ac:spMkLst>
            <pc:docMk/>
            <pc:sldMk cId="1000644471" sldId="331"/>
            <ac:spMk id="14" creationId="{E7EFA088-AE3D-FBAA-E4AC-3000C1A43F79}"/>
          </ac:spMkLst>
        </pc:spChg>
        <pc:spChg chg="add del mod">
          <ac:chgData name="Franco Andrés Chiappe Donoso" userId="952ef6fb-7da9-433b-9cb5-ab1c1c91cce3" providerId="ADAL" clId="{D482683E-DF45-4BA1-B60E-919AB3CEA91E}" dt="2025-12-11T01:45:18.697" v="3825" actId="478"/>
          <ac:spMkLst>
            <pc:docMk/>
            <pc:sldMk cId="1000644471" sldId="331"/>
            <ac:spMk id="15" creationId="{ECACC692-6601-84DD-FDB4-2A57A974B15B}"/>
          </ac:spMkLst>
        </pc:spChg>
        <pc:picChg chg="add mod">
          <ac:chgData name="Franco Andrés Chiappe Donoso" userId="952ef6fb-7da9-433b-9cb5-ab1c1c91cce3" providerId="ADAL" clId="{D482683E-DF45-4BA1-B60E-919AB3CEA91E}" dt="2025-12-10T20:53:37.606" v="3399" actId="167"/>
          <ac:picMkLst>
            <pc:docMk/>
            <pc:sldMk cId="1000644471" sldId="331"/>
            <ac:picMk id="12" creationId="{A0FF3000-71F8-BC0B-67B0-5171EC5655F3}"/>
          </ac:picMkLst>
        </pc:picChg>
      </pc:sldChg>
      <pc:sldChg chg="new del">
        <pc:chgData name="Franco Andrés Chiappe Donoso" userId="952ef6fb-7da9-433b-9cb5-ab1c1c91cce3" providerId="ADAL" clId="{D482683E-DF45-4BA1-B60E-919AB3CEA91E}" dt="2025-12-10T20:00:00.315" v="3055" actId="680"/>
        <pc:sldMkLst>
          <pc:docMk/>
          <pc:sldMk cId="957908029" sldId="332"/>
        </pc:sldMkLst>
      </pc:sldChg>
      <pc:sldChg chg="addSp delSp modSp new mod modClrScheme chgLayout">
        <pc:chgData name="Franco Andrés Chiappe Donoso" userId="952ef6fb-7da9-433b-9cb5-ab1c1c91cce3" providerId="ADAL" clId="{D482683E-DF45-4BA1-B60E-919AB3CEA91E}" dt="2025-12-11T02:52:55.272" v="4575" actId="20577"/>
        <pc:sldMkLst>
          <pc:docMk/>
          <pc:sldMk cId="3582953310" sldId="332"/>
        </pc:sldMkLst>
        <pc:spChg chg="del">
          <ac:chgData name="Franco Andrés Chiappe Donoso" userId="952ef6fb-7da9-433b-9cb5-ab1c1c91cce3" providerId="ADAL" clId="{D482683E-DF45-4BA1-B60E-919AB3CEA91E}" dt="2025-12-10T20:03:22.689" v="3085" actId="478"/>
          <ac:spMkLst>
            <pc:docMk/>
            <pc:sldMk cId="3582953310" sldId="332"/>
            <ac:spMk id="2" creationId="{7F7CB91C-D188-5508-7071-B8208DB8060E}"/>
          </ac:spMkLst>
        </pc:spChg>
        <pc:spChg chg="mod ord">
          <ac:chgData name="Franco Andrés Chiappe Donoso" userId="952ef6fb-7da9-433b-9cb5-ab1c1c91cce3" providerId="ADAL" clId="{D482683E-DF45-4BA1-B60E-919AB3CEA91E}" dt="2025-12-11T02:52:48.337" v="4572" actId="14100"/>
          <ac:spMkLst>
            <pc:docMk/>
            <pc:sldMk cId="3582953310" sldId="332"/>
            <ac:spMk id="3" creationId="{84868D2C-1BC5-E721-7271-2C96A0C1D7F3}"/>
          </ac:spMkLst>
        </pc:spChg>
        <pc:spChg chg="del mod ord">
          <ac:chgData name="Franco Andrés Chiappe Donoso" userId="952ef6fb-7da9-433b-9cb5-ab1c1c91cce3" providerId="ADAL" clId="{D482683E-DF45-4BA1-B60E-919AB3CEA91E}" dt="2025-12-10T20:04:24.274" v="3126" actId="478"/>
          <ac:spMkLst>
            <pc:docMk/>
            <pc:sldMk cId="3582953310" sldId="332"/>
            <ac:spMk id="4" creationId="{DFA026EF-3B88-D63B-5577-D5182D79AF39}"/>
          </ac:spMkLst>
        </pc:spChg>
        <pc:spChg chg="add del">
          <ac:chgData name="Franco Andrés Chiappe Donoso" userId="952ef6fb-7da9-433b-9cb5-ab1c1c91cce3" providerId="ADAL" clId="{D482683E-DF45-4BA1-B60E-919AB3CEA91E}" dt="2025-12-10T20:03:50.129" v="3121" actId="478"/>
          <ac:spMkLst>
            <pc:docMk/>
            <pc:sldMk cId="3582953310" sldId="332"/>
            <ac:spMk id="6" creationId="{46C328E9-3231-8721-8C67-176B863B2D80}"/>
          </ac:spMkLst>
        </pc:spChg>
        <pc:spChg chg="add mod ord">
          <ac:chgData name="Franco Andrés Chiappe Donoso" userId="952ef6fb-7da9-433b-9cb5-ab1c1c91cce3" providerId="ADAL" clId="{D482683E-DF45-4BA1-B60E-919AB3CEA91E}" dt="2025-12-11T02:51:13.684" v="4552" actId="700"/>
          <ac:spMkLst>
            <pc:docMk/>
            <pc:sldMk cId="3582953310" sldId="332"/>
            <ac:spMk id="7" creationId="{D967EF4F-CE36-A94A-D16A-BF55AA187C2B}"/>
          </ac:spMkLst>
        </pc:spChg>
        <pc:spChg chg="add mod">
          <ac:chgData name="Franco Andrés Chiappe Donoso" userId="952ef6fb-7da9-433b-9cb5-ab1c1c91cce3" providerId="ADAL" clId="{D482683E-DF45-4BA1-B60E-919AB3CEA91E}" dt="2025-12-11T01:45:21.699" v="3827"/>
          <ac:spMkLst>
            <pc:docMk/>
            <pc:sldMk cId="3582953310" sldId="332"/>
            <ac:spMk id="10" creationId="{FA0A8FDC-AAA5-ADB7-7B9F-0519EBEF5C75}"/>
          </ac:spMkLst>
        </pc:spChg>
        <pc:spChg chg="add del mod">
          <ac:chgData name="Franco Andrés Chiappe Donoso" userId="952ef6fb-7da9-433b-9cb5-ab1c1c91cce3" providerId="ADAL" clId="{D482683E-DF45-4BA1-B60E-919AB3CEA91E}" dt="2025-12-11T01:45:27.569" v="3831" actId="478"/>
          <ac:spMkLst>
            <pc:docMk/>
            <pc:sldMk cId="3582953310" sldId="332"/>
            <ac:spMk id="11" creationId="{167B3CA8-15FF-5F91-3A9B-D54DB0E9354E}"/>
          </ac:spMkLst>
        </pc:spChg>
        <pc:spChg chg="add mod">
          <ac:chgData name="Franco Andrés Chiappe Donoso" userId="952ef6fb-7da9-433b-9cb5-ab1c1c91cce3" providerId="ADAL" clId="{D482683E-DF45-4BA1-B60E-919AB3CEA91E}" dt="2025-12-11T02:52:55.272" v="4575" actId="20577"/>
          <ac:spMkLst>
            <pc:docMk/>
            <pc:sldMk cId="3582953310" sldId="332"/>
            <ac:spMk id="12" creationId="{DAE9B936-9ED9-798F-C575-F4E369D77F6C}"/>
          </ac:spMkLst>
        </pc:spChg>
        <pc:spChg chg="add del">
          <ac:chgData name="Franco Andrés Chiappe Donoso" userId="952ef6fb-7da9-433b-9cb5-ab1c1c91cce3" providerId="ADAL" clId="{D482683E-DF45-4BA1-B60E-919AB3CEA91E}" dt="2025-12-11T02:45:53.341" v="4509" actId="22"/>
          <ac:spMkLst>
            <pc:docMk/>
            <pc:sldMk cId="3582953310" sldId="332"/>
            <ac:spMk id="14" creationId="{57873490-65E4-0060-86F7-FB8369A564DC}"/>
          </ac:spMkLst>
        </pc:spChg>
        <pc:spChg chg="add mod ord">
          <ac:chgData name="Franco Andrés Chiappe Donoso" userId="952ef6fb-7da9-433b-9cb5-ab1c1c91cce3" providerId="ADAL" clId="{D482683E-DF45-4BA1-B60E-919AB3CEA91E}" dt="2025-12-11T02:52:49.174" v="4574" actId="14100"/>
          <ac:spMkLst>
            <pc:docMk/>
            <pc:sldMk cId="3582953310" sldId="332"/>
            <ac:spMk id="19" creationId="{EA56B894-07FF-83C8-62BE-3EAA07E90A84}"/>
          </ac:spMkLst>
        </pc:spChg>
        <pc:picChg chg="add mod">
          <ac:chgData name="Franco Andrés Chiappe Donoso" userId="952ef6fb-7da9-433b-9cb5-ab1c1c91cce3" providerId="ADAL" clId="{D482683E-DF45-4BA1-B60E-919AB3CEA91E}" dt="2025-12-10T20:53:40.891" v="3401" actId="167"/>
          <ac:picMkLst>
            <pc:docMk/>
            <pc:sldMk cId="3582953310" sldId="332"/>
            <ac:picMk id="8" creationId="{377BF7DA-1133-AD34-F5F2-5E9779855BCB}"/>
          </ac:picMkLst>
        </pc:picChg>
        <pc:picChg chg="add del mod ord modCrop">
          <ac:chgData name="Franco Andrés Chiappe Donoso" userId="952ef6fb-7da9-433b-9cb5-ab1c1c91cce3" providerId="ADAL" clId="{D482683E-DF45-4BA1-B60E-919AB3CEA91E}" dt="2025-12-11T02:50:50.091" v="4542" actId="478"/>
          <ac:picMkLst>
            <pc:docMk/>
            <pc:sldMk cId="3582953310" sldId="332"/>
            <ac:picMk id="16" creationId="{4F86D81D-D223-734F-9B7C-487F52801279}"/>
          </ac:picMkLst>
        </pc:picChg>
        <pc:picChg chg="add mod modCrop">
          <ac:chgData name="Franco Andrés Chiappe Donoso" userId="952ef6fb-7da9-433b-9cb5-ab1c1c91cce3" providerId="ADAL" clId="{D482683E-DF45-4BA1-B60E-919AB3CEA91E}" dt="2025-12-11T02:52:48.644" v="4573" actId="1076"/>
          <ac:picMkLst>
            <pc:docMk/>
            <pc:sldMk cId="3582953310" sldId="332"/>
            <ac:picMk id="18" creationId="{A0470E31-C18B-79DE-36FF-DAD76582E8EB}"/>
          </ac:picMkLst>
        </pc:picChg>
      </pc:sldChg>
      <pc:sldChg chg="addSp delSp modSp new mod setBg modClrScheme chgLayout">
        <pc:chgData name="Franco Andrés Chiappe Donoso" userId="952ef6fb-7da9-433b-9cb5-ab1c1c91cce3" providerId="ADAL" clId="{D482683E-DF45-4BA1-B60E-919AB3CEA91E}" dt="2025-12-11T02:25:34.658" v="4344" actId="1076"/>
        <pc:sldMkLst>
          <pc:docMk/>
          <pc:sldMk cId="2095244554" sldId="333"/>
        </pc:sldMkLst>
        <pc:spChg chg="del mod ord">
          <ac:chgData name="Franco Andrés Chiappe Donoso" userId="952ef6fb-7da9-433b-9cb5-ab1c1c91cce3" providerId="ADAL" clId="{D482683E-DF45-4BA1-B60E-919AB3CEA91E}" dt="2025-12-10T20:13:33.514" v="3176" actId="700"/>
          <ac:spMkLst>
            <pc:docMk/>
            <pc:sldMk cId="2095244554" sldId="333"/>
            <ac:spMk id="2" creationId="{A1087F20-FD22-16E3-9A27-E48FF47B56C1}"/>
          </ac:spMkLst>
        </pc:spChg>
        <pc:spChg chg="del mod ord">
          <ac:chgData name="Franco Andrés Chiappe Donoso" userId="952ef6fb-7da9-433b-9cb5-ab1c1c91cce3" providerId="ADAL" clId="{D482683E-DF45-4BA1-B60E-919AB3CEA91E}" dt="2025-12-10T20:13:33.514" v="3176" actId="700"/>
          <ac:spMkLst>
            <pc:docMk/>
            <pc:sldMk cId="2095244554" sldId="333"/>
            <ac:spMk id="3" creationId="{A75BD1DB-6EEE-68E5-BE34-3E97D43409D8}"/>
          </ac:spMkLst>
        </pc:spChg>
        <pc:spChg chg="del">
          <ac:chgData name="Franco Andrés Chiappe Donoso" userId="952ef6fb-7da9-433b-9cb5-ab1c1c91cce3" providerId="ADAL" clId="{D482683E-DF45-4BA1-B60E-919AB3CEA91E}" dt="2025-12-10T20:13:33.514" v="3176" actId="700"/>
          <ac:spMkLst>
            <pc:docMk/>
            <pc:sldMk cId="2095244554" sldId="333"/>
            <ac:spMk id="4" creationId="{389528AF-55BD-EC05-4444-7453DABE6873}"/>
          </ac:spMkLst>
        </pc:spChg>
        <pc:spChg chg="add del mod ord">
          <ac:chgData name="Franco Andrés Chiappe Donoso" userId="952ef6fb-7da9-433b-9cb5-ab1c1c91cce3" providerId="ADAL" clId="{D482683E-DF45-4BA1-B60E-919AB3CEA91E}" dt="2025-12-11T01:57:41.711" v="3894" actId="242"/>
          <ac:spMkLst>
            <pc:docMk/>
            <pc:sldMk cId="2095244554" sldId="333"/>
            <ac:spMk id="5" creationId="{83B8DE8A-4136-8BAF-7D50-1D0F32844D47}"/>
          </ac:spMkLst>
        </pc:spChg>
        <pc:spChg chg="add mod ord">
          <ac:chgData name="Franco Andrés Chiappe Donoso" userId="952ef6fb-7da9-433b-9cb5-ab1c1c91cce3" providerId="ADAL" clId="{D482683E-DF45-4BA1-B60E-919AB3CEA91E}" dt="2025-12-11T02:25:34.658" v="4344" actId="1076"/>
          <ac:spMkLst>
            <pc:docMk/>
            <pc:sldMk cId="2095244554" sldId="333"/>
            <ac:spMk id="6" creationId="{D90F3FC2-6F1A-A977-9186-D984D4722EFD}"/>
          </ac:spMkLst>
        </pc:spChg>
        <pc:spChg chg="add del mod ord">
          <ac:chgData name="Franco Andrés Chiappe Donoso" userId="952ef6fb-7da9-433b-9cb5-ab1c1c91cce3" providerId="ADAL" clId="{D482683E-DF45-4BA1-B60E-919AB3CEA91E}" dt="2025-12-10T20:18:29.736" v="3195" actId="700"/>
          <ac:spMkLst>
            <pc:docMk/>
            <pc:sldMk cId="2095244554" sldId="333"/>
            <ac:spMk id="7" creationId="{C439D8CE-626A-3A01-7C61-3EFB564E38D0}"/>
          </ac:spMkLst>
        </pc:spChg>
        <pc:spChg chg="add del mod">
          <ac:chgData name="Franco Andrés Chiappe Donoso" userId="952ef6fb-7da9-433b-9cb5-ab1c1c91cce3" providerId="ADAL" clId="{D482683E-DF45-4BA1-B60E-919AB3CEA91E}" dt="2025-12-11T01:43:44.059" v="3795" actId="478"/>
          <ac:spMkLst>
            <pc:docMk/>
            <pc:sldMk cId="2095244554" sldId="333"/>
            <ac:spMk id="12" creationId="{66DDBBB1-1373-30A2-FA8A-43D9EADFDC1A}"/>
          </ac:spMkLst>
        </pc:spChg>
        <pc:spChg chg="add del">
          <ac:chgData name="Franco Andrés Chiappe Donoso" userId="952ef6fb-7da9-433b-9cb5-ab1c1c91cce3" providerId="ADAL" clId="{D482683E-DF45-4BA1-B60E-919AB3CEA91E}" dt="2025-12-10T20:41:42.322" v="3317" actId="26606"/>
          <ac:spMkLst>
            <pc:docMk/>
            <pc:sldMk cId="2095244554" sldId="333"/>
            <ac:spMk id="14" creationId="{48E96387-12F1-45E4-9322-ABBF2EE040E9}"/>
          </ac:spMkLst>
        </pc:spChg>
        <pc:spChg chg="add del mod">
          <ac:chgData name="Franco Andrés Chiappe Donoso" userId="952ef6fb-7da9-433b-9cb5-ab1c1c91cce3" providerId="ADAL" clId="{D482683E-DF45-4BA1-B60E-919AB3CEA91E}" dt="2025-12-11T01:48:40.499" v="3859" actId="478"/>
          <ac:spMkLst>
            <pc:docMk/>
            <pc:sldMk cId="2095244554" sldId="333"/>
            <ac:spMk id="15" creationId="{125907CD-B507-E925-AAD2-FDB085725F34}"/>
          </ac:spMkLst>
        </pc:spChg>
        <pc:spChg chg="add del">
          <ac:chgData name="Franco Andrés Chiappe Donoso" userId="952ef6fb-7da9-433b-9cb5-ab1c1c91cce3" providerId="ADAL" clId="{D482683E-DF45-4BA1-B60E-919AB3CEA91E}" dt="2025-12-10T20:41:42.322" v="3317" actId="26606"/>
          <ac:spMkLst>
            <pc:docMk/>
            <pc:sldMk cId="2095244554" sldId="333"/>
            <ac:spMk id="16" creationId="{A9F421DD-DE4E-4547-A904-3F80E25E3F35}"/>
          </ac:spMkLst>
        </pc:spChg>
        <pc:spChg chg="add mod">
          <ac:chgData name="Franco Andrés Chiappe Donoso" userId="952ef6fb-7da9-433b-9cb5-ab1c1c91cce3" providerId="ADAL" clId="{D482683E-DF45-4BA1-B60E-919AB3CEA91E}" dt="2025-12-11T01:48:27.230" v="3857"/>
          <ac:spMkLst>
            <pc:docMk/>
            <pc:sldMk cId="2095244554" sldId="333"/>
            <ac:spMk id="17" creationId="{951D5B5E-CDC6-34A7-6511-BFE3C47F1752}"/>
          </ac:spMkLst>
        </pc:spChg>
        <pc:spChg chg="add del">
          <ac:chgData name="Franco Andrés Chiappe Donoso" userId="952ef6fb-7da9-433b-9cb5-ab1c1c91cce3" providerId="ADAL" clId="{D482683E-DF45-4BA1-B60E-919AB3CEA91E}" dt="2025-12-10T20:41:42.322" v="3317" actId="26606"/>
          <ac:spMkLst>
            <pc:docMk/>
            <pc:sldMk cId="2095244554" sldId="333"/>
            <ac:spMk id="18" creationId="{09985DEC-1215-4209-9708-B45CC977402E}"/>
          </ac:spMkLst>
        </pc:spChg>
        <pc:spChg chg="add mod">
          <ac:chgData name="Franco Andrés Chiappe Donoso" userId="952ef6fb-7da9-433b-9cb5-ab1c1c91cce3" providerId="ADAL" clId="{D482683E-DF45-4BA1-B60E-919AB3CEA91E}" dt="2025-12-11T02:13:21.021" v="4041"/>
          <ac:spMkLst>
            <pc:docMk/>
            <pc:sldMk cId="2095244554" sldId="333"/>
            <ac:spMk id="19" creationId="{1018A464-18A9-770B-A868-F4FA9D3D890A}"/>
          </ac:spMkLst>
        </pc:spChg>
        <pc:spChg chg="add del">
          <ac:chgData name="Franco Andrés Chiappe Donoso" userId="952ef6fb-7da9-433b-9cb5-ab1c1c91cce3" providerId="ADAL" clId="{D482683E-DF45-4BA1-B60E-919AB3CEA91E}" dt="2025-12-10T20:41:42.322" v="3317" actId="26606"/>
          <ac:spMkLst>
            <pc:docMk/>
            <pc:sldMk cId="2095244554" sldId="333"/>
            <ac:spMk id="20" creationId="{A926A64B-3BCB-44CC-892E-C791C324B7F0}"/>
          </ac:spMkLst>
        </pc:spChg>
        <pc:spChg chg="add del mod">
          <ac:chgData name="Franco Andrés Chiappe Donoso" userId="952ef6fb-7da9-433b-9cb5-ab1c1c91cce3" providerId="ADAL" clId="{D482683E-DF45-4BA1-B60E-919AB3CEA91E}" dt="2025-12-11T02:16:08.420" v="4069" actId="21"/>
          <ac:spMkLst>
            <pc:docMk/>
            <pc:sldMk cId="2095244554" sldId="333"/>
            <ac:spMk id="21" creationId="{821167CC-98FE-196D-C3BE-48855CA93055}"/>
          </ac:spMkLst>
        </pc:spChg>
        <pc:spChg chg="add del">
          <ac:chgData name="Franco Andrés Chiappe Donoso" userId="952ef6fb-7da9-433b-9cb5-ab1c1c91cce3" providerId="ADAL" clId="{D482683E-DF45-4BA1-B60E-919AB3CEA91E}" dt="2025-12-10T20:41:42.322" v="3317" actId="26606"/>
          <ac:spMkLst>
            <pc:docMk/>
            <pc:sldMk cId="2095244554" sldId="333"/>
            <ac:spMk id="22" creationId="{3FE9758B-E361-4084-8D9F-729FA6C4AD7E}"/>
          </ac:spMkLst>
        </pc:spChg>
        <pc:spChg chg="add del mod">
          <ac:chgData name="Franco Andrés Chiappe Donoso" userId="952ef6fb-7da9-433b-9cb5-ab1c1c91cce3" providerId="ADAL" clId="{D482683E-DF45-4BA1-B60E-919AB3CEA91E}" dt="2025-12-11T02:16:24.988" v="4075" actId="21"/>
          <ac:spMkLst>
            <pc:docMk/>
            <pc:sldMk cId="2095244554" sldId="333"/>
            <ac:spMk id="23" creationId="{821167CC-98FE-196D-C3BE-48855CA93055}"/>
          </ac:spMkLst>
        </pc:spChg>
        <pc:spChg chg="add mod">
          <ac:chgData name="Franco Andrés Chiappe Donoso" userId="952ef6fb-7da9-433b-9cb5-ab1c1c91cce3" providerId="ADAL" clId="{D482683E-DF45-4BA1-B60E-919AB3CEA91E}" dt="2025-12-11T02:16:26.128" v="4076"/>
          <ac:spMkLst>
            <pc:docMk/>
            <pc:sldMk cId="2095244554" sldId="333"/>
            <ac:spMk id="24" creationId="{821167CC-98FE-196D-C3BE-48855CA93055}"/>
          </ac:spMkLst>
        </pc:spChg>
        <pc:spChg chg="add mod">
          <ac:chgData name="Franco Andrés Chiappe Donoso" userId="952ef6fb-7da9-433b-9cb5-ab1c1c91cce3" providerId="ADAL" clId="{D482683E-DF45-4BA1-B60E-919AB3CEA91E}" dt="2025-12-11T02:17:15.567" v="4088"/>
          <ac:spMkLst>
            <pc:docMk/>
            <pc:sldMk cId="2095244554" sldId="333"/>
            <ac:spMk id="25" creationId="{B4262A3B-2099-7790-7618-349A7169F717}"/>
          </ac:spMkLst>
        </pc:spChg>
        <pc:picChg chg="add del mod modCrop">
          <ac:chgData name="Franco Andrés Chiappe Donoso" userId="952ef6fb-7da9-433b-9cb5-ab1c1c91cce3" providerId="ADAL" clId="{D482683E-DF45-4BA1-B60E-919AB3CEA91E}" dt="2025-12-10T21:58:08.544" v="3436" actId="1076"/>
          <ac:picMkLst>
            <pc:docMk/>
            <pc:sldMk cId="2095244554" sldId="333"/>
            <ac:picMk id="9" creationId="{6CCCA209-F167-5933-8111-B0B2B2208359}"/>
          </ac:picMkLst>
        </pc:picChg>
        <pc:picChg chg="add mod">
          <ac:chgData name="Franco Andrés Chiappe Donoso" userId="952ef6fb-7da9-433b-9cb5-ab1c1c91cce3" providerId="ADAL" clId="{D482683E-DF45-4BA1-B60E-919AB3CEA91E}" dt="2025-12-10T20:53:01.463" v="3393" actId="167"/>
          <ac:picMkLst>
            <pc:docMk/>
            <pc:sldMk cId="2095244554" sldId="333"/>
            <ac:picMk id="10" creationId="{7708DEA6-ADD4-4C69-C8D0-ED35D9ACBD59}"/>
          </ac:picMkLst>
        </pc:picChg>
      </pc:sldChg>
      <pc:sldChg chg="addSp delSp modSp new mod modAnim">
        <pc:chgData name="Franco Andrés Chiappe Donoso" userId="952ef6fb-7da9-433b-9cb5-ab1c1c91cce3" providerId="ADAL" clId="{D482683E-DF45-4BA1-B60E-919AB3CEA91E}" dt="2025-12-11T02:25:58.268" v="4346" actId="14100"/>
        <pc:sldMkLst>
          <pc:docMk/>
          <pc:sldMk cId="889941017" sldId="334"/>
        </pc:sldMkLst>
        <pc:spChg chg="mod">
          <ac:chgData name="Franco Andrés Chiappe Donoso" userId="952ef6fb-7da9-433b-9cb5-ab1c1c91cce3" providerId="ADAL" clId="{D482683E-DF45-4BA1-B60E-919AB3CEA91E}" dt="2025-12-11T01:57:48.105" v="3895"/>
          <ac:spMkLst>
            <pc:docMk/>
            <pc:sldMk cId="889941017" sldId="334"/>
            <ac:spMk id="2" creationId="{10E1FFCB-F543-0C3F-FF84-47811225C27B}"/>
          </ac:spMkLst>
        </pc:spChg>
        <pc:spChg chg="mod">
          <ac:chgData name="Franco Andrés Chiappe Donoso" userId="952ef6fb-7da9-433b-9cb5-ab1c1c91cce3" providerId="ADAL" clId="{D482683E-DF45-4BA1-B60E-919AB3CEA91E}" dt="2025-12-11T02:25:58.268" v="4346" actId="14100"/>
          <ac:spMkLst>
            <pc:docMk/>
            <pc:sldMk cId="889941017" sldId="334"/>
            <ac:spMk id="3" creationId="{964623A1-18A7-2BA2-B930-C079B2BDF8E4}"/>
          </ac:spMkLst>
        </pc:spChg>
        <pc:spChg chg="add del mod">
          <ac:chgData name="Franco Andrés Chiappe Donoso" userId="952ef6fb-7da9-433b-9cb5-ab1c1c91cce3" providerId="ADAL" clId="{D482683E-DF45-4BA1-B60E-919AB3CEA91E}" dt="2025-12-11T01:43:51.620" v="3798" actId="478"/>
          <ac:spMkLst>
            <pc:docMk/>
            <pc:sldMk cId="889941017" sldId="334"/>
            <ac:spMk id="6" creationId="{38C2D3EC-4539-481E-70ED-073C75502A40}"/>
          </ac:spMkLst>
        </pc:spChg>
        <pc:spChg chg="add mod">
          <ac:chgData name="Franco Andrés Chiappe Donoso" userId="952ef6fb-7da9-433b-9cb5-ab1c1c91cce3" providerId="ADAL" clId="{D482683E-DF45-4BA1-B60E-919AB3CEA91E}" dt="2025-12-11T01:44:12.179" v="3808"/>
          <ac:spMkLst>
            <pc:docMk/>
            <pc:sldMk cId="889941017" sldId="334"/>
            <ac:spMk id="7" creationId="{328E73C9-C813-203D-1377-E35704A626D3}"/>
          </ac:spMkLst>
        </pc:spChg>
        <pc:spChg chg="add del mod">
          <ac:chgData name="Franco Andrés Chiappe Donoso" userId="952ef6fb-7da9-433b-9cb5-ab1c1c91cce3" providerId="ADAL" clId="{D482683E-DF45-4BA1-B60E-919AB3CEA91E}" dt="2025-12-11T02:16:34.218" v="4079" actId="21"/>
          <ac:spMkLst>
            <pc:docMk/>
            <pc:sldMk cId="889941017" sldId="334"/>
            <ac:spMk id="8" creationId="{6B2E35D1-31C4-19F7-725F-B8C768E05556}"/>
          </ac:spMkLst>
        </pc:spChg>
        <pc:spChg chg="add mod">
          <ac:chgData name="Franco Andrés Chiappe Donoso" userId="952ef6fb-7da9-433b-9cb5-ab1c1c91cce3" providerId="ADAL" clId="{D482683E-DF45-4BA1-B60E-919AB3CEA91E}" dt="2025-12-11T02:16:34.639" v="4080"/>
          <ac:spMkLst>
            <pc:docMk/>
            <pc:sldMk cId="889941017" sldId="334"/>
            <ac:spMk id="9" creationId="{6B2E35D1-31C4-19F7-725F-B8C768E05556}"/>
          </ac:spMkLst>
        </pc:spChg>
        <pc:spChg chg="add mod">
          <ac:chgData name="Franco Andrés Chiappe Donoso" userId="952ef6fb-7da9-433b-9cb5-ab1c1c91cce3" providerId="ADAL" clId="{D482683E-DF45-4BA1-B60E-919AB3CEA91E}" dt="2025-12-11T02:17:00.703" v="4087"/>
          <ac:spMkLst>
            <pc:docMk/>
            <pc:sldMk cId="889941017" sldId="334"/>
            <ac:spMk id="10" creationId="{F814DBFB-A4BD-3A23-D059-41E2CA1ECE83}"/>
          </ac:spMkLst>
        </pc:spChg>
        <pc:spChg chg="add del mod">
          <ac:chgData name="Franco Andrés Chiappe Donoso" userId="952ef6fb-7da9-433b-9cb5-ab1c1c91cce3" providerId="ADAL" clId="{D482683E-DF45-4BA1-B60E-919AB3CEA91E}" dt="2025-12-11T02:16:15.334" v="4072" actId="21"/>
          <ac:spMkLst>
            <pc:docMk/>
            <pc:sldMk cId="889941017" sldId="334"/>
            <ac:spMk id="21" creationId="{821167CC-98FE-196D-C3BE-48855CA93055}"/>
          </ac:spMkLst>
        </pc:spChg>
        <pc:picChg chg="add mod">
          <ac:chgData name="Franco Andrés Chiappe Donoso" userId="952ef6fb-7da9-433b-9cb5-ab1c1c91cce3" providerId="ADAL" clId="{D482683E-DF45-4BA1-B60E-919AB3CEA91E}" dt="2025-12-10T20:53:06.455" v="3395" actId="167"/>
          <ac:picMkLst>
            <pc:docMk/>
            <pc:sldMk cId="889941017" sldId="334"/>
            <ac:picMk id="4" creationId="{54DC2536-B0F6-76BC-AD54-AEB63A01302C}"/>
          </ac:picMkLst>
        </pc:picChg>
      </pc:sldChg>
      <pc:sldChg chg="addSp delSp modSp new mod modAnim modNotesTx">
        <pc:chgData name="Franco Andrés Chiappe Donoso" userId="952ef6fb-7da9-433b-9cb5-ab1c1c91cce3" providerId="ADAL" clId="{D482683E-DF45-4BA1-B60E-919AB3CEA91E}" dt="2025-12-11T02:26:08.109" v="4348" actId="1076"/>
        <pc:sldMkLst>
          <pc:docMk/>
          <pc:sldMk cId="1795995111" sldId="335"/>
        </pc:sldMkLst>
        <pc:spChg chg="mod">
          <ac:chgData name="Franco Andrés Chiappe Donoso" userId="952ef6fb-7da9-433b-9cb5-ab1c1c91cce3" providerId="ADAL" clId="{D482683E-DF45-4BA1-B60E-919AB3CEA91E}" dt="2025-12-11T01:57:50.985" v="3896" actId="242"/>
          <ac:spMkLst>
            <pc:docMk/>
            <pc:sldMk cId="1795995111" sldId="335"/>
            <ac:spMk id="2" creationId="{B6E7D416-B6D2-7F73-92BB-7A95810DC013}"/>
          </ac:spMkLst>
        </pc:spChg>
        <pc:spChg chg="mod">
          <ac:chgData name="Franco Andrés Chiappe Donoso" userId="952ef6fb-7da9-433b-9cb5-ab1c1c91cce3" providerId="ADAL" clId="{D482683E-DF45-4BA1-B60E-919AB3CEA91E}" dt="2025-12-11T02:26:08.109" v="4348" actId="1076"/>
          <ac:spMkLst>
            <pc:docMk/>
            <pc:sldMk cId="1795995111" sldId="335"/>
            <ac:spMk id="3" creationId="{D572F1A6-F52C-ACB8-6F9D-08ADD7B31E09}"/>
          </ac:spMkLst>
        </pc:spChg>
        <pc:spChg chg="add del mod">
          <ac:chgData name="Franco Andrés Chiappe Donoso" userId="952ef6fb-7da9-433b-9cb5-ab1c1c91cce3" providerId="ADAL" clId="{D482683E-DF45-4BA1-B60E-919AB3CEA91E}" dt="2025-12-11T01:43:25.089" v="3792" actId="478"/>
          <ac:spMkLst>
            <pc:docMk/>
            <pc:sldMk cId="1795995111" sldId="335"/>
            <ac:spMk id="6" creationId="{D18B0310-9023-FE28-C5E8-14302ADD981E}"/>
          </ac:spMkLst>
        </pc:spChg>
        <pc:spChg chg="add mod">
          <ac:chgData name="Franco Andrés Chiappe Donoso" userId="952ef6fb-7da9-433b-9cb5-ab1c1c91cce3" providerId="ADAL" clId="{D482683E-DF45-4BA1-B60E-919AB3CEA91E}" dt="2025-12-11T01:43:54.438" v="3800"/>
          <ac:spMkLst>
            <pc:docMk/>
            <pc:sldMk cId="1795995111" sldId="335"/>
            <ac:spMk id="7" creationId="{10DCD55E-70EB-2350-C697-F3883CEA69AC}"/>
          </ac:spMkLst>
        </pc:spChg>
        <pc:spChg chg="add mod">
          <ac:chgData name="Franco Andrés Chiappe Donoso" userId="952ef6fb-7da9-433b-9cb5-ab1c1c91cce3" providerId="ADAL" clId="{D482683E-DF45-4BA1-B60E-919AB3CEA91E}" dt="2025-12-11T01:44:06.054" v="3804"/>
          <ac:spMkLst>
            <pc:docMk/>
            <pc:sldMk cId="1795995111" sldId="335"/>
            <ac:spMk id="8" creationId="{0130386E-7622-C3E2-235B-FEBCCC423730}"/>
          </ac:spMkLst>
        </pc:spChg>
        <pc:spChg chg="add mod">
          <ac:chgData name="Franco Andrés Chiappe Donoso" userId="952ef6fb-7da9-433b-9cb5-ab1c1c91cce3" providerId="ADAL" clId="{D482683E-DF45-4BA1-B60E-919AB3CEA91E}" dt="2025-12-11T01:44:07.696" v="3806"/>
          <ac:spMkLst>
            <pc:docMk/>
            <pc:sldMk cId="1795995111" sldId="335"/>
            <ac:spMk id="9" creationId="{5CE9FAB7-F932-DA19-1726-997A4CD83029}"/>
          </ac:spMkLst>
        </pc:spChg>
        <pc:spChg chg="add mod">
          <ac:chgData name="Franco Andrés Chiappe Donoso" userId="952ef6fb-7da9-433b-9cb5-ab1c1c91cce3" providerId="ADAL" clId="{D482683E-DF45-4BA1-B60E-919AB3CEA91E}" dt="2025-12-11T01:44:13.537" v="3810"/>
          <ac:spMkLst>
            <pc:docMk/>
            <pc:sldMk cId="1795995111" sldId="335"/>
            <ac:spMk id="10" creationId="{22B14040-C1A2-90B7-C088-9996C519995A}"/>
          </ac:spMkLst>
        </pc:spChg>
        <pc:spChg chg="add del mod">
          <ac:chgData name="Franco Andrés Chiappe Donoso" userId="952ef6fb-7da9-433b-9cb5-ab1c1c91cce3" providerId="ADAL" clId="{D482683E-DF45-4BA1-B60E-919AB3CEA91E}" dt="2025-12-11T02:16:57.383" v="4085" actId="21"/>
          <ac:spMkLst>
            <pc:docMk/>
            <pc:sldMk cId="1795995111" sldId="335"/>
            <ac:spMk id="11" creationId="{F28C7EA2-E5F6-F064-4E97-A9A93C4C1B53}"/>
          </ac:spMkLst>
        </pc:spChg>
        <pc:spChg chg="add mod">
          <ac:chgData name="Franco Andrés Chiappe Donoso" userId="952ef6fb-7da9-433b-9cb5-ab1c1c91cce3" providerId="ADAL" clId="{D482683E-DF45-4BA1-B60E-919AB3CEA91E}" dt="2025-12-11T02:16:58.946" v="4086"/>
          <ac:spMkLst>
            <pc:docMk/>
            <pc:sldMk cId="1795995111" sldId="335"/>
            <ac:spMk id="12" creationId="{F28C7EA2-E5F6-F064-4E97-A9A93C4C1B53}"/>
          </ac:spMkLst>
        </pc:spChg>
        <pc:picChg chg="add mod">
          <ac:chgData name="Franco Andrés Chiappe Donoso" userId="952ef6fb-7da9-433b-9cb5-ab1c1c91cce3" providerId="ADAL" clId="{D482683E-DF45-4BA1-B60E-919AB3CEA91E}" dt="2025-12-10T20:53:13.039" v="3397" actId="167"/>
          <ac:picMkLst>
            <pc:docMk/>
            <pc:sldMk cId="1795995111" sldId="335"/>
            <ac:picMk id="4" creationId="{AEE0D2BC-A09A-9575-7953-C3C31EC0DE2D}"/>
          </ac:picMkLst>
        </pc:picChg>
      </pc:sldChg>
      <pc:sldChg chg="addSp delSp modSp new del mod modClrScheme chgLayout">
        <pc:chgData name="Franco Andrés Chiappe Donoso" userId="952ef6fb-7da9-433b-9cb5-ab1c1c91cce3" providerId="ADAL" clId="{D482683E-DF45-4BA1-B60E-919AB3CEA91E}" dt="2025-12-11T01:40:02.837" v="3773" actId="47"/>
        <pc:sldMkLst>
          <pc:docMk/>
          <pc:sldMk cId="3762350293" sldId="336"/>
        </pc:sldMkLst>
        <pc:spChg chg="del mod">
          <ac:chgData name="Franco Andrés Chiappe Donoso" userId="952ef6fb-7da9-433b-9cb5-ab1c1c91cce3" providerId="ADAL" clId="{D482683E-DF45-4BA1-B60E-919AB3CEA91E}" dt="2025-12-11T01:35:02.654" v="3671" actId="478"/>
          <ac:spMkLst>
            <pc:docMk/>
            <pc:sldMk cId="3762350293" sldId="336"/>
            <ac:spMk id="2" creationId="{9FB8C718-6FC4-9FF8-132A-50CBCD0342FA}"/>
          </ac:spMkLst>
        </pc:spChg>
        <pc:spChg chg="del mod ord">
          <ac:chgData name="Franco Andrés Chiappe Donoso" userId="952ef6fb-7da9-433b-9cb5-ab1c1c91cce3" providerId="ADAL" clId="{D482683E-DF45-4BA1-B60E-919AB3CEA91E}" dt="2025-12-11T01:35:53.656" v="3681" actId="700"/>
          <ac:spMkLst>
            <pc:docMk/>
            <pc:sldMk cId="3762350293" sldId="336"/>
            <ac:spMk id="3" creationId="{1073A812-AD03-344E-E8A1-8C4466061451}"/>
          </ac:spMkLst>
        </pc:spChg>
        <pc:spChg chg="add del mod">
          <ac:chgData name="Franco Andrés Chiappe Donoso" userId="952ef6fb-7da9-433b-9cb5-ab1c1c91cce3" providerId="ADAL" clId="{D482683E-DF45-4BA1-B60E-919AB3CEA91E}" dt="2025-12-11T01:35:05.573" v="3672" actId="478"/>
          <ac:spMkLst>
            <pc:docMk/>
            <pc:sldMk cId="3762350293" sldId="336"/>
            <ac:spMk id="13" creationId="{02F4FBEE-6D2E-4529-2DD0-1D269617F687}"/>
          </ac:spMkLst>
        </pc:spChg>
        <pc:spChg chg="add mod ord">
          <ac:chgData name="Franco Andrés Chiappe Donoso" userId="952ef6fb-7da9-433b-9cb5-ab1c1c91cce3" providerId="ADAL" clId="{D482683E-DF45-4BA1-B60E-919AB3CEA91E}" dt="2025-12-11T01:35:53.656" v="3681" actId="700"/>
          <ac:spMkLst>
            <pc:docMk/>
            <pc:sldMk cId="3762350293" sldId="336"/>
            <ac:spMk id="14" creationId="{711F29C9-0AED-ACFD-C3CF-62F87E28C137}"/>
          </ac:spMkLst>
        </pc:spChg>
        <pc:spChg chg="add mod ord">
          <ac:chgData name="Franco Andrés Chiappe Donoso" userId="952ef6fb-7da9-433b-9cb5-ab1c1c91cce3" providerId="ADAL" clId="{D482683E-DF45-4BA1-B60E-919AB3CEA91E}" dt="2025-12-11T01:38:42.094" v="3757" actId="20577"/>
          <ac:spMkLst>
            <pc:docMk/>
            <pc:sldMk cId="3762350293" sldId="336"/>
            <ac:spMk id="15" creationId="{652D210F-0DA6-5224-CE8C-9A2B7C790F0C}"/>
          </ac:spMkLst>
        </pc:spChg>
        <pc:spChg chg="add mod ord">
          <ac:chgData name="Franco Andrés Chiappe Donoso" userId="952ef6fb-7da9-433b-9cb5-ab1c1c91cce3" providerId="ADAL" clId="{D482683E-DF45-4BA1-B60E-919AB3CEA91E}" dt="2025-12-11T01:36:58.620" v="3700" actId="113"/>
          <ac:spMkLst>
            <pc:docMk/>
            <pc:sldMk cId="3762350293" sldId="336"/>
            <ac:spMk id="16" creationId="{3F259F30-B237-E619-C735-89ED7AB0A454}"/>
          </ac:spMkLst>
        </pc:spChg>
        <pc:picChg chg="add mod">
          <ac:chgData name="Franco Andrés Chiappe Donoso" userId="952ef6fb-7da9-433b-9cb5-ab1c1c91cce3" providerId="ADAL" clId="{D482683E-DF45-4BA1-B60E-919AB3CEA91E}" dt="2025-12-11T01:38:47.417" v="3758" actId="14100"/>
          <ac:picMkLst>
            <pc:docMk/>
            <pc:sldMk cId="3762350293" sldId="336"/>
            <ac:picMk id="5" creationId="{4BAC926F-8FA3-7A17-BBBC-EEFBB499ABBC}"/>
          </ac:picMkLst>
        </pc:picChg>
        <pc:picChg chg="add mod">
          <ac:chgData name="Franco Andrés Chiappe Donoso" userId="952ef6fb-7da9-433b-9cb5-ab1c1c91cce3" providerId="ADAL" clId="{D482683E-DF45-4BA1-B60E-919AB3CEA91E}" dt="2025-12-11T01:36:08.990" v="3687" actId="1076"/>
          <ac:picMkLst>
            <pc:docMk/>
            <pc:sldMk cId="3762350293" sldId="336"/>
            <ac:picMk id="7" creationId="{9CC67230-1E71-A507-5F5B-95273332E72B}"/>
          </ac:picMkLst>
        </pc:picChg>
        <pc:picChg chg="add del mod">
          <ac:chgData name="Franco Andrés Chiappe Donoso" userId="952ef6fb-7da9-433b-9cb5-ab1c1c91cce3" providerId="ADAL" clId="{D482683E-DF45-4BA1-B60E-919AB3CEA91E}" dt="2025-12-11T01:02:00.442" v="3490" actId="478"/>
          <ac:picMkLst>
            <pc:docMk/>
            <pc:sldMk cId="3762350293" sldId="336"/>
            <ac:picMk id="9" creationId="{79D32E8D-3A94-41B7-D256-7463AF56F196}"/>
          </ac:picMkLst>
        </pc:picChg>
        <pc:picChg chg="add del mod">
          <ac:chgData name="Franco Andrés Chiappe Donoso" userId="952ef6fb-7da9-433b-9cb5-ab1c1c91cce3" providerId="ADAL" clId="{D482683E-DF45-4BA1-B60E-919AB3CEA91E}" dt="2025-12-11T01:01:50.796" v="3488" actId="478"/>
          <ac:picMkLst>
            <pc:docMk/>
            <pc:sldMk cId="3762350293" sldId="336"/>
            <ac:picMk id="11" creationId="{33635343-35F8-7122-9804-4B44FAF11309}"/>
          </ac:picMkLst>
        </pc:picChg>
      </pc:sldChg>
      <pc:sldChg chg="addSp delSp modSp new del mod modClrScheme chgLayout">
        <pc:chgData name="Franco Andrés Chiappe Donoso" userId="952ef6fb-7da9-433b-9cb5-ab1c1c91cce3" providerId="ADAL" clId="{D482683E-DF45-4BA1-B60E-919AB3CEA91E}" dt="2025-12-11T02:32:30.148" v="4450" actId="47"/>
        <pc:sldMkLst>
          <pc:docMk/>
          <pc:sldMk cId="2609413734" sldId="337"/>
        </pc:sldMkLst>
        <pc:spChg chg="del mod ord">
          <ac:chgData name="Franco Andrés Chiappe Donoso" userId="952ef6fb-7da9-433b-9cb5-ab1c1c91cce3" providerId="ADAL" clId="{D482683E-DF45-4BA1-B60E-919AB3CEA91E}" dt="2025-12-11T01:11:49.121" v="3500" actId="700"/>
          <ac:spMkLst>
            <pc:docMk/>
            <pc:sldMk cId="2609413734" sldId="337"/>
            <ac:spMk id="2" creationId="{3D9136E9-41F9-6BB8-8980-BD9031464FE6}"/>
          </ac:spMkLst>
        </pc:spChg>
        <pc:spChg chg="del">
          <ac:chgData name="Franco Andrés Chiappe Donoso" userId="952ef6fb-7da9-433b-9cb5-ab1c1c91cce3" providerId="ADAL" clId="{D482683E-DF45-4BA1-B60E-919AB3CEA91E}" dt="2025-12-11T01:11:49.121" v="3500" actId="700"/>
          <ac:spMkLst>
            <pc:docMk/>
            <pc:sldMk cId="2609413734" sldId="337"/>
            <ac:spMk id="3" creationId="{1D994B90-158C-AF2B-9865-ADCF9DF37971}"/>
          </ac:spMkLst>
        </pc:spChg>
        <pc:spChg chg="del mod ord">
          <ac:chgData name="Franco Andrés Chiappe Donoso" userId="952ef6fb-7da9-433b-9cb5-ab1c1c91cce3" providerId="ADAL" clId="{D482683E-DF45-4BA1-B60E-919AB3CEA91E}" dt="2025-12-11T01:11:49.121" v="3500" actId="700"/>
          <ac:spMkLst>
            <pc:docMk/>
            <pc:sldMk cId="2609413734" sldId="337"/>
            <ac:spMk id="4" creationId="{3FBB0C72-7D96-F827-827E-1E95CE565D75}"/>
          </ac:spMkLst>
        </pc:spChg>
        <pc:spChg chg="del">
          <ac:chgData name="Franco Andrés Chiappe Donoso" userId="952ef6fb-7da9-433b-9cb5-ab1c1c91cce3" providerId="ADAL" clId="{D482683E-DF45-4BA1-B60E-919AB3CEA91E}" dt="2025-12-11T01:11:49.121" v="3500" actId="700"/>
          <ac:spMkLst>
            <pc:docMk/>
            <pc:sldMk cId="2609413734" sldId="337"/>
            <ac:spMk id="5" creationId="{A08E0B91-8DBC-8966-AB84-9B40C99DEBDA}"/>
          </ac:spMkLst>
        </pc:spChg>
        <pc:spChg chg="del">
          <ac:chgData name="Franco Andrés Chiappe Donoso" userId="952ef6fb-7da9-433b-9cb5-ab1c1c91cce3" providerId="ADAL" clId="{D482683E-DF45-4BA1-B60E-919AB3CEA91E}" dt="2025-12-11T01:11:49.121" v="3500" actId="700"/>
          <ac:spMkLst>
            <pc:docMk/>
            <pc:sldMk cId="2609413734" sldId="337"/>
            <ac:spMk id="6" creationId="{3666688D-9E36-DD4B-89AF-D5C4F42C45F6}"/>
          </ac:spMkLst>
        </pc:spChg>
        <pc:spChg chg="add mod ord">
          <ac:chgData name="Franco Andrés Chiappe Donoso" userId="952ef6fb-7da9-433b-9cb5-ab1c1c91cce3" providerId="ADAL" clId="{D482683E-DF45-4BA1-B60E-919AB3CEA91E}" dt="2025-12-11T01:11:58.559" v="3512" actId="20577"/>
          <ac:spMkLst>
            <pc:docMk/>
            <pc:sldMk cId="2609413734" sldId="337"/>
            <ac:spMk id="7" creationId="{DEFA8C31-E1CE-EB8F-698A-1186499C6C9F}"/>
          </ac:spMkLst>
        </pc:spChg>
        <pc:spChg chg="add mod ord">
          <ac:chgData name="Franco Andrés Chiappe Donoso" userId="952ef6fb-7da9-433b-9cb5-ab1c1c91cce3" providerId="ADAL" clId="{D482683E-DF45-4BA1-B60E-919AB3CEA91E}" dt="2025-12-11T01:12:26.849" v="3516" actId="1582"/>
          <ac:spMkLst>
            <pc:docMk/>
            <pc:sldMk cId="2609413734" sldId="337"/>
            <ac:spMk id="8" creationId="{1598C4F5-904F-B75E-A36D-E096C6CEAEF1}"/>
          </ac:spMkLst>
        </pc:spChg>
        <pc:picChg chg="add mod">
          <ac:chgData name="Franco Andrés Chiappe Donoso" userId="952ef6fb-7da9-433b-9cb5-ab1c1c91cce3" providerId="ADAL" clId="{D482683E-DF45-4BA1-B60E-919AB3CEA91E}" dt="2025-12-11T01:12:35.039" v="3518" actId="167"/>
          <ac:picMkLst>
            <pc:docMk/>
            <pc:sldMk cId="2609413734" sldId="337"/>
            <ac:picMk id="9" creationId="{E872681E-8244-3BD3-67BB-F4A4C171DFA4}"/>
          </ac:picMkLst>
        </pc:picChg>
      </pc:sldChg>
      <pc:sldChg chg="addSp delSp modSp new del mod modClrScheme chgLayout">
        <pc:chgData name="Franco Andrés Chiappe Donoso" userId="952ef6fb-7da9-433b-9cb5-ab1c1c91cce3" providerId="ADAL" clId="{D482683E-DF45-4BA1-B60E-919AB3CEA91E}" dt="2025-12-11T02:20:07.784" v="4114" actId="47"/>
        <pc:sldMkLst>
          <pc:docMk/>
          <pc:sldMk cId="998312660" sldId="338"/>
        </pc:sldMkLst>
        <pc:spChg chg="del mod ord">
          <ac:chgData name="Franco Andrés Chiappe Donoso" userId="952ef6fb-7da9-433b-9cb5-ab1c1c91cce3" providerId="ADAL" clId="{D482683E-DF45-4BA1-B60E-919AB3CEA91E}" dt="2025-12-11T01:12:47.388" v="3523" actId="700"/>
          <ac:spMkLst>
            <pc:docMk/>
            <pc:sldMk cId="998312660" sldId="338"/>
            <ac:spMk id="2" creationId="{E113F21D-902F-B81D-7C7D-A7DEDA664767}"/>
          </ac:spMkLst>
        </pc:spChg>
        <pc:spChg chg="del mod ord">
          <ac:chgData name="Franco Andrés Chiappe Donoso" userId="952ef6fb-7da9-433b-9cb5-ab1c1c91cce3" providerId="ADAL" clId="{D482683E-DF45-4BA1-B60E-919AB3CEA91E}" dt="2025-12-11T01:12:47.388" v="3523" actId="700"/>
          <ac:spMkLst>
            <pc:docMk/>
            <pc:sldMk cId="998312660" sldId="338"/>
            <ac:spMk id="3" creationId="{A8758D37-AAF2-53E5-680F-CB4002E223F9}"/>
          </ac:spMkLst>
        </pc:spChg>
        <pc:spChg chg="del">
          <ac:chgData name="Franco Andrés Chiappe Donoso" userId="952ef6fb-7da9-433b-9cb5-ab1c1c91cce3" providerId="ADAL" clId="{D482683E-DF45-4BA1-B60E-919AB3CEA91E}" dt="2025-12-11T01:12:47.388" v="3523" actId="700"/>
          <ac:spMkLst>
            <pc:docMk/>
            <pc:sldMk cId="998312660" sldId="338"/>
            <ac:spMk id="4" creationId="{F56F17CF-7154-1D41-DA2E-D4557BD805C1}"/>
          </ac:spMkLst>
        </pc:spChg>
        <pc:spChg chg="add del mod ord">
          <ac:chgData name="Franco Andrés Chiappe Donoso" userId="952ef6fb-7da9-433b-9cb5-ab1c1c91cce3" providerId="ADAL" clId="{D482683E-DF45-4BA1-B60E-919AB3CEA91E}" dt="2025-12-11T01:54:55.020" v="3883" actId="700"/>
          <ac:spMkLst>
            <pc:docMk/>
            <pc:sldMk cId="998312660" sldId="338"/>
            <ac:spMk id="5" creationId="{F71E575E-D146-DADD-0919-0F4653387958}"/>
          </ac:spMkLst>
        </pc:spChg>
        <pc:spChg chg="add del mod ord">
          <ac:chgData name="Franco Andrés Chiappe Donoso" userId="952ef6fb-7da9-433b-9cb5-ab1c1c91cce3" providerId="ADAL" clId="{D482683E-DF45-4BA1-B60E-919AB3CEA91E}" dt="2025-12-11T01:54:55.020" v="3883" actId="700"/>
          <ac:spMkLst>
            <pc:docMk/>
            <pc:sldMk cId="998312660" sldId="338"/>
            <ac:spMk id="6" creationId="{79F57E44-0906-CD29-4A5E-476C2DD6656D}"/>
          </ac:spMkLst>
        </pc:spChg>
        <pc:spChg chg="add del mod">
          <ac:chgData name="Franco Andrés Chiappe Donoso" userId="952ef6fb-7da9-433b-9cb5-ab1c1c91cce3" providerId="ADAL" clId="{D482683E-DF45-4BA1-B60E-919AB3CEA91E}" dt="2025-12-11T01:51:28.443" v="3875" actId="478"/>
          <ac:spMkLst>
            <pc:docMk/>
            <pc:sldMk cId="998312660" sldId="338"/>
            <ac:spMk id="8" creationId="{B9C7FB25-E37A-CF42-AD78-A04757289504}"/>
          </ac:spMkLst>
        </pc:spChg>
        <pc:spChg chg="add mod ord">
          <ac:chgData name="Franco Andrés Chiappe Donoso" userId="952ef6fb-7da9-433b-9cb5-ab1c1c91cce3" providerId="ADAL" clId="{D482683E-DF45-4BA1-B60E-919AB3CEA91E}" dt="2025-12-11T02:05:28.598" v="3977" actId="700"/>
          <ac:spMkLst>
            <pc:docMk/>
            <pc:sldMk cId="998312660" sldId="338"/>
            <ac:spMk id="12" creationId="{818F0680-06AD-BFF5-93A4-30C82932AC43}"/>
          </ac:spMkLst>
        </pc:spChg>
        <pc:spChg chg="add mod ord">
          <ac:chgData name="Franco Andrés Chiappe Donoso" userId="952ef6fb-7da9-433b-9cb5-ab1c1c91cce3" providerId="ADAL" clId="{D482683E-DF45-4BA1-B60E-919AB3CEA91E}" dt="2025-12-11T02:05:28.598" v="3977" actId="700"/>
          <ac:spMkLst>
            <pc:docMk/>
            <pc:sldMk cId="998312660" sldId="338"/>
            <ac:spMk id="13" creationId="{8C467FC4-F5E2-94ED-F12A-39DE7AC4EDB1}"/>
          </ac:spMkLst>
        </pc:spChg>
        <pc:spChg chg="add del mod ord">
          <ac:chgData name="Franco Andrés Chiappe Donoso" userId="952ef6fb-7da9-433b-9cb5-ab1c1c91cce3" providerId="ADAL" clId="{D482683E-DF45-4BA1-B60E-919AB3CEA91E}" dt="2025-12-11T02:02:11.426" v="3921" actId="3680"/>
          <ac:spMkLst>
            <pc:docMk/>
            <pc:sldMk cId="998312660" sldId="338"/>
            <ac:spMk id="14" creationId="{013E4C98-01F8-062B-7BB9-8822EAEFE305}"/>
          </ac:spMkLst>
        </pc:spChg>
        <pc:graphicFrameChg chg="add mod">
          <ac:chgData name="Franco Andrés Chiappe Donoso" userId="952ef6fb-7da9-433b-9cb5-ab1c1c91cce3" providerId="ADAL" clId="{D482683E-DF45-4BA1-B60E-919AB3CEA91E}" dt="2025-12-11T02:01:53.329" v="3920"/>
          <ac:graphicFrameMkLst>
            <pc:docMk/>
            <pc:sldMk cId="998312660" sldId="338"/>
            <ac:graphicFrameMk id="15" creationId="{CCBA7887-C211-1B49-48C6-6EC7B9223C1D}"/>
          </ac:graphicFrameMkLst>
        </pc:graphicFrameChg>
        <pc:graphicFrameChg chg="add mod ord modGraphic">
          <ac:chgData name="Franco Andrés Chiappe Donoso" userId="952ef6fb-7da9-433b-9cb5-ab1c1c91cce3" providerId="ADAL" clId="{D482683E-DF45-4BA1-B60E-919AB3CEA91E}" dt="2025-12-11T02:05:28.598" v="3977" actId="700"/>
          <ac:graphicFrameMkLst>
            <pc:docMk/>
            <pc:sldMk cId="998312660" sldId="338"/>
            <ac:graphicFrameMk id="16" creationId="{A98A1125-F35F-C5F3-EE35-60AB5A5784EC}"/>
          </ac:graphicFrameMkLst>
        </pc:graphicFrameChg>
        <pc:picChg chg="add mod">
          <ac:chgData name="Franco Andrés Chiappe Donoso" userId="952ef6fb-7da9-433b-9cb5-ab1c1c91cce3" providerId="ADAL" clId="{D482683E-DF45-4BA1-B60E-919AB3CEA91E}" dt="2025-12-11T01:12:56.238" v="3528" actId="167"/>
          <ac:picMkLst>
            <pc:docMk/>
            <pc:sldMk cId="998312660" sldId="338"/>
            <ac:picMk id="7" creationId="{D709E4B9-B0A2-E666-7F2B-14E5DE11E4F9}"/>
          </ac:picMkLst>
        </pc:picChg>
        <pc:picChg chg="add del mod">
          <ac:chgData name="Franco Andrés Chiappe Donoso" userId="952ef6fb-7da9-433b-9cb5-ab1c1c91cce3" providerId="ADAL" clId="{D482683E-DF45-4BA1-B60E-919AB3CEA91E}" dt="2025-12-11T01:53:41.230" v="3876" actId="478"/>
          <ac:picMkLst>
            <pc:docMk/>
            <pc:sldMk cId="998312660" sldId="338"/>
            <ac:picMk id="10" creationId="{4A0CEB2D-0079-D7FF-9FE3-5E83C619C128}"/>
          </ac:picMkLst>
        </pc:picChg>
        <pc:picChg chg="add mod">
          <ac:chgData name="Franco Andrés Chiappe Donoso" userId="952ef6fb-7da9-433b-9cb5-ab1c1c91cce3" providerId="ADAL" clId="{D482683E-DF45-4BA1-B60E-919AB3CEA91E}" dt="2025-12-11T01:59:31.127" v="3909" actId="1076"/>
          <ac:picMkLst>
            <pc:docMk/>
            <pc:sldMk cId="998312660" sldId="338"/>
            <ac:picMk id="11" creationId="{0D08C5A0-18AA-3C96-6FDE-65A12DE48215}"/>
          </ac:picMkLst>
        </pc:picChg>
      </pc:sldChg>
      <pc:sldChg chg="addSp delSp modSp new del mod ord">
        <pc:chgData name="Franco Andrés Chiappe Donoso" userId="952ef6fb-7da9-433b-9cb5-ab1c1c91cce3" providerId="ADAL" clId="{D482683E-DF45-4BA1-B60E-919AB3CEA91E}" dt="2025-12-11T02:13:05.088" v="4037" actId="47"/>
        <pc:sldMkLst>
          <pc:docMk/>
          <pc:sldMk cId="3056248788" sldId="339"/>
        </pc:sldMkLst>
        <pc:spChg chg="mod">
          <ac:chgData name="Franco Andrés Chiappe Donoso" userId="952ef6fb-7da9-433b-9cb5-ab1c1c91cce3" providerId="ADAL" clId="{D482683E-DF45-4BA1-B60E-919AB3CEA91E}" dt="2025-12-11T01:37:31.058" v="3707"/>
          <ac:spMkLst>
            <pc:docMk/>
            <pc:sldMk cId="3056248788" sldId="339"/>
            <ac:spMk id="2" creationId="{3669A1BD-84CD-F9C2-8CEA-74D31268FE4D}"/>
          </ac:spMkLst>
        </pc:spChg>
        <pc:spChg chg="del">
          <ac:chgData name="Franco Andrés Chiappe Donoso" userId="952ef6fb-7da9-433b-9cb5-ab1c1c91cce3" providerId="ADAL" clId="{D482683E-DF45-4BA1-B60E-919AB3CEA91E}" dt="2025-12-11T01:37:48.062" v="3710" actId="478"/>
          <ac:spMkLst>
            <pc:docMk/>
            <pc:sldMk cId="3056248788" sldId="339"/>
            <ac:spMk id="3" creationId="{D87B95AF-F0C9-36CA-6689-12704B591AF4}"/>
          </ac:spMkLst>
        </pc:spChg>
        <pc:spChg chg="mod">
          <ac:chgData name="Franco Andrés Chiappe Donoso" userId="952ef6fb-7da9-433b-9cb5-ab1c1c91cce3" providerId="ADAL" clId="{D482683E-DF45-4BA1-B60E-919AB3CEA91E}" dt="2025-12-11T02:10:50.873" v="4004" actId="14100"/>
          <ac:spMkLst>
            <pc:docMk/>
            <pc:sldMk cId="3056248788" sldId="339"/>
            <ac:spMk id="4" creationId="{04351E82-D205-ACA5-A6E3-8B79CD12671C}"/>
          </ac:spMkLst>
        </pc:spChg>
        <pc:spChg chg="add mod">
          <ac:chgData name="Franco Andrés Chiappe Donoso" userId="952ef6fb-7da9-433b-9cb5-ab1c1c91cce3" providerId="ADAL" clId="{D482683E-DF45-4BA1-B60E-919AB3CEA91E}" dt="2025-12-11T02:11:41.060" v="4018" actId="1076"/>
          <ac:spMkLst>
            <pc:docMk/>
            <pc:sldMk cId="3056248788" sldId="339"/>
            <ac:spMk id="5" creationId="{DC7F99DB-D796-DF0F-7598-1ACBAA243724}"/>
          </ac:spMkLst>
        </pc:spChg>
        <pc:spChg chg="add mod">
          <ac:chgData name="Franco Andrés Chiappe Donoso" userId="952ef6fb-7da9-433b-9cb5-ab1c1c91cce3" providerId="ADAL" clId="{D482683E-DF45-4BA1-B60E-919AB3CEA91E}" dt="2025-12-11T01:42:32.098" v="3785"/>
          <ac:spMkLst>
            <pc:docMk/>
            <pc:sldMk cId="3056248788" sldId="339"/>
            <ac:spMk id="8" creationId="{2AA4C2A5-307D-BCF0-100D-31C4B675EC8C}"/>
          </ac:spMkLst>
        </pc:spChg>
        <pc:spChg chg="add mod">
          <ac:chgData name="Franco Andrés Chiappe Donoso" userId="952ef6fb-7da9-433b-9cb5-ab1c1c91cce3" providerId="ADAL" clId="{D482683E-DF45-4BA1-B60E-919AB3CEA91E}" dt="2025-12-11T01:43:55.492" v="3801"/>
          <ac:spMkLst>
            <pc:docMk/>
            <pc:sldMk cId="3056248788" sldId="339"/>
            <ac:spMk id="9" creationId="{E910CA4B-06B3-A3A5-F525-D5A43BC4F07E}"/>
          </ac:spMkLst>
        </pc:spChg>
        <pc:spChg chg="add mod">
          <ac:chgData name="Franco Andrés Chiappe Donoso" userId="952ef6fb-7da9-433b-9cb5-ab1c1c91cce3" providerId="ADAL" clId="{D482683E-DF45-4BA1-B60E-919AB3CEA91E}" dt="2025-12-11T01:43:57.356" v="3802"/>
          <ac:spMkLst>
            <pc:docMk/>
            <pc:sldMk cId="3056248788" sldId="339"/>
            <ac:spMk id="10" creationId="{30F69CB1-FB18-5346-A66F-9F2CACE89892}"/>
          </ac:spMkLst>
        </pc:spChg>
        <pc:spChg chg="add del mod">
          <ac:chgData name="Franco Andrés Chiappe Donoso" userId="952ef6fb-7da9-433b-9cb5-ab1c1c91cce3" providerId="ADAL" clId="{D482683E-DF45-4BA1-B60E-919AB3CEA91E}" dt="2025-12-11T01:44:37.294" v="3817" actId="478"/>
          <ac:spMkLst>
            <pc:docMk/>
            <pc:sldMk cId="3056248788" sldId="339"/>
            <ac:spMk id="11" creationId="{A2968DF0-499B-1D3A-74FF-D8F38EE73BE6}"/>
          </ac:spMkLst>
        </pc:spChg>
        <pc:spChg chg="add del mod">
          <ac:chgData name="Franco Andrés Chiappe Donoso" userId="952ef6fb-7da9-433b-9cb5-ab1c1c91cce3" providerId="ADAL" clId="{D482683E-DF45-4BA1-B60E-919AB3CEA91E}" dt="2025-12-11T01:49:03.442" v="3862" actId="478"/>
          <ac:spMkLst>
            <pc:docMk/>
            <pc:sldMk cId="3056248788" sldId="339"/>
            <ac:spMk id="13" creationId="{EB94C4BD-46CF-7D9B-FC07-66C87722B58F}"/>
          </ac:spMkLst>
        </pc:spChg>
        <pc:spChg chg="add del mod">
          <ac:chgData name="Franco Andrés Chiappe Donoso" userId="952ef6fb-7da9-433b-9cb5-ab1c1c91cce3" providerId="ADAL" clId="{D482683E-DF45-4BA1-B60E-919AB3CEA91E}" dt="2025-12-11T02:10:35.917" v="4000" actId="478"/>
          <ac:spMkLst>
            <pc:docMk/>
            <pc:sldMk cId="3056248788" sldId="339"/>
            <ac:spMk id="14" creationId="{50A8094F-233B-CDF0-6940-C711E18DF57B}"/>
          </ac:spMkLst>
        </pc:spChg>
        <pc:spChg chg="add del mod">
          <ac:chgData name="Franco Andrés Chiappe Donoso" userId="952ef6fb-7da9-433b-9cb5-ab1c1c91cce3" providerId="ADAL" clId="{D482683E-DF45-4BA1-B60E-919AB3CEA91E}" dt="2025-12-11T02:10:38.839" v="4001" actId="478"/>
          <ac:spMkLst>
            <pc:docMk/>
            <pc:sldMk cId="3056248788" sldId="339"/>
            <ac:spMk id="16" creationId="{03934B5D-92EB-AF97-7370-69458E7EAF8B}"/>
          </ac:spMkLst>
        </pc:spChg>
        <pc:spChg chg="add del mod">
          <ac:chgData name="Franco Andrés Chiappe Donoso" userId="952ef6fb-7da9-433b-9cb5-ab1c1c91cce3" providerId="ADAL" clId="{D482683E-DF45-4BA1-B60E-919AB3CEA91E}" dt="2025-12-11T02:11:09.242" v="4008" actId="478"/>
          <ac:spMkLst>
            <pc:docMk/>
            <pc:sldMk cId="3056248788" sldId="339"/>
            <ac:spMk id="17" creationId="{22911990-40D4-EBD3-1D88-5D7DC790FCC5}"/>
          </ac:spMkLst>
        </pc:spChg>
        <pc:spChg chg="add del mod">
          <ac:chgData name="Franco Andrés Chiappe Donoso" userId="952ef6fb-7da9-433b-9cb5-ab1c1c91cce3" providerId="ADAL" clId="{D482683E-DF45-4BA1-B60E-919AB3CEA91E}" dt="2025-12-11T02:11:35.557" v="4017" actId="14100"/>
          <ac:spMkLst>
            <pc:docMk/>
            <pc:sldMk cId="3056248788" sldId="339"/>
            <ac:spMk id="19" creationId="{023F3717-768F-8903-449A-D48821E68A82}"/>
          </ac:spMkLst>
        </pc:spChg>
        <pc:picChg chg="add mod">
          <ac:chgData name="Franco Andrés Chiappe Donoso" userId="952ef6fb-7da9-433b-9cb5-ab1c1c91cce3" providerId="ADAL" clId="{D482683E-DF45-4BA1-B60E-919AB3CEA91E}" dt="2025-12-11T01:39:18.318" v="3770" actId="1076"/>
          <ac:picMkLst>
            <pc:docMk/>
            <pc:sldMk cId="3056248788" sldId="339"/>
            <ac:picMk id="6" creationId="{7CE25C62-8F9C-956D-784F-423CCC5606EC}"/>
          </ac:picMkLst>
        </pc:picChg>
        <pc:picChg chg="add mod">
          <ac:chgData name="Franco Andrés Chiappe Donoso" userId="952ef6fb-7da9-433b-9cb5-ab1c1c91cce3" providerId="ADAL" clId="{D482683E-DF45-4BA1-B60E-919AB3CEA91E}" dt="2025-12-11T01:38:59.737" v="3762" actId="1076"/>
          <ac:picMkLst>
            <pc:docMk/>
            <pc:sldMk cId="3056248788" sldId="339"/>
            <ac:picMk id="7" creationId="{E5FB7739-F30C-69E8-F63D-F1DAFDC6F24D}"/>
          </ac:picMkLst>
        </pc:picChg>
      </pc:sldChg>
      <pc:sldChg chg="addSp delSp modSp new mod">
        <pc:chgData name="Franco Andrés Chiappe Donoso" userId="952ef6fb-7da9-433b-9cb5-ab1c1c91cce3" providerId="ADAL" clId="{D482683E-DF45-4BA1-B60E-919AB3CEA91E}" dt="2025-12-11T02:05:21.580" v="3976" actId="14100"/>
        <pc:sldMkLst>
          <pc:docMk/>
          <pc:sldMk cId="2680250562" sldId="340"/>
        </pc:sldMkLst>
        <pc:spChg chg="del mod">
          <ac:chgData name="Franco Andrés Chiappe Donoso" userId="952ef6fb-7da9-433b-9cb5-ab1c1c91cce3" providerId="ADAL" clId="{D482683E-DF45-4BA1-B60E-919AB3CEA91E}" dt="2025-12-11T02:05:05.214" v="3971"/>
          <ac:spMkLst>
            <pc:docMk/>
            <pc:sldMk cId="2680250562" sldId="340"/>
            <ac:spMk id="3" creationId="{5A9178C8-4A9D-A3C4-3DE0-AB8EAC9A1C9D}"/>
          </ac:spMkLst>
        </pc:spChg>
        <pc:spChg chg="mod">
          <ac:chgData name="Franco Andrés Chiappe Donoso" userId="952ef6fb-7da9-433b-9cb5-ab1c1c91cce3" providerId="ADAL" clId="{D482683E-DF45-4BA1-B60E-919AB3CEA91E}" dt="2025-12-11T02:05:04.752" v="3969" actId="27636"/>
          <ac:spMkLst>
            <pc:docMk/>
            <pc:sldMk cId="2680250562" sldId="340"/>
            <ac:spMk id="4" creationId="{4F0F42E7-64B9-1FC4-A8ED-8A68FA8CDDEE}"/>
          </ac:spMkLst>
        </pc:spChg>
        <pc:graphicFrameChg chg="add mod modGraphic">
          <ac:chgData name="Franco Andrés Chiappe Donoso" userId="952ef6fb-7da9-433b-9cb5-ab1c1c91cce3" providerId="ADAL" clId="{D482683E-DF45-4BA1-B60E-919AB3CEA91E}" dt="2025-12-11T02:05:21.580" v="3976" actId="14100"/>
          <ac:graphicFrameMkLst>
            <pc:docMk/>
            <pc:sldMk cId="2680250562" sldId="340"/>
            <ac:graphicFrameMk id="5" creationId="{ECD162B0-E109-1CF6-4408-F238777E268D}"/>
          </ac:graphicFrameMkLst>
        </pc:graphicFrameChg>
      </pc:sldChg>
      <pc:sldChg chg="addSp delSp modSp new add del mod">
        <pc:chgData name="Franco Andrés Chiappe Donoso" userId="952ef6fb-7da9-433b-9cb5-ab1c1c91cce3" providerId="ADAL" clId="{D482683E-DF45-4BA1-B60E-919AB3CEA91E}" dt="2025-12-11T02:53:48.352" v="4579" actId="14861"/>
        <pc:sldMkLst>
          <pc:docMk/>
          <pc:sldMk cId="3037780609" sldId="341"/>
        </pc:sldMkLst>
        <pc:spChg chg="mod">
          <ac:chgData name="Franco Andrés Chiappe Donoso" userId="952ef6fb-7da9-433b-9cb5-ab1c1c91cce3" providerId="ADAL" clId="{D482683E-DF45-4BA1-B60E-919AB3CEA91E}" dt="2025-12-11T02:05:44.423" v="3982"/>
          <ac:spMkLst>
            <pc:docMk/>
            <pc:sldMk cId="3037780609" sldId="341"/>
            <ac:spMk id="2" creationId="{4DF034AD-0DC1-A697-4E12-1C5374A3848F}"/>
          </ac:spMkLst>
        </pc:spChg>
        <pc:spChg chg="del">
          <ac:chgData name="Franco Andrés Chiappe Donoso" userId="952ef6fb-7da9-433b-9cb5-ab1c1c91cce3" providerId="ADAL" clId="{D482683E-DF45-4BA1-B60E-919AB3CEA91E}" dt="2025-12-11T02:05:36" v="3979" actId="478"/>
          <ac:spMkLst>
            <pc:docMk/>
            <pc:sldMk cId="3037780609" sldId="341"/>
            <ac:spMk id="3" creationId="{CBD06AE9-C6DA-FF9B-BBD1-9FA72E40B64A}"/>
          </ac:spMkLst>
        </pc:spChg>
        <pc:spChg chg="mod">
          <ac:chgData name="Franco Andrés Chiappe Donoso" userId="952ef6fb-7da9-433b-9cb5-ab1c1c91cce3" providerId="ADAL" clId="{D482683E-DF45-4BA1-B60E-919AB3CEA91E}" dt="2025-12-11T02:53:48.352" v="4579" actId="14861"/>
          <ac:spMkLst>
            <pc:docMk/>
            <pc:sldMk cId="3037780609" sldId="341"/>
            <ac:spMk id="4" creationId="{DD039348-E887-8F8D-D455-E38AF0C60D20}"/>
          </ac:spMkLst>
        </pc:spChg>
        <pc:spChg chg="add mod">
          <ac:chgData name="Franco Andrés Chiappe Donoso" userId="952ef6fb-7da9-433b-9cb5-ab1c1c91cce3" providerId="ADAL" clId="{D482683E-DF45-4BA1-B60E-919AB3CEA91E}" dt="2025-12-11T02:32:44.083" v="4454" actId="20577"/>
          <ac:spMkLst>
            <pc:docMk/>
            <pc:sldMk cId="3037780609" sldId="341"/>
            <ac:spMk id="5" creationId="{36004A30-2C1C-BC97-E59F-8AE023852539}"/>
          </ac:spMkLst>
        </pc:spChg>
        <pc:spChg chg="add mod">
          <ac:chgData name="Franco Andrés Chiappe Donoso" userId="952ef6fb-7da9-433b-9cb5-ab1c1c91cce3" providerId="ADAL" clId="{D482683E-DF45-4BA1-B60E-919AB3CEA91E}" dt="2025-12-11T02:23:01.172" v="4329" actId="1076"/>
          <ac:spMkLst>
            <pc:docMk/>
            <pc:sldMk cId="3037780609" sldId="341"/>
            <ac:spMk id="9" creationId="{8FA9D85F-E904-0524-EF0E-975E51FAFEDE}"/>
          </ac:spMkLst>
        </pc:spChg>
        <pc:graphicFrameChg chg="modGraphic">
          <ac:chgData name="Franco Andrés Chiappe Donoso" userId="952ef6fb-7da9-433b-9cb5-ab1c1c91cce3" providerId="ADAL" clId="{D482683E-DF45-4BA1-B60E-919AB3CEA91E}" dt="2025-12-11T02:23:13.140" v="4330" actId="12385"/>
          <ac:graphicFrameMkLst>
            <pc:docMk/>
            <pc:sldMk cId="3037780609" sldId="341"/>
            <ac:graphicFrameMk id="8" creationId="{4E17D657-D661-8734-133D-90696FEF1F36}"/>
          </ac:graphicFrameMkLst>
        </pc:graphicFrameChg>
        <pc:picChg chg="add mod">
          <ac:chgData name="Franco Andrés Chiappe Donoso" userId="952ef6fb-7da9-433b-9cb5-ab1c1c91cce3" providerId="ADAL" clId="{D482683E-DF45-4BA1-B60E-919AB3CEA91E}" dt="2025-12-11T02:05:40.469" v="3981"/>
          <ac:picMkLst>
            <pc:docMk/>
            <pc:sldMk cId="3037780609" sldId="341"/>
            <ac:picMk id="6" creationId="{140CBFF0-068E-74E0-EFA5-77C4F0D97E23}"/>
          </ac:picMkLst>
        </pc:picChg>
        <pc:picChg chg="add mod">
          <ac:chgData name="Franco Andrés Chiappe Donoso" userId="952ef6fb-7da9-433b-9cb5-ab1c1c91cce3" providerId="ADAL" clId="{D482683E-DF45-4BA1-B60E-919AB3CEA91E}" dt="2025-12-11T02:31:32.083" v="4445" actId="167"/>
          <ac:picMkLst>
            <pc:docMk/>
            <pc:sldMk cId="3037780609" sldId="341"/>
            <ac:picMk id="10" creationId="{0C45E8C7-E698-BA45-C176-531B868DC8D4}"/>
          </ac:picMkLst>
        </pc:picChg>
      </pc:sldChg>
      <pc:sldChg chg="addSp delSp modSp new mod">
        <pc:chgData name="Franco Andrés Chiappe Donoso" userId="952ef6fb-7da9-433b-9cb5-ab1c1c91cce3" providerId="ADAL" clId="{D482683E-DF45-4BA1-B60E-919AB3CEA91E}" dt="2025-12-11T02:31:37.960" v="4447" actId="167"/>
        <pc:sldMkLst>
          <pc:docMk/>
          <pc:sldMk cId="959952168" sldId="342"/>
        </pc:sldMkLst>
        <pc:spChg chg="mod">
          <ac:chgData name="Franco Andrés Chiappe Donoso" userId="952ef6fb-7da9-433b-9cb5-ab1c1c91cce3" providerId="ADAL" clId="{D482683E-DF45-4BA1-B60E-919AB3CEA91E}" dt="2025-12-11T02:11:46.604" v="4020"/>
          <ac:spMkLst>
            <pc:docMk/>
            <pc:sldMk cId="959952168" sldId="342"/>
            <ac:spMk id="2" creationId="{CFE28B60-B30C-8AC4-33E6-4119EF07C416}"/>
          </ac:spMkLst>
        </pc:spChg>
        <pc:spChg chg="mod">
          <ac:chgData name="Franco Andrés Chiappe Donoso" userId="952ef6fb-7da9-433b-9cb5-ab1c1c91cce3" providerId="ADAL" clId="{D482683E-DF45-4BA1-B60E-919AB3CEA91E}" dt="2025-12-11T02:26:18.790" v="4350" actId="1076"/>
          <ac:spMkLst>
            <pc:docMk/>
            <pc:sldMk cId="959952168" sldId="342"/>
            <ac:spMk id="3" creationId="{F974428B-BE79-797A-C8E1-8F78CEC252E9}"/>
          </ac:spMkLst>
        </pc:spChg>
        <pc:spChg chg="mod">
          <ac:chgData name="Franco Andrés Chiappe Donoso" userId="952ef6fb-7da9-433b-9cb5-ab1c1c91cce3" providerId="ADAL" clId="{D482683E-DF45-4BA1-B60E-919AB3CEA91E}" dt="2025-12-11T02:26:29.233" v="4352" actId="1076"/>
          <ac:spMkLst>
            <pc:docMk/>
            <pc:sldMk cId="959952168" sldId="342"/>
            <ac:spMk id="4" creationId="{ED69CA05-A57B-C256-1771-E880454307BE}"/>
          </ac:spMkLst>
        </pc:spChg>
        <pc:spChg chg="add del mod">
          <ac:chgData name="Franco Andrés Chiappe Donoso" userId="952ef6fb-7da9-433b-9cb5-ab1c1c91cce3" providerId="ADAL" clId="{D482683E-DF45-4BA1-B60E-919AB3CEA91E}" dt="2025-12-11T02:15:05.381" v="4059" actId="478"/>
          <ac:spMkLst>
            <pc:docMk/>
            <pc:sldMk cId="959952168" sldId="342"/>
            <ac:spMk id="7" creationId="{494BF0D2-D76F-430C-E51D-2D60FE83FB0E}"/>
          </ac:spMkLst>
        </pc:spChg>
        <pc:spChg chg="add del mod">
          <ac:chgData name="Franco Andrés Chiappe Donoso" userId="952ef6fb-7da9-433b-9cb5-ab1c1c91cce3" providerId="ADAL" clId="{D482683E-DF45-4BA1-B60E-919AB3CEA91E}" dt="2025-12-11T02:14:50.954" v="4057" actId="478"/>
          <ac:spMkLst>
            <pc:docMk/>
            <pc:sldMk cId="959952168" sldId="342"/>
            <ac:spMk id="8" creationId="{0E276373-6097-7539-F775-C9179E5DC293}"/>
          </ac:spMkLst>
        </pc:spChg>
        <pc:spChg chg="add del mod">
          <ac:chgData name="Franco Andrés Chiappe Donoso" userId="952ef6fb-7da9-433b-9cb5-ab1c1c91cce3" providerId="ADAL" clId="{D482683E-DF45-4BA1-B60E-919AB3CEA91E}" dt="2025-12-11T02:18:50.457" v="4097" actId="21"/>
          <ac:spMkLst>
            <pc:docMk/>
            <pc:sldMk cId="959952168" sldId="342"/>
            <ac:spMk id="9" creationId="{2C4E583A-90E9-09AF-C851-2063BE3E2860}"/>
          </ac:spMkLst>
        </pc:spChg>
        <pc:spChg chg="add del mod ord">
          <ac:chgData name="Franco Andrés Chiappe Donoso" userId="952ef6fb-7da9-433b-9cb5-ab1c1c91cce3" providerId="ADAL" clId="{D482683E-DF45-4BA1-B60E-919AB3CEA91E}" dt="2025-12-11T02:30:28.299" v="4425" actId="478"/>
          <ac:spMkLst>
            <pc:docMk/>
            <pc:sldMk cId="959952168" sldId="342"/>
            <ac:spMk id="10" creationId="{62DAB249-B88F-3D15-248F-BA8C4DFB0304}"/>
          </ac:spMkLst>
        </pc:spChg>
        <pc:spChg chg="add mod">
          <ac:chgData name="Franco Andrés Chiappe Donoso" userId="952ef6fb-7da9-433b-9cb5-ab1c1c91cce3" providerId="ADAL" clId="{D482683E-DF45-4BA1-B60E-919AB3CEA91E}" dt="2025-12-11T02:30:31.192" v="4431" actId="1037"/>
          <ac:spMkLst>
            <pc:docMk/>
            <pc:sldMk cId="959952168" sldId="342"/>
            <ac:spMk id="11" creationId="{A91D97A1-18EF-9285-073B-C3126FC5A28D}"/>
          </ac:spMkLst>
        </pc:spChg>
        <pc:picChg chg="add mod">
          <ac:chgData name="Franco Andrés Chiappe Donoso" userId="952ef6fb-7da9-433b-9cb5-ab1c1c91cce3" providerId="ADAL" clId="{D482683E-DF45-4BA1-B60E-919AB3CEA91E}" dt="2025-12-11T02:19:19.410" v="4102" actId="1076"/>
          <ac:picMkLst>
            <pc:docMk/>
            <pc:sldMk cId="959952168" sldId="342"/>
            <ac:picMk id="5" creationId="{4F914CF9-CD48-A2C3-1D40-C329A9CD4827}"/>
          </ac:picMkLst>
        </pc:picChg>
        <pc:picChg chg="add mod">
          <ac:chgData name="Franco Andrés Chiappe Donoso" userId="952ef6fb-7da9-433b-9cb5-ab1c1c91cce3" providerId="ADAL" clId="{D482683E-DF45-4BA1-B60E-919AB3CEA91E}" dt="2025-12-11T02:19:14.803" v="4101" actId="1076"/>
          <ac:picMkLst>
            <pc:docMk/>
            <pc:sldMk cId="959952168" sldId="342"/>
            <ac:picMk id="6" creationId="{35888796-8776-9924-57EF-E6B77CCA21FC}"/>
          </ac:picMkLst>
        </pc:picChg>
        <pc:picChg chg="add mod">
          <ac:chgData name="Franco Andrés Chiappe Donoso" userId="952ef6fb-7da9-433b-9cb5-ab1c1c91cce3" providerId="ADAL" clId="{D482683E-DF45-4BA1-B60E-919AB3CEA91E}" dt="2025-12-11T02:31:37.960" v="4447" actId="167"/>
          <ac:picMkLst>
            <pc:docMk/>
            <pc:sldMk cId="959952168" sldId="342"/>
            <ac:picMk id="12" creationId="{F4E5B954-DD50-B0EA-42CF-3BB597996B40}"/>
          </ac:picMkLst>
        </pc:picChg>
      </pc:sldChg>
      <pc:sldChg chg="addSp delSp modSp new mod modClrScheme chgLayout">
        <pc:chgData name="Franco Andrés Chiappe Donoso" userId="952ef6fb-7da9-433b-9cb5-ab1c1c91cce3" providerId="ADAL" clId="{D482683E-DF45-4BA1-B60E-919AB3CEA91E}" dt="2025-12-11T02:40:02.071" v="4500" actId="123"/>
        <pc:sldMkLst>
          <pc:docMk/>
          <pc:sldMk cId="1529120458" sldId="343"/>
        </pc:sldMkLst>
        <pc:spChg chg="mod ord">
          <ac:chgData name="Franco Andrés Chiappe Donoso" userId="952ef6fb-7da9-433b-9cb5-ab1c1c91cce3" providerId="ADAL" clId="{D482683E-DF45-4BA1-B60E-919AB3CEA91E}" dt="2025-12-11T02:36:12.848" v="4482" actId="242"/>
          <ac:spMkLst>
            <pc:docMk/>
            <pc:sldMk cId="1529120458" sldId="343"/>
            <ac:spMk id="2" creationId="{90158136-1EDB-2F10-E07B-944C9FE7C92E}"/>
          </ac:spMkLst>
        </pc:spChg>
        <pc:spChg chg="del mod ord">
          <ac:chgData name="Franco Andrés Chiappe Donoso" userId="952ef6fb-7da9-433b-9cb5-ab1c1c91cce3" providerId="ADAL" clId="{D482683E-DF45-4BA1-B60E-919AB3CEA91E}" dt="2025-12-11T02:36:09.404" v="4481" actId="700"/>
          <ac:spMkLst>
            <pc:docMk/>
            <pc:sldMk cId="1529120458" sldId="343"/>
            <ac:spMk id="3" creationId="{8F65BB60-7839-EC24-AAF1-FB8DAA79D800}"/>
          </ac:spMkLst>
        </pc:spChg>
        <pc:spChg chg="del">
          <ac:chgData name="Franco Andrés Chiappe Donoso" userId="952ef6fb-7da9-433b-9cb5-ab1c1c91cce3" providerId="ADAL" clId="{D482683E-DF45-4BA1-B60E-919AB3CEA91E}" dt="2025-12-11T02:36:09.404" v="4481" actId="700"/>
          <ac:spMkLst>
            <pc:docMk/>
            <pc:sldMk cId="1529120458" sldId="343"/>
            <ac:spMk id="4" creationId="{3E40EA4F-D15C-820A-345C-7B32EB6434F7}"/>
          </ac:spMkLst>
        </pc:spChg>
        <pc:spChg chg="add mod ord">
          <ac:chgData name="Franco Andrés Chiappe Donoso" userId="952ef6fb-7da9-433b-9cb5-ab1c1c91cce3" providerId="ADAL" clId="{D482683E-DF45-4BA1-B60E-919AB3CEA91E}" dt="2025-12-11T02:40:02.071" v="4500" actId="123"/>
          <ac:spMkLst>
            <pc:docMk/>
            <pc:sldMk cId="1529120458" sldId="343"/>
            <ac:spMk id="6" creationId="{13773D67-F37A-7CC3-63F9-0C27359BF9CE}"/>
          </ac:spMkLst>
        </pc:spChg>
        <pc:picChg chg="add mod">
          <ac:chgData name="Franco Andrés Chiappe Donoso" userId="952ef6fb-7da9-433b-9cb5-ab1c1c91cce3" providerId="ADAL" clId="{D482683E-DF45-4BA1-B60E-919AB3CEA91E}" dt="2025-12-11T02:31:54.104" v="4449" actId="167"/>
          <ac:picMkLst>
            <pc:docMk/>
            <pc:sldMk cId="1529120458" sldId="343"/>
            <ac:picMk id="5" creationId="{D9EA53FB-F8F0-DB90-9BCF-499CD88E22A7}"/>
          </ac:picMkLst>
        </pc:picChg>
      </pc:sldChg>
      <pc:sldMasterChg chg="modSldLayout">
        <pc:chgData name="Franco Andrés Chiappe Donoso" userId="952ef6fb-7da9-433b-9cb5-ab1c1c91cce3" providerId="ADAL" clId="{D482683E-DF45-4BA1-B60E-919AB3CEA91E}" dt="2025-12-11T01:56:47.335" v="3889" actId="20577"/>
        <pc:sldMasterMkLst>
          <pc:docMk/>
          <pc:sldMasterMk cId="0" sldId="2147483648"/>
        </pc:sldMasterMkLst>
        <pc:sldLayoutChg chg="modSp mod">
          <pc:chgData name="Franco Andrés Chiappe Donoso" userId="952ef6fb-7da9-433b-9cb5-ab1c1c91cce3" providerId="ADAL" clId="{D482683E-DF45-4BA1-B60E-919AB3CEA91E}" dt="2025-12-11T01:56:47.335" v="3889" actId="20577"/>
          <pc:sldLayoutMkLst>
            <pc:docMk/>
            <pc:sldMasterMk cId="0" sldId="2147483648"/>
            <pc:sldLayoutMk cId="0" sldId="2147483650"/>
          </pc:sldLayoutMkLst>
          <pc:spChg chg="mod">
            <ac:chgData name="Franco Andrés Chiappe Donoso" userId="952ef6fb-7da9-433b-9cb5-ab1c1c91cce3" providerId="ADAL" clId="{D482683E-DF45-4BA1-B60E-919AB3CEA91E}" dt="2025-12-11T01:56:47.335" v="3889" actId="20577"/>
            <ac:spMkLst>
              <pc:docMk/>
              <pc:sldMasterMk cId="0" sldId="2147483648"/>
              <pc:sldLayoutMk cId="0" sldId="2147483650"/>
              <ac:spMk id="2" creationId="{00000000-0000-0000-0000-000000000000}"/>
            </ac:spMkLst>
          </pc:spChg>
        </pc:sldLayoutChg>
        <pc:sldLayoutChg chg="modSp mod">
          <pc:chgData name="Franco Andrés Chiappe Donoso" userId="952ef6fb-7da9-433b-9cb5-ab1c1c91cce3" providerId="ADAL" clId="{D482683E-DF45-4BA1-B60E-919AB3CEA91E}" dt="2025-12-11T01:51:10.314" v="3874" actId="3064"/>
          <pc:sldLayoutMkLst>
            <pc:docMk/>
            <pc:sldMasterMk cId="0" sldId="2147483648"/>
            <pc:sldLayoutMk cId="0" sldId="2147483654"/>
          </pc:sldLayoutMkLst>
          <pc:spChg chg="mod">
            <ac:chgData name="Franco Andrés Chiappe Donoso" userId="952ef6fb-7da9-433b-9cb5-ab1c1c91cce3" providerId="ADAL" clId="{D482683E-DF45-4BA1-B60E-919AB3CEA91E}" dt="2025-12-11T01:51:10.314" v="3874" actId="3064"/>
            <ac:spMkLst>
              <pc:docMk/>
              <pc:sldMasterMk cId="0" sldId="2147483648"/>
              <pc:sldLayoutMk cId="0" sldId="2147483654"/>
              <ac:spMk id="7" creationId="{00000000-0000-0000-0000-000000000000}"/>
            </ac:spMkLst>
          </pc:spChg>
        </pc:sldLayoutChg>
      </pc:sldMasterChg>
    </pc:docChg>
  </pc:docChgLst>
  <pc:docChgLst>
    <pc:chgData name="Vicente Alfredo Garay Robertson" userId="S::vicente.garay@uc.cl::78783c43-e97e-49e6-a0de-64154ae66e65" providerId="AD" clId="Web-{7916C556-1B7D-53E9-3E53-B520CB21F6E9}"/>
    <pc:docChg chg="addSld modSld sldOrd modSection">
      <pc:chgData name="Vicente Alfredo Garay Robertson" userId="S::vicente.garay@uc.cl::78783c43-e97e-49e6-a0de-64154ae66e65" providerId="AD" clId="Web-{7916C556-1B7D-53E9-3E53-B520CB21F6E9}" dt="2025-12-10T15:45:11.414" v="174" actId="20577"/>
      <pc:docMkLst>
        <pc:docMk/>
      </pc:docMkLst>
      <pc:sldChg chg="modSp add replId">
        <pc:chgData name="Vicente Alfredo Garay Robertson" userId="S::vicente.garay@uc.cl::78783c43-e97e-49e6-a0de-64154ae66e65" providerId="AD" clId="Web-{7916C556-1B7D-53E9-3E53-B520CB21F6E9}" dt="2025-12-10T15:43:43.709" v="114" actId="20577"/>
        <pc:sldMkLst>
          <pc:docMk/>
          <pc:sldMk cId="2254530250" sldId="327"/>
        </pc:sldMkLst>
        <pc:spChg chg="mod">
          <ac:chgData name="Vicente Alfredo Garay Robertson" userId="S::vicente.garay@uc.cl::78783c43-e97e-49e6-a0de-64154ae66e65" providerId="AD" clId="Web-{7916C556-1B7D-53E9-3E53-B520CB21F6E9}" dt="2025-12-10T15:43:43.709" v="114" actId="20577"/>
          <ac:spMkLst>
            <pc:docMk/>
            <pc:sldMk cId="2254530250" sldId="327"/>
            <ac:spMk id="3" creationId="{35F797C6-926E-89DB-DFB5-C412E2ECE471}"/>
          </ac:spMkLst>
        </pc:spChg>
        <pc:spChg chg="mod">
          <ac:chgData name="Vicente Alfredo Garay Robertson" userId="S::vicente.garay@uc.cl::78783c43-e97e-49e6-a0de-64154ae66e65" providerId="AD" clId="Web-{7916C556-1B7D-53E9-3E53-B520CB21F6E9}" dt="2025-12-10T15:40:04.936" v="46" actId="20577"/>
          <ac:spMkLst>
            <pc:docMk/>
            <pc:sldMk cId="2254530250" sldId="327"/>
            <ac:spMk id="9" creationId="{163183B6-A0B6-6C9B-FC0D-09DAC8329353}"/>
          </ac:spMkLst>
        </pc:spChg>
      </pc:sldChg>
      <pc:sldChg chg="modSp add replId">
        <pc:chgData name="Vicente Alfredo Garay Robertson" userId="S::vicente.garay@uc.cl::78783c43-e97e-49e6-a0de-64154ae66e65" providerId="AD" clId="Web-{7916C556-1B7D-53E9-3E53-B520CB21F6E9}" dt="2025-12-10T15:43:32.349" v="110" actId="20577"/>
        <pc:sldMkLst>
          <pc:docMk/>
          <pc:sldMk cId="3945183785" sldId="328"/>
        </pc:sldMkLst>
        <pc:spChg chg="mod">
          <ac:chgData name="Vicente Alfredo Garay Robertson" userId="S::vicente.garay@uc.cl::78783c43-e97e-49e6-a0de-64154ae66e65" providerId="AD" clId="Web-{7916C556-1B7D-53E9-3E53-B520CB21F6E9}" dt="2025-12-10T15:40:29.249" v="65" actId="20577"/>
          <ac:spMkLst>
            <pc:docMk/>
            <pc:sldMk cId="3945183785" sldId="328"/>
            <ac:spMk id="3" creationId="{353D1C99-C66C-7F6D-2BA5-34EF5B97BCD3}"/>
          </ac:spMkLst>
        </pc:spChg>
        <pc:spChg chg="mod">
          <ac:chgData name="Vicente Alfredo Garay Robertson" userId="S::vicente.garay@uc.cl::78783c43-e97e-49e6-a0de-64154ae66e65" providerId="AD" clId="Web-{7916C556-1B7D-53E9-3E53-B520CB21F6E9}" dt="2025-12-10T15:43:32.349" v="110" actId="20577"/>
          <ac:spMkLst>
            <pc:docMk/>
            <pc:sldMk cId="3945183785" sldId="328"/>
            <ac:spMk id="9" creationId="{A7AB92F9-91B4-A7F0-7CA5-2FE57FB06D74}"/>
          </ac:spMkLst>
        </pc:spChg>
      </pc:sldChg>
      <pc:sldChg chg="modSp add ord replId">
        <pc:chgData name="Vicente Alfredo Garay Robertson" userId="S::vicente.garay@uc.cl::78783c43-e97e-49e6-a0de-64154ae66e65" providerId="AD" clId="Web-{7916C556-1B7D-53E9-3E53-B520CB21F6E9}" dt="2025-12-10T15:44:15.413" v="134" actId="20577"/>
        <pc:sldMkLst>
          <pc:docMk/>
          <pc:sldMk cId="2039500502" sldId="329"/>
        </pc:sldMkLst>
        <pc:spChg chg="mod">
          <ac:chgData name="Vicente Alfredo Garay Robertson" userId="S::vicente.garay@uc.cl::78783c43-e97e-49e6-a0de-64154ae66e65" providerId="AD" clId="Web-{7916C556-1B7D-53E9-3E53-B520CB21F6E9}" dt="2025-12-10T15:44:15.413" v="134" actId="20577"/>
          <ac:spMkLst>
            <pc:docMk/>
            <pc:sldMk cId="2039500502" sldId="329"/>
            <ac:spMk id="9" creationId="{48F0BFBB-65F5-8537-EDA1-537D5BB7DE98}"/>
          </ac:spMkLst>
        </pc:spChg>
      </pc:sldChg>
      <pc:sldChg chg="modSp add ord replId">
        <pc:chgData name="Vicente Alfredo Garay Robertson" userId="S::vicente.garay@uc.cl::78783c43-e97e-49e6-a0de-64154ae66e65" providerId="AD" clId="Web-{7916C556-1B7D-53E9-3E53-B520CB21F6E9}" dt="2025-12-10T15:45:11.414" v="174" actId="20577"/>
        <pc:sldMkLst>
          <pc:docMk/>
          <pc:sldMk cId="683080127" sldId="330"/>
        </pc:sldMkLst>
        <pc:spChg chg="mod">
          <ac:chgData name="Vicente Alfredo Garay Robertson" userId="S::vicente.garay@uc.cl::78783c43-e97e-49e6-a0de-64154ae66e65" providerId="AD" clId="Web-{7916C556-1B7D-53E9-3E53-B520CB21F6E9}" dt="2025-12-10T15:45:11.414" v="174" actId="20577"/>
          <ac:spMkLst>
            <pc:docMk/>
            <pc:sldMk cId="683080127" sldId="330"/>
            <ac:spMk id="9" creationId="{98D4264D-2650-B498-58D1-FA8CEFA067A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426019-AE77-488C-A5EB-72DA0AB2005C}" type="datetimeFigureOut">
              <a:rPr lang="es-CL" smtClean="0"/>
              <a:t>10-12-2025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33EC91-205B-4DF5-81CD-D6CFCB536AF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7963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77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7B1A0-33C5-D4F7-9DD5-959D05AD8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6E3CC-9ADE-CB96-0ECA-93898E7BF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34AFE-F90B-74B9-8A18-37AACA579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E9338-9B7B-F948-7667-15A4773865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49196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20A16-03AE-24FB-FD0B-61DE6D53A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91559-0DBB-9E7D-903C-F2EF031D3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BB791-B451-919B-0281-1291B4DE53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13278-0ED8-191E-7B96-99BAFB6D9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04911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087470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7419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2918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37149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/>
              <a:t>Los métodos estadísticos comparan la ventana actual con su ventana de referencia y generan un </a:t>
            </a:r>
            <a:r>
              <a:rPr lang="es-CL" sz="1200" b="1" err="1"/>
              <a:t>drift</a:t>
            </a:r>
            <a:r>
              <a:rPr lang="es-CL" sz="1200" b="1"/>
              <a:t> score</a:t>
            </a:r>
            <a:r>
              <a:rPr lang="es-CL" sz="1200"/>
              <a:t> que indica cuán distinta es la distribución reciente respecto a la histórica.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63364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3EC91-205B-4DF5-81CD-D6CFCB536AF4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176997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1830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s||||||tyle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99C095-77F6-4A6A-F866-E6FEAD1F4128}"/>
              </a:ext>
            </a:extLst>
          </p:cNvPr>
          <p:cNvSpPr>
            <a:spLocks noChangeAspect="1"/>
          </p:cNvSpPr>
          <p:nvPr userDrawn="1"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140CF-724F-3EFB-DE0A-0B861CBFC1E4}"/>
              </a:ext>
            </a:extLst>
          </p:cNvPr>
          <p:cNvSpPr>
            <a:spLocks noChangeAspect="1"/>
          </p:cNvSpPr>
          <p:nvPr userDrawn="1"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hyperlink" Target="https://portraitpools.com/how-much-water-does-an-olympic-sized-swimming-pool-hold/#:~:text=An%20Olympic%2Dsize%20swimming%20pool,(or%202.5%20million%20litres).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jpe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CB9B4-2F2D-7DF0-CF49-642A88830C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610099"/>
            <a:ext cx="10993549" cy="106680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CL" sz="3300" b="1">
                <a:solidFill>
                  <a:srgbClr val="FFFFFF"/>
                </a:solidFill>
              </a:rPr>
              <a:t>Optimización de modelos predictivos mediante detección de outliers y drift</a:t>
            </a:r>
            <a:endParaRPr lang="es-CL" sz="33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D86C89-7F23-A41D-1AF2-CD30CC040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697215"/>
            <a:ext cx="10993546" cy="52556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"/>
              <a:t>Franco Chiappe</a:t>
            </a:r>
            <a:endParaRPr lang="en-US" sz="50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>
              <a:lnSpc>
                <a:spcPct val="90000"/>
              </a:lnSpc>
            </a:pPr>
            <a:r>
              <a:rPr lang="en-US" sz="500"/>
              <a:t>Vicente Garay</a:t>
            </a:r>
            <a:endParaRPr lang="en-US" sz="50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>
              <a:lnSpc>
                <a:spcPct val="90000"/>
              </a:lnSpc>
            </a:pPr>
            <a:r>
              <a:rPr lang="en-US" sz="500"/>
              <a:t>Ziyu Guo</a:t>
            </a:r>
            <a:endParaRPr lang="es-CL" sz="500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4DC9F8D5-BF3E-4B69-8F17-AE72302B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3900"/>
            <a:ext cx="12192000" cy="370817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yellow and blue logo with white text&#10;&#10;AI-generated content may be incorrect.">
            <a:extLst>
              <a:ext uri="{FF2B5EF4-FFF2-40B4-BE49-F238E27FC236}">
                <a16:creationId xmlns:a16="http://schemas.microsoft.com/office/drawing/2014/main" id="{2CAEC880-3DE1-3194-7940-AC44F132B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064" y="756681"/>
            <a:ext cx="2258844" cy="304221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43C98417-D50B-4AA2-9624-E78A6120E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9114" y="641102"/>
            <a:ext cx="3666744" cy="3698516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3E945F2-E9C6-457A-A5A6-46D9ABF09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70685" y="641102"/>
            <a:ext cx="3666744" cy="3698516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37D2D1D0-3013-472A-A1E4-48C33449A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5174" y="1138403"/>
            <a:ext cx="3014297" cy="301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AD1FF191-71A7-48F6-8069-4B5DB0F5F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8951" y="641102"/>
            <a:ext cx="3666744" cy="3698516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C02594E7-3556-1568-2237-2A9E4D19A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816" y="2114539"/>
            <a:ext cx="3014297" cy="926897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E051B9BE-1550-4F91-A22E-F5818696C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48660" y="4432079"/>
            <a:ext cx="83731" cy="196077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265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CB6B0595-1BC4-1A0A-404E-FB23DA6F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itle 17">
            <a:extLst>
              <a:ext uri="{FF2B5EF4-FFF2-40B4-BE49-F238E27FC236}">
                <a16:creationId xmlns:a16="http://schemas.microsoft.com/office/drawing/2014/main" id="{E2BB04A3-9C2B-3CCF-8B2D-BADD6DC4B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/>
              <a:t>INTELIGENCIA ARTIFICIAL PARA UNA GESTIÓN EFICIENTE  Y SOSTENIBLE DEL AGUA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BE2E264-8361-F5FF-1A6B-FD72C83A3E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 algn="ctr">
              <a:lnSpc>
                <a:spcPct val="150000"/>
              </a:lnSpc>
              <a:buNone/>
            </a:pPr>
            <a:r>
              <a:rPr lang="es-CL" sz="2400" b="1"/>
              <a:t>Escala operacional en cifras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79B06-5822-E1B3-7934-970EF987EF10}"/>
              </a:ext>
            </a:extLst>
          </p:cNvPr>
          <p:cNvSpPr txBox="1"/>
          <p:nvPr/>
        </p:nvSpPr>
        <p:spPr>
          <a:xfrm>
            <a:off x="6479663" y="2920071"/>
            <a:ext cx="18295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>
                <a:solidFill>
                  <a:srgbClr val="3874AF"/>
                </a:solidFill>
              </a:rPr>
              <a:t>1 Millón m³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63F89F-EAEB-9EB2-6C0D-9F785B164E13}"/>
              </a:ext>
            </a:extLst>
          </p:cNvPr>
          <p:cNvSpPr txBox="1"/>
          <p:nvPr/>
        </p:nvSpPr>
        <p:spPr>
          <a:xfrm>
            <a:off x="9584980" y="2843107"/>
            <a:ext cx="18295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>
                <a:solidFill>
                  <a:srgbClr val="3874AF"/>
                </a:solidFill>
              </a:rPr>
              <a:t>400 Piscinas Olímpicas</a:t>
            </a:r>
          </a:p>
        </p:txBody>
      </p:sp>
      <p:pic>
        <p:nvPicPr>
          <p:cNvPr id="15" name="Picture 10" descr="Tokio inaugura su flamante centro acuático para los Juegos Olímpicos">
            <a:hlinkClick r:id="rId4"/>
            <a:extLst>
              <a:ext uri="{FF2B5EF4-FFF2-40B4-BE49-F238E27FC236}">
                <a16:creationId xmlns:a16="http://schemas.microsoft.com/office/drawing/2014/main" id="{5BFF7BD5-98B1-1928-8A04-7D4D83AE45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33" t="43236" r="24523"/>
          <a:stretch>
            <a:fillRect/>
          </a:stretch>
        </p:blipFill>
        <p:spPr bwMode="auto">
          <a:xfrm>
            <a:off x="9293734" y="3660918"/>
            <a:ext cx="2271948" cy="1414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Equals 15">
            <a:extLst>
              <a:ext uri="{FF2B5EF4-FFF2-40B4-BE49-F238E27FC236}">
                <a16:creationId xmlns:a16="http://schemas.microsoft.com/office/drawing/2014/main" id="{3071588E-169D-1546-E21B-66636E4C35A2}"/>
              </a:ext>
            </a:extLst>
          </p:cNvPr>
          <p:cNvSpPr/>
          <p:nvPr/>
        </p:nvSpPr>
        <p:spPr>
          <a:xfrm>
            <a:off x="8573484" y="4070653"/>
            <a:ext cx="635153" cy="625958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pic>
        <p:nvPicPr>
          <p:cNvPr id="17" name="Picture 2" descr="Valoremos el agua - Santo Tomás en Línea">
            <a:extLst>
              <a:ext uri="{FF2B5EF4-FFF2-40B4-BE49-F238E27FC236}">
                <a16:creationId xmlns:a16="http://schemas.microsoft.com/office/drawing/2014/main" id="{0628F4EA-1295-2A1F-56C0-C6DD4144D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476" y="3660917"/>
            <a:ext cx="2263959" cy="1414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EA05F0-C04C-800B-B557-A8B95507D54D}"/>
              </a:ext>
            </a:extLst>
          </p:cNvPr>
          <p:cNvSpPr txBox="1"/>
          <p:nvPr/>
        </p:nvSpPr>
        <p:spPr>
          <a:xfrm>
            <a:off x="8114064" y="5630218"/>
            <a:ext cx="360226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900"/>
              <a:t>Comparación referencial basada en medidas mínimas de piscina </a:t>
            </a:r>
            <a:r>
              <a:rPr lang="es-CL" sz="900" err="1"/>
              <a:t>olimpica</a:t>
            </a:r>
            <a:endParaRPr lang="es-CL" sz="9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D423F86-313E-44A8-7D32-BFC7CCC886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Autofit/>
          </a:bodyPr>
          <a:lstStyle/>
          <a:p>
            <a:pPr marL="0" indent="0" algn="just">
              <a:buNone/>
            </a:pPr>
            <a:r>
              <a:rPr lang="es-CL" sz="2400" err="1"/>
              <a:t>Ainwater</a:t>
            </a:r>
            <a:r>
              <a:rPr lang="es-CL" sz="2400"/>
              <a:t> desarrolla soluciones SaaS para optimizar la operación de plantas de tratamiento de agua.</a:t>
            </a:r>
          </a:p>
          <a:p>
            <a:pPr marL="0" indent="0" algn="just">
              <a:buNone/>
            </a:pPr>
            <a:r>
              <a:rPr lang="es-CL" sz="2400"/>
              <a:t>Su tecnología se utiliza en instalaciones que procesan más de 1 millón de m³ diarios.</a:t>
            </a:r>
          </a:p>
          <a:p>
            <a:pPr marL="0" indent="0" algn="just">
              <a:buNone/>
            </a:pPr>
            <a:endParaRPr lang="es-CL" sz="2400"/>
          </a:p>
        </p:txBody>
      </p:sp>
    </p:spTree>
    <p:extLst>
      <p:ext uri="{BB962C8B-B14F-4D97-AF65-F5344CB8AC3E}">
        <p14:creationId xmlns:p14="http://schemas.microsoft.com/office/powerpoint/2010/main" val="310860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 animBg="1"/>
      <p:bldP spid="13" grpId="0"/>
      <p:bldP spid="14" grpId="0"/>
      <p:bldP spid="16" grpId="0" animBg="1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B682F-70C7-BD84-00EF-0E09C0C9C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261;g3782111addc_0_184">
            <a:extLst>
              <a:ext uri="{FF2B5EF4-FFF2-40B4-BE49-F238E27FC236}">
                <a16:creationId xmlns:a16="http://schemas.microsoft.com/office/drawing/2014/main" id="{170F2FBC-3F18-30EE-EDD6-8D5C996EF653}"/>
              </a:ext>
            </a:extLst>
          </p:cNvPr>
          <p:cNvGrpSpPr/>
          <p:nvPr/>
        </p:nvGrpSpPr>
        <p:grpSpPr>
          <a:xfrm>
            <a:off x="6324626" y="2306549"/>
            <a:ext cx="5149974" cy="3245124"/>
            <a:chOff x="-71535" y="91320"/>
            <a:chExt cx="12335068" cy="6675359"/>
          </a:xfrm>
        </p:grpSpPr>
        <p:pic>
          <p:nvPicPr>
            <p:cNvPr id="5" name="Google Shape;262;g3782111addc_0_184">
              <a:extLst>
                <a:ext uri="{FF2B5EF4-FFF2-40B4-BE49-F238E27FC236}">
                  <a16:creationId xmlns:a16="http://schemas.microsoft.com/office/drawing/2014/main" id="{7CA4767D-F48C-D02F-9517-BD344C52B1F3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71535" y="91320"/>
              <a:ext cx="12335068" cy="66753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263;g3782111addc_0_184">
              <a:extLst>
                <a:ext uri="{FF2B5EF4-FFF2-40B4-BE49-F238E27FC236}">
                  <a16:creationId xmlns:a16="http://schemas.microsoft.com/office/drawing/2014/main" id="{454321BD-D0B6-2786-CCAB-CF74E906F3A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91557" y="839025"/>
              <a:ext cx="9321471" cy="515356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EFC27C3D-64B6-0D97-4B0A-71AA6AF50A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itle 13">
            <a:extLst>
              <a:ext uri="{FF2B5EF4-FFF2-40B4-BE49-F238E27FC236}">
                <a16:creationId xmlns:a16="http://schemas.microsoft.com/office/drawing/2014/main" id="{29685839-7099-4BF3-DA37-30404632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/>
              <a:t>INTELIGENCIA ARTIFICIAL PARA UNA GESTIÓN EFICIENTE  Y SOSTENIBLE DEL AGUA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7BA16-6636-8C0F-B8EB-F9FA14843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Autofit/>
          </a:bodyPr>
          <a:lstStyle/>
          <a:p>
            <a:pPr marL="0" indent="0" algn="just">
              <a:buNone/>
            </a:pPr>
            <a:r>
              <a:rPr lang="es-CL" sz="2400" b="1"/>
              <a:t>Poseidón</a:t>
            </a:r>
            <a:r>
              <a:rPr lang="es-CL" sz="2400"/>
              <a:t> es la plataforma central de </a:t>
            </a:r>
            <a:r>
              <a:rPr lang="es-CL" sz="2400" err="1"/>
              <a:t>Ainwater</a:t>
            </a:r>
            <a:r>
              <a:rPr lang="es-CL" sz="2400"/>
              <a:t> para monitoreo y análisis en tiempo real. </a:t>
            </a:r>
          </a:p>
          <a:p>
            <a:pPr marL="0" indent="0" algn="just">
              <a:buNone/>
            </a:pPr>
            <a:r>
              <a:rPr lang="es-CL" sz="2400"/>
              <a:t>En plantas reales ha permitido reducir los costos operativos hasta en un 30%.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FAAF3DC3-92C6-D42F-8161-A64DC6B1B7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.</a:t>
            </a:r>
            <a:endParaRPr lang="es-CL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648F74-303D-B9B7-45D7-B8A72A9DEAC9}"/>
              </a:ext>
            </a:extLst>
          </p:cNvPr>
          <p:cNvSpPr txBox="1"/>
          <p:nvPr/>
        </p:nvSpPr>
        <p:spPr>
          <a:xfrm>
            <a:off x="9401175" y="5630218"/>
            <a:ext cx="23029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/>
              <a:t>Captura Referencial de Plataforma Poseidón</a:t>
            </a:r>
          </a:p>
        </p:txBody>
      </p:sp>
    </p:spTree>
    <p:extLst>
      <p:ext uri="{BB962C8B-B14F-4D97-AF65-F5344CB8AC3E}">
        <p14:creationId xmlns:p14="http://schemas.microsoft.com/office/powerpoint/2010/main" val="1673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25DD-1800-256C-E074-B3CAB3622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63A55CB4-91FD-3328-07EB-42ACFA868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DDA99DEF-492E-FC4D-28F5-17219D7A9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CONTROL MANUAL DE DATOS AFECTA LA CONFIABILIDAD DE LOS MODELOS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19756-4B6F-9D95-6B8C-67139674A4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Autofit/>
          </a:bodyPr>
          <a:lstStyle/>
          <a:p>
            <a:pPr marL="0" indent="0" algn="just">
              <a:buNone/>
            </a:pPr>
            <a:r>
              <a:rPr lang="es-CL" sz="2400"/>
              <a:t>El control de calidad de datos en las plantas es hoy un proceso </a:t>
            </a:r>
            <a:r>
              <a:rPr lang="es-CL" sz="2400" b="1"/>
              <a:t>manual</a:t>
            </a:r>
            <a:r>
              <a:rPr lang="es-CL" sz="2400"/>
              <a:t>,</a:t>
            </a:r>
            <a:r>
              <a:rPr lang="es-CL" sz="2400" b="1"/>
              <a:t> lento </a:t>
            </a:r>
            <a:r>
              <a:rPr lang="es-CL" sz="2400"/>
              <a:t>y</a:t>
            </a:r>
            <a:r>
              <a:rPr lang="es-CL" sz="2400" b="1"/>
              <a:t> reactivo</a:t>
            </a:r>
            <a:r>
              <a:rPr lang="es-CL" sz="2400"/>
              <a:t>. </a:t>
            </a:r>
          </a:p>
          <a:p>
            <a:pPr marL="0" indent="0" algn="just">
              <a:buNone/>
            </a:pPr>
            <a:r>
              <a:rPr lang="es-CL" sz="2400"/>
              <a:t>Los </a:t>
            </a:r>
            <a:r>
              <a:rPr lang="es-CL" sz="2400" b="1" err="1"/>
              <a:t>outliers</a:t>
            </a:r>
            <a:r>
              <a:rPr lang="es-CL" sz="2400"/>
              <a:t> y </a:t>
            </a:r>
            <a:r>
              <a:rPr lang="es-CL" sz="2400" b="1" err="1"/>
              <a:t>drift</a:t>
            </a:r>
            <a:r>
              <a:rPr lang="es-CL" sz="2400"/>
              <a:t> pueden pasar desapercibidos por largos periodos, afectando la estabilidad operativa y aumentando los costos.</a:t>
            </a:r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D00E035C-0FCB-2587-FD99-DE36B3CEF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18" y="2228003"/>
            <a:ext cx="5422392" cy="3633047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.</a:t>
            </a:r>
            <a:endParaRPr lang="es-CL">
              <a:solidFill>
                <a:schemeClr val="bg1"/>
              </a:solidFill>
            </a:endParaRPr>
          </a:p>
        </p:txBody>
      </p:sp>
      <p:pic>
        <p:nvPicPr>
          <p:cNvPr id="2050" name="Picture 2" descr="AInwater la startup chilena que usa IA para revolucionar la gestión del agua en Amrica Latina">
            <a:extLst>
              <a:ext uri="{FF2B5EF4-FFF2-40B4-BE49-F238E27FC236}">
                <a16:creationId xmlns:a16="http://schemas.microsoft.com/office/drawing/2014/main" id="{47A05D38-CD01-A971-998C-847B04560B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2"/>
          <a:stretch>
            <a:fillRect/>
          </a:stretch>
        </p:blipFill>
        <p:spPr bwMode="auto">
          <a:xfrm>
            <a:off x="7393451" y="2534045"/>
            <a:ext cx="3012325" cy="3020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6A74A6-5A09-B14A-2518-75D28280BC4A}"/>
              </a:ext>
            </a:extLst>
          </p:cNvPr>
          <p:cNvSpPr txBox="1"/>
          <p:nvPr/>
        </p:nvSpPr>
        <p:spPr>
          <a:xfrm>
            <a:off x="9621308" y="5630216"/>
            <a:ext cx="23029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 err="1"/>
              <a:t>Wired</a:t>
            </a:r>
            <a:r>
              <a:rPr lang="es-CL" sz="900"/>
              <a:t> español articulo sobre </a:t>
            </a:r>
            <a:r>
              <a:rPr lang="es-CL" sz="900" err="1"/>
              <a:t>Ainwater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3287784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DF3E4AFE-4E17-0B5C-CC20-B302C304E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A835F3-56C9-FC73-9746-72C5C5E66A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L" sz="2400" b="1" err="1"/>
              <a:t>Outliers</a:t>
            </a:r>
            <a:r>
              <a:rPr lang="es-CL" sz="2400" b="1"/>
              <a:t>:</a:t>
            </a:r>
            <a:r>
              <a:rPr lang="es-CL" sz="2400"/>
              <a:t> valores o grupos de puntos que se alejan drásticamente del comportamiento normal del sensor.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2A78E6-D879-CD3D-03BB-94B8DCD99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L" sz="2400" b="1" err="1"/>
              <a:t>Drift</a:t>
            </a:r>
            <a:r>
              <a:rPr lang="es-CL" sz="2400" b="1"/>
              <a:t>:</a:t>
            </a:r>
            <a:r>
              <a:rPr lang="es-CL" sz="2400"/>
              <a:t> cambio sostenido en la distribución del sensor a lo largo del tiempo. </a:t>
            </a:r>
          </a:p>
        </p:txBody>
      </p:sp>
      <p:pic>
        <p:nvPicPr>
          <p:cNvPr id="7174" name="Picture 6" descr="Explainability and Interpretability in Concept and Data Drift: A Systematic  Literature Review">
            <a:extLst>
              <a:ext uri="{FF2B5EF4-FFF2-40B4-BE49-F238E27FC236}">
                <a16:creationId xmlns:a16="http://schemas.microsoft.com/office/drawing/2014/main" id="{7E95097F-42A2-AEBA-FDE2-6B6DFA67A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7413" y="3429000"/>
            <a:ext cx="3884400" cy="2147014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graph showing a sensor data&#10;&#10;AI-generated content may be incorrect.">
            <a:extLst>
              <a:ext uri="{FF2B5EF4-FFF2-40B4-BE49-F238E27FC236}">
                <a16:creationId xmlns:a16="http://schemas.microsoft.com/office/drawing/2014/main" id="{F58192A3-DCDB-6C4B-5CB7-B8AD42855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708" y="3429000"/>
            <a:ext cx="3885360" cy="211928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B90D855-A892-1169-B0DF-D23DBBC4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CONTROL MANUAL DE DATOS AFECTA LA CONFIABILIDAD DE LOS MODELOS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79CAB6-04C6-9D85-2517-CA92FAF9B27F}"/>
              </a:ext>
            </a:extLst>
          </p:cNvPr>
          <p:cNvSpPr txBox="1"/>
          <p:nvPr/>
        </p:nvSpPr>
        <p:spPr>
          <a:xfrm>
            <a:off x="8224140" y="5630218"/>
            <a:ext cx="34577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/>
              <a:t>Imágenes Referenciales (no corresponden a datos reales de </a:t>
            </a:r>
            <a:r>
              <a:rPr lang="es-CL" sz="900" err="1"/>
              <a:t>Ainwater</a:t>
            </a:r>
            <a:r>
              <a:rPr lang="es-CL" sz="9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2553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animBg="1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463D2B-8B9A-F262-B109-26EA23DAA8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07" r="3284" b="9304"/>
          <a:stretch>
            <a:fillRect/>
          </a:stretch>
        </p:blipFill>
        <p:spPr>
          <a:xfrm>
            <a:off x="581191" y="2228003"/>
            <a:ext cx="5422392" cy="3633047"/>
          </a:xfrm>
          <a:prstGeom prst="rect">
            <a:avLst/>
          </a:prstGeom>
        </p:spPr>
      </p:pic>
      <p:pic>
        <p:nvPicPr>
          <p:cNvPr id="20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FD28CC80-D78F-1C28-8665-DAB91D1C32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itle 24">
            <a:extLst>
              <a:ext uri="{FF2B5EF4-FFF2-40B4-BE49-F238E27FC236}">
                <a16:creationId xmlns:a16="http://schemas.microsoft.com/office/drawing/2014/main" id="{3F57E437-B0BB-44C1-E2EF-A93489DAB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SERIES DE TIEMPO MULTIVARIABLES DE SENSORES EN PLANTAS DE TRATAMIENTO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E4EFE2-210B-C024-D967-D75BD360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Autofit/>
          </a:bodyPr>
          <a:lstStyle/>
          <a:p>
            <a:pPr marL="0" indent="0" algn="just">
              <a:buNone/>
            </a:pPr>
            <a:r>
              <a:rPr lang="es-CL" sz="2400"/>
              <a:t>Las plantas generan series minuto a minuto que combinan múltiples sensores con niveles de variabilidad distintos.</a:t>
            </a:r>
          </a:p>
          <a:p>
            <a:pPr marL="0" indent="0" algn="just">
              <a:buNone/>
            </a:pPr>
            <a:br>
              <a:rPr lang="es-CL" sz="2400"/>
            </a:br>
            <a:r>
              <a:rPr lang="es-CL" sz="2400"/>
              <a:t>Procesarlas según su comportamiento histórico es esencial para evitar interpretar ruido como anomalías.</a:t>
            </a:r>
          </a:p>
        </p:txBody>
      </p:sp>
      <p:sp>
        <p:nvSpPr>
          <p:cNvPr id="38" name="Content Placeholder 37">
            <a:extLst>
              <a:ext uri="{FF2B5EF4-FFF2-40B4-BE49-F238E27FC236}">
                <a16:creationId xmlns:a16="http://schemas.microsoft.com/office/drawing/2014/main" id="{94DE3265-F735-1AF9-FB87-379AEA8D93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.</a:t>
            </a:r>
            <a:endParaRPr lang="es-CL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63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48704E03-37C0-1469-7D98-3FB7E924D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itle 28">
            <a:extLst>
              <a:ext uri="{FF2B5EF4-FFF2-40B4-BE49-F238E27FC236}">
                <a16:creationId xmlns:a16="http://schemas.microsoft.com/office/drawing/2014/main" id="{47FD5222-ED8C-4018-10A6-83A98408D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PATRONES OPERATIVOS EN LOS SENSORES:  Variables Cíclicas</a:t>
            </a:r>
            <a:br>
              <a:rPr lang="es-CL"/>
            </a:br>
            <a:endParaRPr lang="es-CL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22B8018-D3EA-E026-E04A-456F14A145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just">
              <a:buNone/>
            </a:pPr>
            <a:r>
              <a:rPr lang="es-CL" sz="2400"/>
              <a:t>Algunas variables presentan comportamientos cíclicos asociados a la operación diaria de la planta.</a:t>
            </a:r>
          </a:p>
          <a:p>
            <a:pPr marL="0" indent="0" algn="just">
              <a:buNone/>
            </a:pPr>
            <a:r>
              <a:rPr lang="es-CL" sz="2400"/>
              <a:t>Estos ciclos pueden generar oscilaciones regulares que no corresponden a anomalías, sino a patrones naturales de funcionamiento.</a:t>
            </a:r>
          </a:p>
        </p:txBody>
      </p:sp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0438C7B3-A32D-ECA2-1592-AFD0A9573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.</a:t>
            </a:r>
            <a:endParaRPr lang="es-CL">
              <a:solidFill>
                <a:schemeClr val="bg1"/>
              </a:solidFill>
            </a:endParaRPr>
          </a:p>
        </p:txBody>
      </p:sp>
      <p:sp>
        <p:nvSpPr>
          <p:cNvPr id="27" name="Title 24">
            <a:extLst>
              <a:ext uri="{FF2B5EF4-FFF2-40B4-BE49-F238E27FC236}">
                <a16:creationId xmlns:a16="http://schemas.microsoft.com/office/drawing/2014/main" id="{91740605-BA34-2B24-8A35-8A1046F7A2C8}"/>
              </a:ext>
            </a:extLst>
          </p:cNvPr>
          <p:cNvSpPr txBox="1">
            <a:spLocks/>
          </p:cNvSpPr>
          <p:nvPr/>
        </p:nvSpPr>
        <p:spPr>
          <a:xfrm>
            <a:off x="733593" y="696044"/>
            <a:ext cx="11029616" cy="9883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s-CL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ABDE275-F257-08D9-2AAC-BA3B9EBFA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142" y="2392642"/>
            <a:ext cx="3908166" cy="160924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220278D-329A-9E10-49C3-F130DA2F25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143" y="4076701"/>
            <a:ext cx="3908166" cy="160924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E244063-B482-4B7E-9E73-F73FC29280BF}"/>
              </a:ext>
            </a:extLst>
          </p:cNvPr>
          <p:cNvSpPr txBox="1"/>
          <p:nvPr/>
        </p:nvSpPr>
        <p:spPr>
          <a:xfrm>
            <a:off x="7877175" y="6257925"/>
            <a:ext cx="971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L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2C48AF-675A-BF06-D4B7-28D99F575572}"/>
              </a:ext>
            </a:extLst>
          </p:cNvPr>
          <p:cNvSpPr txBox="1"/>
          <p:nvPr/>
        </p:nvSpPr>
        <p:spPr>
          <a:xfrm>
            <a:off x="9149289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Variables reales </a:t>
            </a:r>
            <a:r>
              <a:rPr lang="en-US" sz="900" err="1"/>
              <a:t>presentes</a:t>
            </a:r>
            <a:r>
              <a:rPr lang="en-US" sz="900"/>
              <a:t> </a:t>
            </a:r>
            <a:r>
              <a:rPr lang="en-US" sz="900" err="1"/>
              <a:t>en</a:t>
            </a:r>
            <a:r>
              <a:rPr lang="en-US" sz="900"/>
              <a:t> </a:t>
            </a:r>
            <a:r>
              <a:rPr lang="en-US" sz="900" err="1"/>
              <a:t>los</a:t>
            </a:r>
            <a:r>
              <a:rPr lang="en-US" sz="900"/>
              <a:t> </a:t>
            </a:r>
            <a:r>
              <a:rPr lang="en-US" sz="900" err="1"/>
              <a:t>datos</a:t>
            </a:r>
            <a:r>
              <a:rPr lang="en-US" sz="900"/>
              <a:t> de </a:t>
            </a:r>
            <a:r>
              <a:rPr lang="en-US" sz="900" err="1"/>
              <a:t>estudio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1780887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3E9-9B2A-F5BD-6C4D-B2F823495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5F876A0A-46EA-1F1A-8940-9C75E4507C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itle 28">
            <a:extLst>
              <a:ext uri="{FF2B5EF4-FFF2-40B4-BE49-F238E27FC236}">
                <a16:creationId xmlns:a16="http://schemas.microsoft.com/office/drawing/2014/main" id="{7DA3ACA7-9F36-3A0D-5000-7D1F86F2C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PATRONES OPERATIVOS EN LOS SENSORES: TRAMOS ESTABLES</a:t>
            </a:r>
            <a:br>
              <a:rPr lang="es-CL"/>
            </a:br>
            <a:endParaRPr lang="es-CL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2379BC8-6628-2C8E-F5CB-4E587537FB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rmAutofit/>
          </a:bodyPr>
          <a:lstStyle/>
          <a:p>
            <a:pPr marL="0" indent="0" algn="just">
              <a:buNone/>
            </a:pPr>
            <a:r>
              <a:rPr lang="es-CL" sz="2400"/>
              <a:t>Otras variables mantienen tramos prolongados en valores casi constantes o mesetas, reflejando etapas estables del  proceso. </a:t>
            </a:r>
          </a:p>
          <a:p>
            <a:pPr marL="0" indent="0" algn="just">
              <a:buNone/>
            </a:pPr>
            <a:r>
              <a:rPr lang="es-CL" sz="2400"/>
              <a:t>Estos periodos pueden incluir picos, ruidos o pequeñas fluctuaciones sin implicar un cambio real en la operación.</a:t>
            </a:r>
          </a:p>
        </p:txBody>
      </p:sp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AB15014A-94D1-4656-457C-FC4BE7B11D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.</a:t>
            </a:r>
            <a:endParaRPr lang="es-CL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A84170-B377-91D3-84E1-4F904136E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729" y="4034712"/>
            <a:ext cx="5264866" cy="1290477"/>
          </a:xfrm>
          <a:prstGeom prst="rect">
            <a:avLst/>
          </a:prstGeom>
        </p:spPr>
      </p:pic>
      <p:sp>
        <p:nvSpPr>
          <p:cNvPr id="27" name="Title 24">
            <a:extLst>
              <a:ext uri="{FF2B5EF4-FFF2-40B4-BE49-F238E27FC236}">
                <a16:creationId xmlns:a16="http://schemas.microsoft.com/office/drawing/2014/main" id="{F4A51330-1113-88FF-4E17-00DFAAC7115F}"/>
              </a:ext>
            </a:extLst>
          </p:cNvPr>
          <p:cNvSpPr txBox="1">
            <a:spLocks/>
          </p:cNvSpPr>
          <p:nvPr/>
        </p:nvSpPr>
        <p:spPr>
          <a:xfrm>
            <a:off x="733593" y="696044"/>
            <a:ext cx="11029616" cy="9883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s-C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7A6AF2-AB4E-2CC2-4237-8CF5E367D6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729" y="2717033"/>
            <a:ext cx="5264866" cy="12354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1B30ED-836A-3427-DF2A-C522F3978F66}"/>
              </a:ext>
            </a:extLst>
          </p:cNvPr>
          <p:cNvSpPr txBox="1"/>
          <p:nvPr/>
        </p:nvSpPr>
        <p:spPr>
          <a:xfrm>
            <a:off x="9149289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Variables reales </a:t>
            </a:r>
            <a:r>
              <a:rPr lang="en-US" sz="900" err="1"/>
              <a:t>presentes</a:t>
            </a:r>
            <a:r>
              <a:rPr lang="en-US" sz="900"/>
              <a:t> </a:t>
            </a:r>
            <a:r>
              <a:rPr lang="en-US" sz="900" err="1"/>
              <a:t>en</a:t>
            </a:r>
            <a:r>
              <a:rPr lang="en-US" sz="900"/>
              <a:t> </a:t>
            </a:r>
            <a:r>
              <a:rPr lang="en-US" sz="900" err="1"/>
              <a:t>los</a:t>
            </a:r>
            <a:r>
              <a:rPr lang="en-US" sz="900"/>
              <a:t> </a:t>
            </a:r>
            <a:r>
              <a:rPr lang="en-US" sz="900" err="1"/>
              <a:t>datos</a:t>
            </a:r>
            <a:r>
              <a:rPr lang="en-US" sz="900"/>
              <a:t> de </a:t>
            </a:r>
            <a:r>
              <a:rPr lang="en-US" sz="900" err="1"/>
              <a:t>estudio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195673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B10A2BBD-826D-058B-F2FC-28AE37302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45B5E-34CF-B6E7-3675-06D3D9E9F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 anchor="t">
            <a:noAutofit/>
          </a:bodyPr>
          <a:lstStyle/>
          <a:p>
            <a:pPr marL="0" indent="0" algn="just">
              <a:buNone/>
            </a:pPr>
            <a:r>
              <a:rPr lang="es-CL" sz="2400"/>
              <a:t>Para </a:t>
            </a:r>
            <a:r>
              <a:rPr lang="es-CL" sz="2400" err="1"/>
              <a:t>outliers</a:t>
            </a:r>
            <a:r>
              <a:rPr lang="es-CL" sz="2400"/>
              <a:t>, se utilizaron </a:t>
            </a:r>
            <a:r>
              <a:rPr lang="es-CL" sz="2400" b="1"/>
              <a:t>datos reales </a:t>
            </a:r>
            <a:r>
              <a:rPr lang="es-CL" sz="2400"/>
              <a:t>de las tres plantas, que fueron revisados y etiquetados manualmente para identificar valores anómalos y nubes de </a:t>
            </a:r>
            <a:r>
              <a:rPr lang="es-CL" sz="2400" err="1"/>
              <a:t>outliers</a:t>
            </a:r>
            <a:r>
              <a:rPr lang="es-CL" sz="2400"/>
              <a:t>. </a:t>
            </a:r>
          </a:p>
          <a:p>
            <a:pPr marL="0" indent="0" algn="just">
              <a:buNone/>
            </a:pPr>
            <a:r>
              <a:rPr lang="es-CL" sz="2400"/>
              <a:t>Estas etiquetas sirvieron como base para evaluar el desempeño del modelo bajo condiciones operacionales reales.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F0EFE-F3C2-367D-D7B9-915A6BD99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>
                <a:solidFill>
                  <a:schemeClr val="bg1"/>
                </a:solidFill>
              </a:rPr>
              <a:t>.</a:t>
            </a:r>
            <a:endParaRPr lang="es-CL" sz="2000">
              <a:solidFill>
                <a:schemeClr val="bg1"/>
              </a:solidFill>
            </a:endParaRPr>
          </a:p>
        </p:txBody>
      </p:sp>
      <p:sp>
        <p:nvSpPr>
          <p:cNvPr id="26" name="Title 28">
            <a:extLst>
              <a:ext uri="{FF2B5EF4-FFF2-40B4-BE49-F238E27FC236}">
                <a16:creationId xmlns:a16="http://schemas.microsoft.com/office/drawing/2014/main" id="{67672D89-153D-343B-B03B-E62C8ED97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>
            <a:normAutofit/>
          </a:bodyPr>
          <a:lstStyle/>
          <a:p>
            <a:r>
              <a:rPr lang="es-CL"/>
              <a:t>Datos etiquetados para validar los modelos: </a:t>
            </a:r>
            <a:r>
              <a:rPr lang="es-CL" err="1"/>
              <a:t>Outliers</a:t>
            </a:r>
            <a:br>
              <a:rPr lang="es-CL"/>
            </a:br>
            <a:endParaRPr lang="es-CL"/>
          </a:p>
        </p:txBody>
      </p:sp>
      <p:pic>
        <p:nvPicPr>
          <p:cNvPr id="6" name="Picture 5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91757C51-A1B6-EDE5-5A05-669914FC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704" y="2841275"/>
            <a:ext cx="5145818" cy="24065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1A8C92-FEEA-9F65-0E67-DA30D852A318}"/>
              </a:ext>
            </a:extLst>
          </p:cNvPr>
          <p:cNvSpPr txBox="1"/>
          <p:nvPr/>
        </p:nvSpPr>
        <p:spPr>
          <a:xfrm>
            <a:off x="9149289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/>
              <a:t>	Datos reales etiquetados manualmente</a:t>
            </a:r>
          </a:p>
        </p:txBody>
      </p:sp>
    </p:spTree>
    <p:extLst>
      <p:ext uri="{BB962C8B-B14F-4D97-AF65-F5344CB8AC3E}">
        <p14:creationId xmlns:p14="http://schemas.microsoft.com/office/powerpoint/2010/main" val="1356537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D7B1-409A-A1B6-C993-5EC51E11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4826F0AB-FCB5-4235-6991-99F91396F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8A464-18A9-770B-A868-F4FA9D3D89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 anchor="ctr">
            <a:noAutofit/>
          </a:bodyPr>
          <a:lstStyle/>
          <a:p>
            <a:pPr marL="0" indent="0" algn="just">
              <a:buNone/>
            </a:pPr>
            <a:r>
              <a:rPr lang="es-CL" sz="2400"/>
              <a:t>En el caso del </a:t>
            </a:r>
            <a:r>
              <a:rPr lang="es-CL" sz="2400" err="1"/>
              <a:t>drift</a:t>
            </a:r>
            <a:r>
              <a:rPr lang="es-CL" sz="2400"/>
              <a:t>, se generaron </a:t>
            </a:r>
            <a:r>
              <a:rPr lang="es-CL" sz="2400" b="1"/>
              <a:t>datos sintéticos </a:t>
            </a:r>
            <a:r>
              <a:rPr lang="es-CL" sz="2400"/>
              <a:t>con cambios controlados en la distribución del sensor, tanto abruptos como graduales. </a:t>
            </a:r>
          </a:p>
          <a:p>
            <a:pPr marL="0" indent="0" algn="just">
              <a:buNone/>
            </a:pPr>
            <a:r>
              <a:rPr lang="es-CL" sz="2400"/>
              <a:t>Estos episodios fueron etiquetados manualmente y permitieron comparar estrategias de referencia y validar la detección del cambio en distintos escenarios.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212E9D-9A56-17C1-A07D-8452ED5B8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>
                <a:solidFill>
                  <a:schemeClr val="bg1"/>
                </a:solidFill>
              </a:rPr>
              <a:t>.</a:t>
            </a:r>
            <a:endParaRPr lang="es-CL" sz="2000">
              <a:solidFill>
                <a:schemeClr val="bg1"/>
              </a:solidFill>
            </a:endParaRPr>
          </a:p>
        </p:txBody>
      </p:sp>
      <p:sp>
        <p:nvSpPr>
          <p:cNvPr id="26" name="Title 28">
            <a:extLst>
              <a:ext uri="{FF2B5EF4-FFF2-40B4-BE49-F238E27FC236}">
                <a16:creationId xmlns:a16="http://schemas.microsoft.com/office/drawing/2014/main" id="{909DA880-F86A-F4C2-E5FE-D2D8EE30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>
            <a:normAutofit/>
          </a:bodyPr>
          <a:lstStyle/>
          <a:p>
            <a:r>
              <a:rPr lang="es-CL"/>
              <a:t>Datos etiquetados para validar los modelos: </a:t>
            </a:r>
            <a:r>
              <a:rPr lang="es-CL" err="1"/>
              <a:t>DRift</a:t>
            </a:r>
            <a:br>
              <a:rPr lang="es-CL"/>
            </a:br>
            <a:endParaRPr lang="es-C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A67098-513B-76D5-5946-A7CABF2E4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1965" y="4043332"/>
            <a:ext cx="5375296" cy="12732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917E53-4975-8ECB-4673-F9F020EFE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606" y="2702688"/>
            <a:ext cx="5291117" cy="11626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EAAEF1-6037-6A08-E110-7D41097F3ADF}"/>
              </a:ext>
            </a:extLst>
          </p:cNvPr>
          <p:cNvSpPr txBox="1"/>
          <p:nvPr/>
        </p:nvSpPr>
        <p:spPr>
          <a:xfrm>
            <a:off x="9191624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/>
              <a:t>Datos sintéticos con </a:t>
            </a:r>
            <a:r>
              <a:rPr lang="es-CL" sz="900" err="1"/>
              <a:t>drift</a:t>
            </a:r>
            <a:r>
              <a:rPr lang="es-CL" sz="900"/>
              <a:t> controlado (no reales)</a:t>
            </a:r>
          </a:p>
        </p:txBody>
      </p:sp>
    </p:spTree>
    <p:extLst>
      <p:ext uri="{BB962C8B-B14F-4D97-AF65-F5344CB8AC3E}">
        <p14:creationId xmlns:p14="http://schemas.microsoft.com/office/powerpoint/2010/main" val="2684489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99CC25A5-A6D3-4249-6F6D-D9F1916AC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diagram of a flowchart&#10;&#10;AI-generated content may be incorrect.">
            <a:extLst>
              <a:ext uri="{FF2B5EF4-FFF2-40B4-BE49-F238E27FC236}">
                <a16:creationId xmlns:a16="http://schemas.microsoft.com/office/drawing/2014/main" id="{66670184-F072-1CF4-F367-774A70A83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707" y="2298649"/>
            <a:ext cx="3912280" cy="3443390"/>
          </a:xfrm>
          <a:prstGeom prst="rect">
            <a:avLst/>
          </a:prstGeom>
        </p:spPr>
      </p:pic>
      <p:sp>
        <p:nvSpPr>
          <p:cNvPr id="9" name="Title 24">
            <a:extLst>
              <a:ext uri="{FF2B5EF4-FFF2-40B4-BE49-F238E27FC236}">
                <a16:creationId xmlns:a16="http://schemas.microsoft.com/office/drawing/2014/main" id="{6D788BC2-606C-3E07-3C13-AF3856555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sistema automático para detectar </a:t>
            </a:r>
            <a:r>
              <a:rPr lang="es-CL" err="1"/>
              <a:t>outliers</a:t>
            </a:r>
            <a:r>
              <a:rPr lang="es-CL"/>
              <a:t> y </a:t>
            </a:r>
            <a:r>
              <a:rPr lang="es-CL" err="1"/>
              <a:t>drift</a:t>
            </a:r>
            <a:r>
              <a:rPr lang="es-CL"/>
              <a:t> en series históricas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2FA70-6D49-C105-125E-CC34E7D697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L" sz="2400"/>
              <a:t>El sistema procesa series históricas minuto a minuto y aplica dos pipelines separados según el tipo de detección requerido. </a:t>
            </a:r>
          </a:p>
          <a:p>
            <a:pPr marL="0" indent="0" algn="just">
              <a:buNone/>
            </a:pPr>
            <a:r>
              <a:rPr lang="es-CL" sz="2400"/>
              <a:t>Cada módulo realiza su propio preprocesamiento, cálculo y genera un archivo etiquetado.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F49F4-E943-CC61-9BD1-3A2C027779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s-CL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4722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4DF2-35CC-EB52-2E91-573749E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A5B789E6-01D1-9E1C-9163-D314A94CF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36867B-D8A3-36E6-584E-296BA6E5C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28400"/>
            <a:ext cx="11029615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s-CL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3" name="Imagen 11">
            <a:extLst>
              <a:ext uri="{FF2B5EF4-FFF2-40B4-BE49-F238E27FC236}">
                <a16:creationId xmlns:a16="http://schemas.microsoft.com/office/drawing/2014/main" id="{4FE85628-B25C-C38E-56C6-B5E031E0C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994" y="2345507"/>
            <a:ext cx="9718009" cy="3348280"/>
          </a:xfrm>
          <a:prstGeom prst="rect">
            <a:avLst/>
          </a:prstGeom>
        </p:spPr>
      </p:pic>
      <p:sp>
        <p:nvSpPr>
          <p:cNvPr id="18" name="Title 24">
            <a:extLst>
              <a:ext uri="{FF2B5EF4-FFF2-40B4-BE49-F238E27FC236}">
                <a16:creationId xmlns:a16="http://schemas.microsoft.com/office/drawing/2014/main" id="{A4322038-25EB-AE25-0AE8-280669C19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/>
          <a:lstStyle/>
          <a:p>
            <a:r>
              <a:rPr lang="es-CL"/>
              <a:t>Utilizar modelos de serie de tiempo para detectar anomalías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746F4F-2B94-5073-16CB-D2E4CD299E55}"/>
              </a:ext>
            </a:extLst>
          </p:cNvPr>
          <p:cNvSpPr txBox="1"/>
          <p:nvPr/>
        </p:nvSpPr>
        <p:spPr>
          <a:xfrm>
            <a:off x="8017934" y="5630218"/>
            <a:ext cx="36978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/>
              <a:t>Takeuchi and </a:t>
            </a:r>
            <a:r>
              <a:rPr lang="es-CL" sz="900" err="1"/>
              <a:t>Yamanishi</a:t>
            </a:r>
            <a:r>
              <a:rPr lang="es-CL" sz="900"/>
              <a:t>, 2006 A </a:t>
            </a:r>
            <a:r>
              <a:rPr lang="es-CL" sz="900" err="1"/>
              <a:t>unifying</a:t>
            </a:r>
            <a:r>
              <a:rPr lang="es-CL" sz="900"/>
              <a:t> </a:t>
            </a:r>
            <a:r>
              <a:rPr lang="es-CL" sz="900" err="1"/>
              <a:t>frameworkfor</a:t>
            </a:r>
            <a:r>
              <a:rPr lang="es-CL" sz="900"/>
              <a:t> </a:t>
            </a:r>
            <a:r>
              <a:rPr lang="es-CL" sz="900" err="1"/>
              <a:t>detecting</a:t>
            </a:r>
            <a:r>
              <a:rPr lang="es-CL" sz="900"/>
              <a:t> </a:t>
            </a:r>
            <a:r>
              <a:rPr lang="es-CL" sz="900" err="1"/>
              <a:t>outliers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2254530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7E791-BBAD-59EB-5BEF-2431FC4C9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A diagram of a diagram&#10;&#10;AI-generated content may be incorrect.">
            <a:extLst>
              <a:ext uri="{FF2B5EF4-FFF2-40B4-BE49-F238E27FC236}">
                <a16:creationId xmlns:a16="http://schemas.microsoft.com/office/drawing/2014/main" id="{BF7C7657-04FB-5A1E-BC4B-C93EE0E8E6CC}"/>
              </a:ext>
            </a:extLst>
          </p:cNvPr>
          <p:cNvPicPr>
            <a:picLocks/>
          </p:cNvPicPr>
          <p:nvPr/>
        </p:nvPicPr>
        <p:blipFill>
          <a:blip r:embed="rId3"/>
          <a:srcRect l="6339" t="10269"/>
          <a:stretch>
            <a:fillRect/>
          </a:stretch>
        </p:blipFill>
        <p:spPr>
          <a:xfrm>
            <a:off x="939800" y="2446867"/>
            <a:ext cx="9901765" cy="3084345"/>
          </a:xfrm>
          <a:prstGeom prst="rect">
            <a:avLst/>
          </a:prstGeom>
        </p:spPr>
      </p:pic>
      <p:pic>
        <p:nvPicPr>
          <p:cNvPr id="25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E2DF3DE5-8FDD-F1D1-63FC-E1880A7E8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DAFA56B0-801D-1E20-C2D0-FEFBB38F0C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28400"/>
            <a:ext cx="11029615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s-CL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9" name="Title 24">
            <a:extLst>
              <a:ext uri="{FF2B5EF4-FFF2-40B4-BE49-F238E27FC236}">
                <a16:creationId xmlns:a16="http://schemas.microsoft.com/office/drawing/2014/main" id="{749A146E-5B6E-B378-243C-F78E1C09B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/>
          <a:lstStyle/>
          <a:p>
            <a:r>
              <a:rPr lang="es-CL"/>
              <a:t>Utilizar diferenciación centrada  para detectar anomalías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B490CD-4E1E-27D4-0BCC-ACB378C69994}"/>
              </a:ext>
            </a:extLst>
          </p:cNvPr>
          <p:cNvSpPr txBox="1"/>
          <p:nvPr/>
        </p:nvSpPr>
        <p:spPr>
          <a:xfrm>
            <a:off x="9191624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900"/>
              <a:t>	Palma, W. (2016). Time Series </a:t>
            </a:r>
            <a:r>
              <a:rPr lang="es-CL" sz="900" err="1"/>
              <a:t>Analysis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2039500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1FD504B2-6FB2-186B-C34C-3BEB3CA41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Marcador de contenido 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3694BC21-9FB2-3CFF-877A-5F7A32AD55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5" b="1782"/>
          <a:stretch>
            <a:fillRect/>
          </a:stretch>
        </p:blipFill>
        <p:spPr>
          <a:xfrm>
            <a:off x="6478607" y="3292606"/>
            <a:ext cx="4971346" cy="23011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2D0EA-90D1-BC37-B26E-AF8CE5AEA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1" y="2228400"/>
            <a:ext cx="5422390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Diferenciación estadística, para identificar variaciones bruscas respecto al histórico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811C5F-0E93-1E2D-2BB4-5CF0B8085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21" y="2228400"/>
            <a:ext cx="5421600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Modelos AR(2), que aprenden patrones temporales y marcan desviaciones significativas como </a:t>
            </a:r>
            <a:r>
              <a:rPr lang="es-CL" err="1"/>
              <a:t>outliers</a:t>
            </a:r>
            <a:endParaRPr lang="es-CL"/>
          </a:p>
          <a:p>
            <a:pPr marL="305435" indent="-305435">
              <a:lnSpc>
                <a:spcPct val="150000"/>
              </a:lnSpc>
            </a:pPr>
            <a:endParaRPr lang="es-CL" i="1"/>
          </a:p>
          <a:p>
            <a:pPr marL="0" indent="0">
              <a:lnSpc>
                <a:spcPct val="150000"/>
              </a:lnSpc>
              <a:buNone/>
            </a:pPr>
            <a:endParaRPr lang="es-CL"/>
          </a:p>
        </p:txBody>
      </p:sp>
      <p:pic>
        <p:nvPicPr>
          <p:cNvPr id="5" name="Marcador de contenido 7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1BA58950-D556-AA4A-CAE1-2392097D2D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47" y="3194745"/>
            <a:ext cx="5138182" cy="2448886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402CE96-935C-2D3D-ACE0-152763F0C35A}"/>
              </a:ext>
            </a:extLst>
          </p:cNvPr>
          <p:cNvCxnSpPr>
            <a:cxnSpLocks/>
          </p:cNvCxnSpPr>
          <p:nvPr/>
        </p:nvCxnSpPr>
        <p:spPr>
          <a:xfrm>
            <a:off x="2821489" y="4849051"/>
            <a:ext cx="822209" cy="2190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91EAF3C-7DF8-9759-6E92-CB3D8F5951F3}"/>
              </a:ext>
            </a:extLst>
          </p:cNvPr>
          <p:cNvSpPr/>
          <p:nvPr/>
        </p:nvSpPr>
        <p:spPr>
          <a:xfrm>
            <a:off x="1767672" y="4711328"/>
            <a:ext cx="1053816" cy="300585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err="1">
                <a:solidFill>
                  <a:schemeClr val="accent6">
                    <a:lumMod val="10000"/>
                  </a:schemeClr>
                </a:solidFill>
              </a:rPr>
              <a:t>Outlier</a:t>
            </a:r>
            <a:endParaRPr lang="es-CL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24" name="椭圆 5">
            <a:extLst>
              <a:ext uri="{FF2B5EF4-FFF2-40B4-BE49-F238E27FC236}">
                <a16:creationId xmlns:a16="http://schemas.microsoft.com/office/drawing/2014/main" id="{D61A5DAD-C907-4B67-8D1C-128EE2CF95F6}"/>
              </a:ext>
            </a:extLst>
          </p:cNvPr>
          <p:cNvSpPr/>
          <p:nvPr/>
        </p:nvSpPr>
        <p:spPr>
          <a:xfrm>
            <a:off x="3603580" y="4973178"/>
            <a:ext cx="303414" cy="2753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5">
            <a:extLst>
              <a:ext uri="{FF2B5EF4-FFF2-40B4-BE49-F238E27FC236}">
                <a16:creationId xmlns:a16="http://schemas.microsoft.com/office/drawing/2014/main" id="{4675854B-B3DD-F4DD-6889-48826BA9301D}"/>
              </a:ext>
            </a:extLst>
          </p:cNvPr>
          <p:cNvSpPr/>
          <p:nvPr/>
        </p:nvSpPr>
        <p:spPr>
          <a:xfrm>
            <a:off x="8272622" y="5181209"/>
            <a:ext cx="288977" cy="28836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4FFD42-60A6-C66E-359C-804E50105E57}"/>
              </a:ext>
            </a:extLst>
          </p:cNvPr>
          <p:cNvCxnSpPr>
            <a:cxnSpLocks/>
          </p:cNvCxnSpPr>
          <p:nvPr/>
        </p:nvCxnSpPr>
        <p:spPr>
          <a:xfrm flipH="1">
            <a:off x="8547863" y="4918766"/>
            <a:ext cx="767685" cy="353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1EAF3C-7DF8-9759-6E92-CB3D8F5951F3}"/>
              </a:ext>
            </a:extLst>
          </p:cNvPr>
          <p:cNvSpPr/>
          <p:nvPr/>
        </p:nvSpPr>
        <p:spPr>
          <a:xfrm>
            <a:off x="9315547" y="4773923"/>
            <a:ext cx="1104041" cy="280195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err="1">
                <a:solidFill>
                  <a:schemeClr val="accent6">
                    <a:lumMod val="10000"/>
                  </a:schemeClr>
                </a:solidFill>
              </a:rPr>
              <a:t>Outlier</a:t>
            </a:r>
            <a:endParaRPr lang="es-CL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19" name="椭圆 5">
            <a:extLst>
              <a:ext uri="{FF2B5EF4-FFF2-40B4-BE49-F238E27FC236}">
                <a16:creationId xmlns:a16="http://schemas.microsoft.com/office/drawing/2014/main" id="{38AE1725-715B-3480-CD5E-4C6BEE3ACE8A}"/>
              </a:ext>
            </a:extLst>
          </p:cNvPr>
          <p:cNvSpPr/>
          <p:nvPr/>
        </p:nvSpPr>
        <p:spPr>
          <a:xfrm>
            <a:off x="8755996" y="3350836"/>
            <a:ext cx="317874" cy="317200"/>
          </a:xfrm>
          <a:prstGeom prst="ellipse">
            <a:avLst/>
          </a:prstGeom>
          <a:noFill/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1C39C92-4DB6-ABB5-9659-D91F05E49F80}"/>
              </a:ext>
            </a:extLst>
          </p:cNvPr>
          <p:cNvCxnSpPr>
            <a:cxnSpLocks/>
            <a:stCxn id="21" idx="3"/>
            <a:endCxn id="19" idx="2"/>
          </p:cNvCxnSpPr>
          <p:nvPr/>
        </p:nvCxnSpPr>
        <p:spPr>
          <a:xfrm flipV="1">
            <a:off x="7807811" y="3509436"/>
            <a:ext cx="948185" cy="58608"/>
          </a:xfrm>
          <a:prstGeom prst="straightConnector1">
            <a:avLst/>
          </a:prstGeom>
          <a:ln>
            <a:solidFill>
              <a:srgbClr val="FFB33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170FCF5-5430-ECF1-6D72-07354B42215E}"/>
              </a:ext>
            </a:extLst>
          </p:cNvPr>
          <p:cNvSpPr/>
          <p:nvPr/>
        </p:nvSpPr>
        <p:spPr>
          <a:xfrm>
            <a:off x="6703770" y="3427946"/>
            <a:ext cx="1104041" cy="280195"/>
          </a:xfrm>
          <a:prstGeom prst="roundRect">
            <a:avLst/>
          </a:prstGeom>
          <a:solidFill>
            <a:schemeClr val="bg1"/>
          </a:solidFill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>
                <a:solidFill>
                  <a:schemeClr val="accent6">
                    <a:lumMod val="10000"/>
                  </a:schemeClr>
                </a:solidFill>
              </a:rPr>
              <a:t>Change</a:t>
            </a:r>
          </a:p>
        </p:txBody>
      </p:sp>
      <p:sp>
        <p:nvSpPr>
          <p:cNvPr id="22" name="椭圆 5">
            <a:extLst>
              <a:ext uri="{FF2B5EF4-FFF2-40B4-BE49-F238E27FC236}">
                <a16:creationId xmlns:a16="http://schemas.microsoft.com/office/drawing/2014/main" id="{41ADE973-AB43-55AD-98F2-605BF63EA4E5}"/>
              </a:ext>
            </a:extLst>
          </p:cNvPr>
          <p:cNvSpPr/>
          <p:nvPr/>
        </p:nvSpPr>
        <p:spPr>
          <a:xfrm>
            <a:off x="8249432" y="4363057"/>
            <a:ext cx="317874" cy="317200"/>
          </a:xfrm>
          <a:prstGeom prst="ellipse">
            <a:avLst/>
          </a:prstGeom>
          <a:noFill/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CC702BB-D6E7-5DAB-CBAA-C45A30A341F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807811" y="3568044"/>
            <a:ext cx="488173" cy="841466"/>
          </a:xfrm>
          <a:prstGeom prst="straightConnector1">
            <a:avLst/>
          </a:prstGeom>
          <a:ln>
            <a:solidFill>
              <a:srgbClr val="FFB33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24">
            <a:extLst>
              <a:ext uri="{FF2B5EF4-FFF2-40B4-BE49-F238E27FC236}">
                <a16:creationId xmlns:a16="http://schemas.microsoft.com/office/drawing/2014/main" id="{A4C7A7F2-26BB-6BC5-A7EA-E6C833D5D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CL"/>
              <a:t>IMPLEMENTACIÓN DE MÉTODOS AUTOMÁTICOS PARA DETECTAR </a:t>
            </a:r>
            <a:r>
              <a:rPr lang="es-CL" err="1"/>
              <a:t>Outliers</a:t>
            </a:r>
            <a:r>
              <a:rPr lang="es-CL"/>
              <a:t> EN SERIES DE TIEMPO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C1AB9-5A72-0792-BE36-7E6870EB9059}"/>
              </a:ext>
            </a:extLst>
          </p:cNvPr>
          <p:cNvSpPr txBox="1"/>
          <p:nvPr/>
        </p:nvSpPr>
        <p:spPr>
          <a:xfrm>
            <a:off x="9149289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Variables reales </a:t>
            </a:r>
            <a:r>
              <a:rPr lang="en-US" sz="900" err="1"/>
              <a:t>presentes</a:t>
            </a:r>
            <a:r>
              <a:rPr lang="en-US" sz="900"/>
              <a:t> </a:t>
            </a:r>
            <a:r>
              <a:rPr lang="en-US" sz="900" err="1"/>
              <a:t>en</a:t>
            </a:r>
            <a:r>
              <a:rPr lang="en-US" sz="900"/>
              <a:t> </a:t>
            </a:r>
            <a:r>
              <a:rPr lang="en-US" sz="900" err="1"/>
              <a:t>los</a:t>
            </a:r>
            <a:r>
              <a:rPr lang="en-US" sz="900"/>
              <a:t> </a:t>
            </a:r>
            <a:r>
              <a:rPr lang="en-US" sz="900" err="1"/>
              <a:t>datos</a:t>
            </a:r>
            <a:r>
              <a:rPr lang="en-US" sz="900"/>
              <a:t> de </a:t>
            </a:r>
            <a:r>
              <a:rPr lang="en-US" sz="900" err="1"/>
              <a:t>estudio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145361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14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7708DEA6-ADD4-4C69-C8D0-ED35D9AC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83B8DE8A-4136-8BAF-7D50-1D0F32844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s-CL"/>
              <a:t>Utilizar comparaciones entre ventanas para medir cambios sostenidos en la distribución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0F3FC2-6F1A-A977-9186-D984D4722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28400"/>
            <a:ext cx="11029615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sz="2400"/>
              <a:t>El módulo compara cada ventana actual con una </a:t>
            </a:r>
            <a:r>
              <a:rPr lang="es-CL" sz="2400" b="1"/>
              <a:t>ventana de referencia </a:t>
            </a:r>
            <a:r>
              <a:rPr lang="es-CL" sz="2400"/>
              <a:t>del historial para medir cambios sostenidos en la distribución.</a:t>
            </a:r>
            <a:br>
              <a:rPr lang="es-CL" sz="2400"/>
            </a:br>
            <a:r>
              <a:rPr lang="es-CL" sz="2400"/>
              <a:t>Un </a:t>
            </a:r>
            <a:r>
              <a:rPr lang="es-CL" sz="2400" b="1"/>
              <a:t>método estadístico </a:t>
            </a:r>
            <a:r>
              <a:rPr lang="es-CL" sz="2400"/>
              <a:t>genera un </a:t>
            </a:r>
            <a:r>
              <a:rPr lang="es-CL" sz="2400" err="1"/>
              <a:t>drift</a:t>
            </a:r>
            <a:r>
              <a:rPr lang="es-CL" sz="2400"/>
              <a:t> score que se compara con un </a:t>
            </a:r>
            <a:r>
              <a:rPr lang="es-CL" sz="2400" b="1" err="1"/>
              <a:t>threshold</a:t>
            </a:r>
            <a:r>
              <a:rPr lang="es-CL" sz="2400"/>
              <a:t> para decidir si existe un episodio de </a:t>
            </a:r>
            <a:r>
              <a:rPr lang="es-CL" sz="2400" err="1"/>
              <a:t>drift</a:t>
            </a:r>
            <a:r>
              <a:rPr lang="es-CL" sz="2400"/>
              <a:t>.</a:t>
            </a:r>
          </a:p>
        </p:txBody>
      </p:sp>
      <p:pic>
        <p:nvPicPr>
          <p:cNvPr id="9" name="Picture 8" descr="A graph with a blue line and a red triangle&#10;&#10;AI-generated content may be incorrect.">
            <a:extLst>
              <a:ext uri="{FF2B5EF4-FFF2-40B4-BE49-F238E27FC236}">
                <a16:creationId xmlns:a16="http://schemas.microsoft.com/office/drawing/2014/main" id="{6CCCA209-F167-5933-8111-B0B2B22083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832" b="18277"/>
          <a:stretch>
            <a:fillRect/>
          </a:stretch>
        </p:blipFill>
        <p:spPr>
          <a:xfrm>
            <a:off x="2944939" y="4019647"/>
            <a:ext cx="6302120" cy="144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244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54DC2536-B0F6-76BC-AD54-AEB63A0130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E1FFCB-F543-0C3F-FF84-47811225C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s-CL"/>
              <a:t>Seleccionar la referencia histórica correcta para comparar la ventana actual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623A1-18A7-2BA2-B930-C079B2BDF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28400"/>
            <a:ext cx="11029615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L" sz="2400" b="1" err="1"/>
              <a:t>Decay</a:t>
            </a:r>
            <a:r>
              <a:rPr lang="es-CL" sz="2400" b="1"/>
              <a:t> (exponencial)</a:t>
            </a:r>
            <a:br>
              <a:rPr lang="es-CL" sz="2400"/>
            </a:br>
            <a:r>
              <a:rPr lang="es-CL" sz="2400"/>
              <a:t>La referencia prioriza los datos más recientes mediante pesos decrecientes.</a:t>
            </a:r>
            <a:br>
              <a:rPr lang="es-CL" sz="2400"/>
            </a:br>
            <a:r>
              <a:rPr lang="es-CL" sz="2400"/>
              <a:t>Se adapta rápido a cambios graduales del sensor.</a:t>
            </a:r>
          </a:p>
          <a:p>
            <a:pPr marL="0" indent="0">
              <a:buNone/>
            </a:pPr>
            <a:r>
              <a:rPr lang="es-CL" sz="2400" b="1"/>
              <a:t>Golden</a:t>
            </a:r>
            <a:br>
              <a:rPr lang="es-CL" sz="2400"/>
            </a:br>
            <a:r>
              <a:rPr lang="es-CL" sz="2400"/>
              <a:t>La referencia se construye usando periodos históricos especialmente estables.</a:t>
            </a:r>
            <a:br>
              <a:rPr lang="es-CL" sz="2400"/>
            </a:br>
            <a:r>
              <a:rPr lang="es-CL" sz="2400"/>
              <a:t>Ideal para sensores con comportamiento muy limpio y poco ruido.</a:t>
            </a:r>
          </a:p>
          <a:p>
            <a:pPr marL="0" indent="0">
              <a:buNone/>
            </a:pPr>
            <a:r>
              <a:rPr lang="es-CL" sz="2400" b="1" err="1"/>
              <a:t>Seasonal</a:t>
            </a:r>
            <a:br>
              <a:rPr lang="es-CL" sz="2400"/>
            </a:br>
            <a:r>
              <a:rPr lang="es-CL" sz="2400"/>
              <a:t>La referencia utiliza ciclos pasados en la misma fase.</a:t>
            </a:r>
            <a:br>
              <a:rPr lang="es-CL" sz="2400"/>
            </a:br>
            <a:r>
              <a:rPr lang="es-CL" sz="2400"/>
              <a:t>Evita falsos positivos en variables periódicas o cíclicas.</a:t>
            </a:r>
          </a:p>
        </p:txBody>
      </p:sp>
    </p:spTree>
    <p:extLst>
      <p:ext uri="{BB962C8B-B14F-4D97-AF65-F5344CB8AC3E}">
        <p14:creationId xmlns:p14="http://schemas.microsoft.com/office/powerpoint/2010/main" val="889941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AEE0D2BC-A09A-9575-7953-C3C31EC0D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E7D416-B6D2-7F73-92BB-7A95810DC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s-CL"/>
              <a:t>Cuantificar el cambio entre la ventana actual y la referencia mediante métodos estadísticos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2F1A6-F52C-ACB8-6F9D-08ADD7B31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28400"/>
            <a:ext cx="11029615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L" sz="2400" b="1" err="1"/>
              <a:t>Wasserstein</a:t>
            </a:r>
            <a:r>
              <a:rPr lang="es-CL" sz="2400" b="1"/>
              <a:t> </a:t>
            </a:r>
            <a:r>
              <a:rPr lang="es-CL" sz="2400" b="1" err="1"/>
              <a:t>Distance</a:t>
            </a:r>
            <a:br>
              <a:rPr lang="es-CL" sz="2400"/>
            </a:br>
            <a:r>
              <a:rPr lang="es-CL" sz="2400"/>
              <a:t>Mide cuánto debe “moverse” una distribución para transformarse en la otra.</a:t>
            </a:r>
            <a:br>
              <a:rPr lang="es-CL" sz="2400"/>
            </a:br>
            <a:r>
              <a:rPr lang="es-CL" sz="2400"/>
              <a:t>Robusto y sensible a cambios graduales o de forma.</a:t>
            </a:r>
          </a:p>
          <a:p>
            <a:pPr marL="0" indent="0">
              <a:buNone/>
            </a:pPr>
            <a:r>
              <a:rPr lang="es-CL" sz="2400" b="1"/>
              <a:t>KS (</a:t>
            </a:r>
            <a:r>
              <a:rPr lang="es-CL" sz="2400" b="1" err="1"/>
              <a:t>Kolmogorov</a:t>
            </a:r>
            <a:r>
              <a:rPr lang="es-CL" sz="2400" b="1"/>
              <a:t>–</a:t>
            </a:r>
            <a:r>
              <a:rPr lang="es-CL" sz="2400" b="1" err="1"/>
              <a:t>Smirnov</a:t>
            </a:r>
            <a:r>
              <a:rPr lang="es-CL" sz="2400" b="1"/>
              <a:t>)</a:t>
            </a:r>
            <a:br>
              <a:rPr lang="es-CL" sz="2400"/>
            </a:br>
            <a:r>
              <a:rPr lang="es-CL" sz="2400"/>
              <a:t>Compara la máxima diferencia entre distribuciones acumuladas.</a:t>
            </a:r>
            <a:br>
              <a:rPr lang="es-CL" sz="2400"/>
            </a:br>
            <a:r>
              <a:rPr lang="es-CL" sz="2400"/>
              <a:t>Muy efectivo detectando cambios abruptos.</a:t>
            </a:r>
          </a:p>
          <a:p>
            <a:pPr marL="0" indent="0">
              <a:buNone/>
            </a:pPr>
            <a:r>
              <a:rPr lang="es-CL" sz="2400" b="1"/>
              <a:t>PSI (</a:t>
            </a:r>
            <a:r>
              <a:rPr lang="es-CL" sz="2400" b="1" err="1"/>
              <a:t>Population</a:t>
            </a:r>
            <a:r>
              <a:rPr lang="es-CL" sz="2400" b="1"/>
              <a:t> </a:t>
            </a:r>
            <a:r>
              <a:rPr lang="es-CL" sz="2400" b="1" err="1"/>
              <a:t>Stability</a:t>
            </a:r>
            <a:r>
              <a:rPr lang="es-CL" sz="2400" b="1"/>
              <a:t> </a:t>
            </a:r>
            <a:r>
              <a:rPr lang="es-CL" sz="2400" b="1" err="1"/>
              <a:t>Index</a:t>
            </a:r>
            <a:r>
              <a:rPr lang="es-CL" sz="2400" b="1"/>
              <a:t>)</a:t>
            </a:r>
            <a:br>
              <a:rPr lang="es-CL" sz="2400"/>
            </a:br>
            <a:r>
              <a:rPr lang="es-CL" sz="2400"/>
              <a:t>Evalúa variaciones en la forma general de la distribución.</a:t>
            </a:r>
            <a:br>
              <a:rPr lang="es-CL" sz="2400"/>
            </a:br>
            <a:r>
              <a:rPr lang="es-CL" sz="2400"/>
              <a:t>Detecta bien cambios progresivos o de tendencia.</a:t>
            </a:r>
          </a:p>
          <a:p>
            <a:pPr marL="0" indent="0">
              <a:buNone/>
            </a:pPr>
            <a:endParaRPr lang="es-CL" sz="2400"/>
          </a:p>
        </p:txBody>
      </p:sp>
    </p:spTree>
    <p:extLst>
      <p:ext uri="{BB962C8B-B14F-4D97-AF65-F5344CB8AC3E}">
        <p14:creationId xmlns:p14="http://schemas.microsoft.com/office/powerpoint/2010/main" val="1795995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F4E5B954-DD50-B0EA-42CF-3BB597996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E28B60-B30C-8AC4-33E6-4119EF07C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IMPLEMENTACIÓN DE MÉTODOS AUTOMÁTICOS PARA DETECTAR </a:t>
            </a:r>
            <a:r>
              <a:rPr lang="es-CL" err="1"/>
              <a:t>Drift</a:t>
            </a:r>
            <a:r>
              <a:rPr lang="es-CL"/>
              <a:t> EN SERIES DE TIEMPO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4428B-BE79-797A-C8E1-8F78CEC252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400"/>
            <a:ext cx="5422390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L" sz="2400" b="1" err="1"/>
              <a:t>Drift</a:t>
            </a:r>
            <a:r>
              <a:rPr lang="es-CL" sz="2400" b="1"/>
              <a:t> gradual </a:t>
            </a:r>
            <a:r>
              <a:rPr lang="es-CL" sz="2400"/>
              <a:t>detectado a través del cambio sostenido en la distribución El sistema marca un episodio continuo de </a:t>
            </a:r>
            <a:r>
              <a:rPr lang="es-CL" sz="2400" err="1"/>
              <a:t>drift</a:t>
            </a:r>
            <a:r>
              <a:rPr lang="es-CL" sz="2400"/>
              <a:t> en la zona roja.</a:t>
            </a:r>
          </a:p>
          <a:p>
            <a:pPr marL="0" indent="0" algn="just">
              <a:buNone/>
            </a:pPr>
            <a:endParaRPr lang="es-CL" sz="2400"/>
          </a:p>
          <a:p>
            <a:endParaRPr lang="es-CL" sz="24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9CA05-A57B-C256-1771-E880454307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17" y="2228400"/>
            <a:ext cx="5422392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L" sz="2400" b="1" err="1"/>
              <a:t>Drift</a:t>
            </a:r>
            <a:r>
              <a:rPr lang="es-CL" sz="2400" b="1"/>
              <a:t> abrupto</a:t>
            </a:r>
            <a:r>
              <a:rPr lang="es-CL" sz="2400"/>
              <a:t>, identificado en la primera ventana que supera el </a:t>
            </a:r>
            <a:r>
              <a:rPr lang="es-CL" sz="2400" err="1"/>
              <a:t>threshold</a:t>
            </a:r>
            <a:r>
              <a:rPr lang="es-CL" sz="2400"/>
              <a:t>. El salto en la distribución provoca un cambio brusco en el </a:t>
            </a:r>
            <a:r>
              <a:rPr lang="es-CL" sz="2400" err="1"/>
              <a:t>drift</a:t>
            </a:r>
            <a:r>
              <a:rPr lang="es-CL" sz="2400"/>
              <a:t> score.</a:t>
            </a:r>
          </a:p>
        </p:txBody>
      </p:sp>
      <p:pic>
        <p:nvPicPr>
          <p:cNvPr id="5" name="Picture 4" descr="A graph showing a red and blue line&#10;&#10;AI-generated content may be incorrect.">
            <a:extLst>
              <a:ext uri="{FF2B5EF4-FFF2-40B4-BE49-F238E27FC236}">
                <a16:creationId xmlns:a16="http://schemas.microsoft.com/office/drawing/2014/main" id="{4F914CF9-CD48-A2C3-1D40-C329A9CD4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033" y="3828916"/>
            <a:ext cx="4236710" cy="1745995"/>
          </a:xfrm>
          <a:prstGeom prst="rect">
            <a:avLst/>
          </a:prstGeom>
        </p:spPr>
      </p:pic>
      <p:pic>
        <p:nvPicPr>
          <p:cNvPr id="6" name="Picture 5" descr="A graph showing a red and blue line&#10;&#10;AI-generated content may be incorrect.">
            <a:extLst>
              <a:ext uri="{FF2B5EF4-FFF2-40B4-BE49-F238E27FC236}">
                <a16:creationId xmlns:a16="http://schemas.microsoft.com/office/drawing/2014/main" id="{35888796-8776-9924-57EF-E6B77CCA2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258" y="3828917"/>
            <a:ext cx="4236709" cy="17459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D97A1-18EF-9285-073B-C3126FC5A28D}"/>
              </a:ext>
            </a:extLst>
          </p:cNvPr>
          <p:cNvSpPr txBox="1"/>
          <p:nvPr/>
        </p:nvSpPr>
        <p:spPr>
          <a:xfrm>
            <a:off x="9149289" y="5630218"/>
            <a:ext cx="25241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Variables reales </a:t>
            </a:r>
            <a:r>
              <a:rPr lang="en-US" sz="900" err="1"/>
              <a:t>presentes</a:t>
            </a:r>
            <a:r>
              <a:rPr lang="en-US" sz="900"/>
              <a:t> </a:t>
            </a:r>
            <a:r>
              <a:rPr lang="en-US" sz="900" err="1"/>
              <a:t>en</a:t>
            </a:r>
            <a:r>
              <a:rPr lang="en-US" sz="900"/>
              <a:t> </a:t>
            </a:r>
            <a:r>
              <a:rPr lang="en-US" sz="900" err="1"/>
              <a:t>los</a:t>
            </a:r>
            <a:r>
              <a:rPr lang="en-US" sz="900"/>
              <a:t> </a:t>
            </a:r>
            <a:r>
              <a:rPr lang="en-US" sz="900" err="1"/>
              <a:t>datos</a:t>
            </a:r>
            <a:r>
              <a:rPr lang="en-US" sz="900"/>
              <a:t> de </a:t>
            </a:r>
            <a:r>
              <a:rPr lang="en-US" sz="900" err="1"/>
              <a:t>estudio</a:t>
            </a:r>
            <a:endParaRPr lang="es-CL" sz="900"/>
          </a:p>
        </p:txBody>
      </p:sp>
    </p:spTree>
    <p:extLst>
      <p:ext uri="{BB962C8B-B14F-4D97-AF65-F5344CB8AC3E}">
        <p14:creationId xmlns:p14="http://schemas.microsoft.com/office/powerpoint/2010/main" val="959952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A0FF3000-71F8-BC0B-67B0-5171EC565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505C4-ECFC-8695-8F9F-66E87B0C9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28400"/>
            <a:ext cx="11029615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L" sz="2400" b="1" err="1"/>
              <a:t>Precision</a:t>
            </a:r>
            <a:br>
              <a:rPr lang="es-CL" sz="2400"/>
            </a:br>
            <a:r>
              <a:rPr lang="es-CL" sz="2400"/>
              <a:t>Indica qué tan confiables son las detecciones.</a:t>
            </a:r>
            <a:br>
              <a:rPr lang="es-CL" sz="2400"/>
            </a:br>
            <a:r>
              <a:rPr lang="es-CL" sz="2400"/>
              <a:t>De todo lo que el modelo marcó como anómalo, cuántas detecciones fueron correctas.</a:t>
            </a:r>
          </a:p>
          <a:p>
            <a:pPr marL="0" indent="0">
              <a:buNone/>
            </a:pPr>
            <a:r>
              <a:rPr lang="es-CL" sz="2400" b="1" err="1"/>
              <a:t>Recall</a:t>
            </a:r>
            <a:br>
              <a:rPr lang="es-CL" sz="2400"/>
            </a:br>
            <a:r>
              <a:rPr lang="es-CL" sz="2400"/>
              <a:t>Mide la capacidad para encontrar episodios reales.</a:t>
            </a:r>
            <a:br>
              <a:rPr lang="es-CL" sz="2400"/>
            </a:br>
            <a:r>
              <a:rPr lang="es-CL" sz="2400"/>
              <a:t>De todos los cambios que realmente ocurrieron, cuántos detectó.</a:t>
            </a:r>
          </a:p>
          <a:p>
            <a:pPr marL="0" indent="0">
              <a:buNone/>
            </a:pPr>
            <a:r>
              <a:rPr lang="es-CL" sz="2400" b="1"/>
              <a:t>F1-score</a:t>
            </a:r>
            <a:br>
              <a:rPr lang="es-CL" sz="2400"/>
            </a:br>
            <a:r>
              <a:rPr lang="es-CL" sz="2400"/>
              <a:t>Equilibrio entre </a:t>
            </a:r>
            <a:r>
              <a:rPr lang="es-CL" sz="2400" err="1"/>
              <a:t>Precision</a:t>
            </a:r>
            <a:r>
              <a:rPr lang="es-CL" sz="2400"/>
              <a:t> y </a:t>
            </a:r>
            <a:r>
              <a:rPr lang="es-CL" sz="2400" err="1"/>
              <a:t>Recall</a:t>
            </a:r>
            <a:r>
              <a:rPr lang="es-CL" sz="2400"/>
              <a:t>.</a:t>
            </a:r>
            <a:br>
              <a:rPr lang="es-CL" sz="2400"/>
            </a:br>
            <a:r>
              <a:rPr lang="es-CL" sz="2400"/>
              <a:t>Resume qué tan bien detecta sin generar demasiadas falsas alarmas.</a:t>
            </a:r>
          </a:p>
        </p:txBody>
      </p:sp>
      <p:sp>
        <p:nvSpPr>
          <p:cNvPr id="9" name="Title 24">
            <a:extLst>
              <a:ext uri="{FF2B5EF4-FFF2-40B4-BE49-F238E27FC236}">
                <a16:creationId xmlns:a16="http://schemas.microsoft.com/office/drawing/2014/main" id="{9F42BBAC-E085-2470-C4C8-124F471C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s-CL"/>
              <a:t>MÉTRICAS BÁSICAS PARA EVALUAR LA CALIDAD DE LAS DETECCIONES</a:t>
            </a:r>
          </a:p>
        </p:txBody>
      </p:sp>
    </p:spTree>
    <p:extLst>
      <p:ext uri="{BB962C8B-B14F-4D97-AF65-F5344CB8AC3E}">
        <p14:creationId xmlns:p14="http://schemas.microsoft.com/office/powerpoint/2010/main" val="1000644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377BF7DA-1133-AD34-F5F2-5E9779855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24">
            <a:extLst>
              <a:ext uri="{FF2B5EF4-FFF2-40B4-BE49-F238E27FC236}">
                <a16:creationId xmlns:a16="http://schemas.microsoft.com/office/drawing/2014/main" id="{D967EF4F-CE36-A94A-D16A-BF55AA18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s-CL"/>
              <a:t>EVALUAR LA DETECCIÓN DE DRIFT CON MÉTRICAS BASADAS EN CONTINUIDAD TEMPORAL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68D2C-1BC5-E721-7271-2C96A0C1D7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L" sz="2400" b="1"/>
              <a:t>F1 time</a:t>
            </a:r>
            <a:br>
              <a:rPr lang="es-CL" sz="2400"/>
            </a:br>
            <a:r>
              <a:rPr lang="es-CL" sz="2400"/>
              <a:t>Evalúa cuánta parte del episodio completo fue detectada.</a:t>
            </a:r>
            <a:br>
              <a:rPr lang="es-CL" sz="2400"/>
            </a:br>
            <a:r>
              <a:rPr lang="es-CL" sz="2400"/>
              <a:t>Considera continuidad y duración del </a:t>
            </a:r>
            <a:r>
              <a:rPr lang="es-CL" sz="2400" err="1"/>
              <a:t>drift</a:t>
            </a:r>
            <a:r>
              <a:rPr lang="es-CL" sz="2400"/>
              <a:t>, no solo un punto aislado.</a:t>
            </a:r>
          </a:p>
          <a:p>
            <a:pPr marL="0" indent="0">
              <a:buNone/>
            </a:pPr>
            <a:r>
              <a:rPr lang="es-CL" sz="2400" b="1"/>
              <a:t>F1 mixto</a:t>
            </a:r>
            <a:br>
              <a:rPr lang="es-CL" sz="2400"/>
            </a:br>
            <a:r>
              <a:rPr lang="es-CL" sz="2400"/>
              <a:t>Combina F1 tradicional con F1 time.</a:t>
            </a:r>
            <a:br>
              <a:rPr lang="es-CL" sz="2400"/>
            </a:br>
            <a:r>
              <a:rPr lang="es-CL" sz="2400"/>
              <a:t>Métrica más representativa para </a:t>
            </a:r>
            <a:r>
              <a:rPr lang="es-CL" sz="2400" err="1"/>
              <a:t>drift</a:t>
            </a:r>
            <a:r>
              <a:rPr lang="es-CL" sz="2400"/>
              <a:t> sostenido: mide exactitud y cobertura temporal.</a:t>
            </a:r>
          </a:p>
          <a:p>
            <a:pPr marL="0" indent="0">
              <a:buNone/>
            </a:pPr>
            <a:endParaRPr lang="es-CL" sz="240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EA56B894-07FF-83C8-62BE-3EAA07E90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.</a:t>
            </a:r>
            <a:endParaRPr lang="es-CL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E9B936-9ED9-798F-C575-F4E369D77F6C}"/>
              </a:ext>
            </a:extLst>
          </p:cNvPr>
          <p:cNvSpPr txBox="1"/>
          <p:nvPr/>
        </p:nvSpPr>
        <p:spPr>
          <a:xfrm>
            <a:off x="8407400" y="5491716"/>
            <a:ext cx="33083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Almeida et al. (2021). On the importance of early drift detection.</a:t>
            </a:r>
          </a:p>
          <a:p>
            <a:r>
              <a:rPr lang="en-US" sz="900"/>
              <a:t>Baena-García et al. (2006). Early Drift Detection Method (EDDM).</a:t>
            </a:r>
            <a:endParaRPr lang="es-CL" sz="900"/>
          </a:p>
        </p:txBody>
      </p:sp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470E31-C18B-79DE-36FF-DAD76582E8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28" r="50000" b="24917"/>
          <a:stretch>
            <a:fillRect/>
          </a:stretch>
        </p:blipFill>
        <p:spPr>
          <a:xfrm>
            <a:off x="7021703" y="2907554"/>
            <a:ext cx="3755820" cy="227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5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D3F3-F3D0-841D-3E1E-CBC87C3C0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A7753C3B-FB0A-33A1-9AAB-436D8897CC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2D83A-1601-6264-CA1F-14B7FE9BC9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1" y="2228400"/>
            <a:ext cx="5422390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Modelo Diferenciación estadística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133477-90DB-5612-AC2C-91D199652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21" y="2228400"/>
            <a:ext cx="5421600" cy="3632400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Modelo AR</a:t>
            </a:r>
            <a:endParaRPr lang="es-CL" i="1"/>
          </a:p>
          <a:p>
            <a:pPr marL="0" indent="0">
              <a:lnSpc>
                <a:spcPct val="150000"/>
              </a:lnSpc>
              <a:buNone/>
            </a:pPr>
            <a:endParaRPr lang="es-C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366FF07-7F5A-95AD-24B6-8F430928C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808440"/>
              </p:ext>
            </p:extLst>
          </p:nvPr>
        </p:nvGraphicFramePr>
        <p:xfrm>
          <a:off x="1190625" y="2772539"/>
          <a:ext cx="3996717" cy="2838284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644042">
                  <a:extLst>
                    <a:ext uri="{9D8B030D-6E8A-4147-A177-3AD203B41FA5}">
                      <a16:colId xmlns:a16="http://schemas.microsoft.com/office/drawing/2014/main" val="3567695113"/>
                    </a:ext>
                  </a:extLst>
                </a:gridCol>
                <a:gridCol w="866775">
                  <a:extLst>
                    <a:ext uri="{9D8B030D-6E8A-4147-A177-3AD203B41FA5}">
                      <a16:colId xmlns:a16="http://schemas.microsoft.com/office/drawing/2014/main" val="913280278"/>
                    </a:ext>
                  </a:extLst>
                </a:gridCol>
                <a:gridCol w="646112">
                  <a:extLst>
                    <a:ext uri="{9D8B030D-6E8A-4147-A177-3AD203B41FA5}">
                      <a16:colId xmlns:a16="http://schemas.microsoft.com/office/drawing/2014/main" val="2938662581"/>
                    </a:ext>
                  </a:extLst>
                </a:gridCol>
                <a:gridCol w="839788">
                  <a:extLst>
                    <a:ext uri="{9D8B030D-6E8A-4147-A177-3AD203B41FA5}">
                      <a16:colId xmlns:a16="http://schemas.microsoft.com/office/drawing/2014/main" val="1894560863"/>
                    </a:ext>
                  </a:extLst>
                </a:gridCol>
              </a:tblGrid>
              <a:tr h="224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Variable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Precisión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 err="1"/>
                        <a:t>Recall</a:t>
                      </a:r>
                      <a:endParaRPr lang="es-CL" sz="1200" b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F1-Score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45597358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coagulación entrada DAF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0.579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0.846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0.688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1844478300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pH Clarificado DAF (Tk_80m3)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70974633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salida a Parshall 02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945881387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Salida de Lodo Sed. Sec. 3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0.692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0.964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0.806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2773174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Afluente PTAR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895116948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Cámara de contacto 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8673969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9F54078-C3D6-5111-0821-1336F9FEC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102796"/>
              </p:ext>
            </p:extLst>
          </p:nvPr>
        </p:nvGraphicFramePr>
        <p:xfrm>
          <a:off x="6965921" y="2782828"/>
          <a:ext cx="3996717" cy="2847374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626373">
                  <a:extLst>
                    <a:ext uri="{9D8B030D-6E8A-4147-A177-3AD203B41FA5}">
                      <a16:colId xmlns:a16="http://schemas.microsoft.com/office/drawing/2014/main" val="1688121998"/>
                    </a:ext>
                  </a:extLst>
                </a:gridCol>
                <a:gridCol w="879376">
                  <a:extLst>
                    <a:ext uri="{9D8B030D-6E8A-4147-A177-3AD203B41FA5}">
                      <a16:colId xmlns:a16="http://schemas.microsoft.com/office/drawing/2014/main" val="2866746681"/>
                    </a:ext>
                  </a:extLst>
                </a:gridCol>
                <a:gridCol w="642985">
                  <a:extLst>
                    <a:ext uri="{9D8B030D-6E8A-4147-A177-3AD203B41FA5}">
                      <a16:colId xmlns:a16="http://schemas.microsoft.com/office/drawing/2014/main" val="3213415377"/>
                    </a:ext>
                  </a:extLst>
                </a:gridCol>
                <a:gridCol w="847983">
                  <a:extLst>
                    <a:ext uri="{9D8B030D-6E8A-4147-A177-3AD203B41FA5}">
                      <a16:colId xmlns:a16="http://schemas.microsoft.com/office/drawing/2014/main" val="309379845"/>
                    </a:ext>
                  </a:extLst>
                </a:gridCol>
              </a:tblGrid>
              <a:tr h="26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Variable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Precisión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 err="1"/>
                        <a:t>Recall</a:t>
                      </a:r>
                      <a:endParaRPr lang="es-CL" sz="1200" b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F1-Score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2316556305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coagulación entrada DAF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0.455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0.769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0.572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628115509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pH Clarificado DAF (Tk_80m3)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0.286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0.445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706387525"/>
                  </a:ext>
                </a:extLst>
              </a:tr>
              <a:tr h="3882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salida a Parshall 02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424320285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Salida de Lodo Sed. Sec. 3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0.789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0.536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0.638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80929138"/>
                  </a:ext>
                </a:extLst>
              </a:tr>
              <a:tr h="372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Afluente PTAR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0.118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0.211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168834072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Cámara de contacto 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0.105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0.190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2360181082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D5903BD-8BB2-8C7D-F336-6A5CD9CB2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anchor="b"/>
          <a:lstStyle/>
          <a:p>
            <a:r>
              <a:rPr lang="es-CL"/>
              <a:t>IMPLEMENTACIÓN DE MÉTODOS AUTOMÁTICOS PARA DETECTAR ANOMALÍAS EN SERIES DE TIEMPO</a:t>
            </a:r>
          </a:p>
        </p:txBody>
      </p:sp>
    </p:spTree>
    <p:extLst>
      <p:ext uri="{BB962C8B-B14F-4D97-AF65-F5344CB8AC3E}">
        <p14:creationId xmlns:p14="http://schemas.microsoft.com/office/powerpoint/2010/main" val="19227809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0C45E8C7-E698-BA45-C176-531B868DC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F034AD-0DC1-A697-4E12-1C5374A38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COMPARACIÓN DE MÉTODOS Y ESTRATEGIAS PARA DETECTAR DRIFT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39348-E887-8F8D-D455-E38AF0C6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  <a:effectLst/>
        </p:spPr>
        <p:txBody>
          <a:bodyPr/>
          <a:lstStyle/>
          <a:p>
            <a:pPr marL="0" indent="0">
              <a:buNone/>
            </a:pPr>
            <a:r>
              <a:rPr lang="en-US" err="1"/>
              <a:t>Resultados</a:t>
            </a:r>
            <a:r>
              <a:rPr lang="en-US"/>
              <a:t> para Ventana de 36 horas. </a:t>
            </a:r>
            <a:endParaRPr lang="es-CL"/>
          </a:p>
        </p:txBody>
      </p:sp>
      <p:sp>
        <p:nvSpPr>
          <p:cNvPr id="5" name="Content Placeholder 12">
            <a:extLst>
              <a:ext uri="{FF2B5EF4-FFF2-40B4-BE49-F238E27FC236}">
                <a16:creationId xmlns:a16="http://schemas.microsoft.com/office/drawing/2014/main" id="{36004A30-2C1C-BC97-E59F-8AE0238525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  <a:ln w="19050"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s-CL"/>
              <a:t>Visualización del desempeño usando F1 Mixto para distintos tamaños de ventana.</a:t>
            </a:r>
          </a:p>
        </p:txBody>
      </p:sp>
      <p:pic>
        <p:nvPicPr>
          <p:cNvPr id="6" name="Picture 5" descr="A blue and white chart&#10;&#10;AI-generated content may be incorrect.">
            <a:extLst>
              <a:ext uri="{FF2B5EF4-FFF2-40B4-BE49-F238E27FC236}">
                <a16:creationId xmlns:a16="http://schemas.microsoft.com/office/drawing/2014/main" id="{140CBFF0-068E-74E0-EFA5-77C4F0D97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075" y="2955921"/>
            <a:ext cx="4546625" cy="2720980"/>
          </a:xfrm>
          <a:prstGeom prst="rect">
            <a:avLst/>
          </a:prstGeom>
        </p:spPr>
      </p:pic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4E17D657-D661-8734-133D-90696FEF1F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9669649"/>
              </p:ext>
            </p:extLst>
          </p:nvPr>
        </p:nvGraphicFramePr>
        <p:xfrm>
          <a:off x="6717536" y="2743602"/>
          <a:ext cx="4370548" cy="2833460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004466">
                  <a:extLst>
                    <a:ext uri="{9D8B030D-6E8A-4147-A177-3AD203B41FA5}">
                      <a16:colId xmlns:a16="http://schemas.microsoft.com/office/drawing/2014/main" val="3567695113"/>
                    </a:ext>
                  </a:extLst>
                </a:gridCol>
                <a:gridCol w="1069615">
                  <a:extLst>
                    <a:ext uri="{9D8B030D-6E8A-4147-A177-3AD203B41FA5}">
                      <a16:colId xmlns:a16="http://schemas.microsoft.com/office/drawing/2014/main" val="913280278"/>
                    </a:ext>
                  </a:extLst>
                </a:gridCol>
                <a:gridCol w="778709">
                  <a:extLst>
                    <a:ext uri="{9D8B030D-6E8A-4147-A177-3AD203B41FA5}">
                      <a16:colId xmlns:a16="http://schemas.microsoft.com/office/drawing/2014/main" val="2938662581"/>
                    </a:ext>
                  </a:extLst>
                </a:gridCol>
                <a:gridCol w="758879">
                  <a:extLst>
                    <a:ext uri="{9D8B030D-6E8A-4147-A177-3AD203B41FA5}">
                      <a16:colId xmlns:a16="http://schemas.microsoft.com/office/drawing/2014/main" val="1894560863"/>
                    </a:ext>
                  </a:extLst>
                </a:gridCol>
                <a:gridCol w="758879">
                  <a:extLst>
                    <a:ext uri="{9D8B030D-6E8A-4147-A177-3AD203B41FA5}">
                      <a16:colId xmlns:a16="http://schemas.microsoft.com/office/drawing/2014/main" val="910826855"/>
                    </a:ext>
                  </a:extLst>
                </a:gridCol>
              </a:tblGrid>
              <a:tr h="224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Método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Estrategia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 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F1time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 b="1"/>
                        <a:t>F1 mixto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345597358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KS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Decay</a:t>
                      </a:r>
                      <a:endParaRPr lang="es-CL" sz="1200" err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0.532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/>
                        <a:t>0.929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1844478300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KS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Golden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0.978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0.634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/>
                        <a:t>0.906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3070974633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PSI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 b="0" u="none" strike="noStrike" noProof="0">
                          <a:solidFill>
                            <a:srgbClr val="333333"/>
                          </a:solidFill>
                        </a:rPr>
                        <a:t>Decay</a:t>
                      </a:r>
                      <a:endParaRPr lang="es-CL" sz="1200" err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0.527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/>
                        <a:t>0.929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3945881387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PSI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 b="0" u="none" strike="noStrike" noProof="0">
                          <a:solidFill>
                            <a:srgbClr val="333333"/>
                          </a:solidFill>
                        </a:rPr>
                        <a:t>Golden</a:t>
                      </a:r>
                      <a:endParaRPr lang="es-CL" sz="1200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0.645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/>
                        <a:t>0.945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302773174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Wasserstein</a:t>
                      </a:r>
                      <a:endParaRPr lang="es-CL" sz="1200" err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 b="0" u="none" strike="noStrike" noProof="0">
                          <a:solidFill>
                            <a:srgbClr val="333333"/>
                          </a:solidFill>
                        </a:rPr>
                        <a:t>Decay</a:t>
                      </a:r>
                      <a:endParaRPr lang="es-ES" err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0.534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/>
                        <a:t>0.930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895116948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 b="0" u="none" strike="noStrike" noProof="0">
                          <a:solidFill>
                            <a:srgbClr val="333333"/>
                          </a:solidFill>
                        </a:rPr>
                        <a:t>Wasserstein</a:t>
                      </a:r>
                      <a:endParaRPr lang="es-CL" sz="1200" err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 b="0" u="none" strike="noStrike" noProof="0">
                          <a:solidFill>
                            <a:srgbClr val="333333"/>
                          </a:solidFill>
                        </a:rPr>
                        <a:t>Golden</a:t>
                      </a:r>
                      <a:endParaRPr lang="es-CL" sz="1200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0.635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CL" sz="1200"/>
                        <a:t>0.953</a:t>
                      </a:r>
                    </a:p>
                  </a:txBody>
                  <a:tcPr marL="88105" marR="88105" marT="44053" marB="44053" anchor="ctr"/>
                </a:tc>
                <a:extLst>
                  <a:ext uri="{0D108BD9-81ED-4DB2-BD59-A6C34878D82A}">
                    <a16:rowId xmlns:a16="http://schemas.microsoft.com/office/drawing/2014/main" val="38673969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FA9D85F-E904-0524-EF0E-975E51FAFEDE}"/>
              </a:ext>
            </a:extLst>
          </p:cNvPr>
          <p:cNvSpPr txBox="1"/>
          <p:nvPr/>
        </p:nvSpPr>
        <p:spPr>
          <a:xfrm>
            <a:off x="7079279" y="5577062"/>
            <a:ext cx="36406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/>
              <a:t>Se </a:t>
            </a:r>
            <a:r>
              <a:rPr lang="en-US" sz="900" err="1"/>
              <a:t>omiten</a:t>
            </a:r>
            <a:r>
              <a:rPr lang="en-US" sz="900"/>
              <a:t> </a:t>
            </a:r>
            <a:r>
              <a:rPr lang="en-US" sz="900" err="1"/>
              <a:t>los</a:t>
            </a:r>
            <a:r>
              <a:rPr lang="en-US" sz="900"/>
              <a:t> </a:t>
            </a:r>
            <a:r>
              <a:rPr lang="en-US" sz="900" err="1"/>
              <a:t>resultados</a:t>
            </a:r>
            <a:r>
              <a:rPr lang="en-US" sz="900"/>
              <a:t> de m</a:t>
            </a:r>
            <a:r>
              <a:rPr lang="es-CL" sz="900" err="1"/>
              <a:t>étodo</a:t>
            </a:r>
            <a:r>
              <a:rPr lang="es-CL" sz="900"/>
              <a:t> </a:t>
            </a:r>
            <a:r>
              <a:rPr lang="es-CL" sz="900" err="1"/>
              <a:t>Seasonal</a:t>
            </a:r>
            <a:r>
              <a:rPr lang="es-CL" sz="900"/>
              <a:t> por su inferior rendimiento </a:t>
            </a:r>
          </a:p>
        </p:txBody>
      </p:sp>
    </p:spTree>
    <p:extLst>
      <p:ext uri="{BB962C8B-B14F-4D97-AF65-F5344CB8AC3E}">
        <p14:creationId xmlns:p14="http://schemas.microsoft.com/office/powerpoint/2010/main" val="30377806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19090D83-56C4-EBC4-6194-35A2E607B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E9CEFB-45A2-B0B0-40E1-8FE0A405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/>
              <a:t>Hacia una mejor detección de </a:t>
            </a:r>
            <a:r>
              <a:rPr lang="es-CL" err="1"/>
              <a:t>Outliers</a:t>
            </a:r>
            <a:r>
              <a:rPr lang="es-CL"/>
              <a:t> y </a:t>
            </a:r>
            <a:r>
              <a:rPr lang="es-CL" err="1"/>
              <a:t>Drift</a:t>
            </a:r>
            <a:br>
              <a:rPr lang="es-CL"/>
            </a:br>
            <a:endParaRPr lang="es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63EE98-1B9C-1ADB-F84C-45C98C344C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s-CL" sz="2400" b="1" err="1"/>
              <a:t>Outliers</a:t>
            </a:r>
            <a:r>
              <a:rPr lang="es-CL" sz="2400" b="1"/>
              <a:t>:</a:t>
            </a:r>
          </a:p>
          <a:p>
            <a:pPr marL="0" indent="0" algn="just">
              <a:buNone/>
            </a:pPr>
            <a:r>
              <a:rPr lang="es-CL" sz="2400"/>
              <a:t>Se puede mejorar ajustando un modelo de serie de tiempo más adecuado por variable.</a:t>
            </a:r>
          </a:p>
          <a:p>
            <a:pPr marL="0" indent="0" algn="just">
              <a:buNone/>
            </a:pPr>
            <a:r>
              <a:rPr lang="es-CL" sz="2400"/>
              <a:t>Para el algoritmo de diferenciación se podría buscar un mejor umbral que la desviación estándar 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99751E-BE03-AC97-695F-E61D7F4E20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b="1"/>
              <a:t>Drift:</a:t>
            </a:r>
          </a:p>
          <a:p>
            <a:pPr marL="0" indent="0" algn="just">
              <a:buNone/>
            </a:pPr>
            <a:r>
              <a:rPr lang="es-CL" sz="2400"/>
              <a:t>Los métodos estadísticos podrían ajustarse mejorando la sensibilidad del </a:t>
            </a:r>
            <a:r>
              <a:rPr lang="es-CL" sz="2400" err="1"/>
              <a:t>threshold</a:t>
            </a:r>
            <a:r>
              <a:rPr lang="es-CL" sz="2400"/>
              <a:t> para detectar </a:t>
            </a:r>
            <a:r>
              <a:rPr lang="es-CL" sz="2400" err="1"/>
              <a:t>drifts</a:t>
            </a:r>
            <a:r>
              <a:rPr lang="es-CL" sz="2400"/>
              <a:t> más suaves.</a:t>
            </a:r>
          </a:p>
          <a:p>
            <a:pPr marL="0" indent="0" algn="just">
              <a:buNone/>
            </a:pPr>
            <a:r>
              <a:rPr lang="es-CL" sz="2400"/>
              <a:t>Es posible optimizar la continuidad temporal ajustando F1 Time y F1 Mixto para reducir detecciones parciales o tardías.</a:t>
            </a:r>
            <a:endParaRPr lang="es-CL" sz="2400" b="1"/>
          </a:p>
        </p:txBody>
      </p:sp>
    </p:spTree>
    <p:extLst>
      <p:ext uri="{BB962C8B-B14F-4D97-AF65-F5344CB8AC3E}">
        <p14:creationId xmlns:p14="http://schemas.microsoft.com/office/powerpoint/2010/main" val="17565205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D9EA53FB-F8F0-DB90-9BCF-499CD88E2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708" y="5676901"/>
            <a:ext cx="1181099" cy="118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158136-1EDB-2F10-E07B-944C9FE7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s-CL"/>
              <a:t>Resultados globales y líneas de desarrollo futuras</a:t>
            </a:r>
            <a:br>
              <a:rPr lang="es-CL"/>
            </a:br>
            <a:endParaRPr lang="es-CL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73D67-F37A-7CC3-63F9-0C27359BF9CE}"/>
              </a:ext>
            </a:extLst>
          </p:cNvPr>
          <p:cNvSpPr>
            <a:spLocks noGrp="1"/>
          </p:cNvSpPr>
          <p:nvPr>
            <p:ph idx="1"/>
          </p:nvPr>
        </p:nvSpPr>
        <p:spPr>
          <a:ln w="19050"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algn="just"/>
            <a:r>
              <a:rPr lang="es-CL" sz="2400"/>
              <a:t>La arquitectura modular deja una base sólida para futuras extensiones, permitiendo agregar nuevos métodos, estrategias y datos sin modificar el pipeline principal.</a:t>
            </a:r>
          </a:p>
          <a:p>
            <a:pPr algn="just"/>
            <a:r>
              <a:rPr lang="es-CL" sz="2400"/>
              <a:t>Validación con datos reales de planta, incorporando episodios etiquetados por operadores para ajustar sensibilidad, umbrales y estrategias de referencia.</a:t>
            </a:r>
          </a:p>
          <a:p>
            <a:pPr algn="just"/>
            <a:r>
              <a:rPr lang="es-CL" sz="2400"/>
              <a:t>Ejecución en tiempo real dentro de Poseidón, integrando ventanas deslizantes continuas y actualización dinámica de referencias para un monitoreo online.</a:t>
            </a:r>
          </a:p>
        </p:txBody>
      </p:sp>
    </p:spTree>
    <p:extLst>
      <p:ext uri="{BB962C8B-B14F-4D97-AF65-F5344CB8AC3E}">
        <p14:creationId xmlns:p14="http://schemas.microsoft.com/office/powerpoint/2010/main" val="1529120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EFA3B-EC95-CC54-C277-590B65DF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DC9F8D5-BF3E-4B69-8F17-AE72302B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3900"/>
            <a:ext cx="12192000" cy="370817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yellow and blue logo with white text&#10;&#10;AI-generated content may be incorrect.">
            <a:extLst>
              <a:ext uri="{FF2B5EF4-FFF2-40B4-BE49-F238E27FC236}">
                <a16:creationId xmlns:a16="http://schemas.microsoft.com/office/drawing/2014/main" id="{ABDCC845-BC36-A398-F243-E8B776808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809" y="974331"/>
            <a:ext cx="2258844" cy="304221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3C98417-D50B-4AA2-9624-E78A6120E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9114" y="641102"/>
            <a:ext cx="3666744" cy="3698516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3E945F2-E9C6-457A-A5A6-46D9ABF09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70685" y="641102"/>
            <a:ext cx="3666744" cy="3698516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1FF191-71A7-48F6-8069-4B5DB0F5F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8951" y="641102"/>
            <a:ext cx="3666744" cy="3698516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51B9BE-1550-4F91-A22E-F5818696C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48660" y="4432079"/>
            <a:ext cx="83731" cy="196077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E1E595C-AD23-B11B-615C-C6254A00A8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91833"/>
            <a:ext cx="10993549" cy="912877"/>
          </a:xfrm>
        </p:spPr>
        <p:txBody>
          <a:bodyPr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s-CL" sz="2600" b="1">
                <a:solidFill>
                  <a:srgbClr val="FFFFFF"/>
                </a:solidFill>
              </a:rPr>
              <a:t>Optimización de modelos predictivos mediante detección de </a:t>
            </a:r>
            <a:r>
              <a:rPr lang="es-CL" sz="2600" b="1" err="1">
                <a:solidFill>
                  <a:srgbClr val="FFFFFF"/>
                </a:solidFill>
              </a:rPr>
              <a:t>outliers</a:t>
            </a:r>
            <a:r>
              <a:rPr lang="es-CL" sz="2600" b="1">
                <a:solidFill>
                  <a:srgbClr val="FFFFFF"/>
                </a:solidFill>
              </a:rPr>
              <a:t> y </a:t>
            </a:r>
            <a:r>
              <a:rPr lang="es-CL" sz="2600" b="1" err="1">
                <a:solidFill>
                  <a:srgbClr val="FFFFFF"/>
                </a:solidFill>
              </a:rPr>
              <a:t>drift</a:t>
            </a:r>
            <a:endParaRPr lang="es-CL" sz="2600">
              <a:solidFill>
                <a:srgbClr val="FFFFFF"/>
              </a:solidFill>
            </a:endParaRP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EBA8D190-2211-C82A-06A6-DD6F71A7C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04105"/>
            <a:ext cx="10993546" cy="818676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>
                <a:solidFill>
                  <a:schemeClr val="bg1"/>
                </a:solidFill>
              </a:rPr>
              <a:t>Franco Chiappe</a:t>
            </a:r>
            <a:endParaRPr lang="en-US" sz="120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solidFill>
                <a:schemeClr val="bg1"/>
              </a:solidFill>
            </a:endParaRPr>
          </a:p>
          <a:p>
            <a:pPr algn="ctr">
              <a:lnSpc>
                <a:spcPct val="90000"/>
              </a:lnSpc>
            </a:pPr>
            <a:r>
              <a:rPr lang="en-US" sz="1200">
                <a:solidFill>
                  <a:schemeClr val="bg1"/>
                </a:solidFill>
              </a:rPr>
              <a:t>Vicente Garay</a:t>
            </a:r>
            <a:endParaRPr lang="en-US" sz="120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solidFill>
                <a:schemeClr val="bg1"/>
              </a:solidFill>
            </a:endParaRPr>
          </a:p>
          <a:p>
            <a:pPr algn="ctr">
              <a:lnSpc>
                <a:spcPct val="90000"/>
              </a:lnSpc>
            </a:pPr>
            <a:r>
              <a:rPr lang="en-US" sz="1200">
                <a:solidFill>
                  <a:schemeClr val="bg1"/>
                </a:solidFill>
              </a:rPr>
              <a:t>Ziyu Guo</a:t>
            </a:r>
          </a:p>
          <a:p>
            <a:pPr algn="ctr">
              <a:lnSpc>
                <a:spcPct val="90000"/>
              </a:lnSpc>
            </a:pPr>
            <a:endParaRPr lang="es-CL" sz="1200">
              <a:solidFill>
                <a:schemeClr val="bg1"/>
              </a:solidFill>
            </a:endParaRPr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830EAD4E-BD3E-ADB2-DAFF-EC244FA94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816" y="2114539"/>
            <a:ext cx="3014297" cy="926897"/>
          </a:xfrm>
          <a:prstGeom prst="rect">
            <a:avLst/>
          </a:prstGeom>
        </p:spPr>
      </p:pic>
      <p:pic>
        <p:nvPicPr>
          <p:cNvPr id="3" name="Picture 2" descr="Instituto de Ingeniería Matemática y Computacional - YouTube">
            <a:extLst>
              <a:ext uri="{FF2B5EF4-FFF2-40B4-BE49-F238E27FC236}">
                <a16:creationId xmlns:a16="http://schemas.microsoft.com/office/drawing/2014/main" id="{1FEC2009-8244-4912-1B43-02CF053CA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5174" y="1138403"/>
            <a:ext cx="3014297" cy="301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26563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Custom 6">
      <a:dk1>
        <a:srgbClr val="333333"/>
      </a:dk1>
      <a:lt1>
        <a:srgbClr val="FFFFFF"/>
      </a:lt1>
      <a:dk2>
        <a:srgbClr val="004D99"/>
      </a:dk2>
      <a:lt2>
        <a:srgbClr val="F2F2F2"/>
      </a:lt2>
      <a:accent1>
        <a:srgbClr val="004D99"/>
      </a:accent1>
      <a:accent2>
        <a:srgbClr val="004D99"/>
      </a:accent2>
      <a:accent3>
        <a:srgbClr val="2196F3"/>
      </a:accent3>
      <a:accent4>
        <a:srgbClr val="90A4AE"/>
      </a:accent4>
      <a:accent5>
        <a:srgbClr val="B0BEC5"/>
      </a:accent5>
      <a:accent6>
        <a:srgbClr val="E3F2FD"/>
      </a:accent6>
      <a:hlink>
        <a:srgbClr val="1565C0"/>
      </a:hlink>
      <a:folHlink>
        <a:srgbClr val="5C6BC0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Application>Microsoft Office PowerPoint</Application>
  <PresentationFormat>Widescreen</PresentationFormat>
  <Slides>25</Slides>
  <Notes>10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Dividend</vt:lpstr>
      <vt:lpstr>Optimización de modelos predictivos mediante detección de outliers y drift</vt:lpstr>
      <vt:lpstr>INTELIGENCIA ARTIFICIAL PARA UNA GESTIÓN EFICIENTE  Y SOSTENIBLE DEL AGUA</vt:lpstr>
      <vt:lpstr>INTELIGENCIA ARTIFICIAL PARA UNA GESTIÓN EFICIENTE  Y SOSTENIBLE DEL AGUA</vt:lpstr>
      <vt:lpstr>CONTROL MANUAL DE DATOS AFECTA LA CONFIABILIDAD DE LOS MODELOS</vt:lpstr>
      <vt:lpstr>CONTROL MANUAL DE DATOS AFECTA LA CONFIABILIDAD DE LOS MODELOS</vt:lpstr>
      <vt:lpstr>SERIES DE TIEMPO MULTIVARIABLES DE SENSORES EN PLANTAS DE TRATAMIENTO</vt:lpstr>
      <vt:lpstr>PATRONES OPERATIVOS EN LOS SENSORES:  Variables Cíclicas </vt:lpstr>
      <vt:lpstr>PATRONES OPERATIVOS EN LOS SENSORES: TRAMOS ESTABLES </vt:lpstr>
      <vt:lpstr>Datos etiquetados para validar los modelos: Outliers </vt:lpstr>
      <vt:lpstr>Datos etiquetados para validar los modelos: DRift </vt:lpstr>
      <vt:lpstr>sistema automático para detectar outliers y drift en series históricas</vt:lpstr>
      <vt:lpstr>Utilizar modelos de serie de tiempo para detectar anomalías</vt:lpstr>
      <vt:lpstr>Utilizar diferenciación centrada  para detectar anomalías</vt:lpstr>
      <vt:lpstr>IMPLEMENTACIÓN DE MÉTODOS AUTOMÁTICOS PARA DETECTAR Outliers EN SERIES DE TIEMPO</vt:lpstr>
      <vt:lpstr>Utilizar comparaciones entre ventanas para medir cambios sostenidos en la distribución</vt:lpstr>
      <vt:lpstr>Seleccionar la referencia histórica correcta para comparar la ventana actual </vt:lpstr>
      <vt:lpstr>Cuantificar el cambio entre la ventana actual y la referencia mediante métodos estadísticos</vt:lpstr>
      <vt:lpstr>IMPLEMENTACIÓN DE MÉTODOS AUTOMÁTICOS PARA DETECTAR Drift EN SERIES DE TIEMPO</vt:lpstr>
      <vt:lpstr>MÉTRICAS BÁSICAS PARA EVALUAR LA CALIDAD DE LAS DETECCIONES</vt:lpstr>
      <vt:lpstr>EVALUAR LA DETECCIÓN DE DRIFT CON MÉTRICAS BASADAS EN CONTINUIDAD TEMPORAL</vt:lpstr>
      <vt:lpstr>IMPLEMENTACIÓN DE MÉTODOS AUTOMÁTICOS PARA DETECTAR ANOMALÍAS EN SERIES DE TIEMPO</vt:lpstr>
      <vt:lpstr>COMPARACIÓN DE MÉTODOS Y ESTRATEGIAS PARA DETECTAR DRIFT</vt:lpstr>
      <vt:lpstr>Hacia una mejor detección de Outliers y Drift </vt:lpstr>
      <vt:lpstr>Resultados globales y líneas de desarrollo futuras </vt:lpstr>
      <vt:lpstr>Optimización de modelos predictivos mediante detección de outliers y drift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Franco Andrés Chiappe Donoso</dc:creator>
  <cp:revision>1</cp:revision>
  <dcterms:created xsi:type="dcterms:W3CDTF">2025-11-07T16:04:08Z</dcterms:created>
  <dcterms:modified xsi:type="dcterms:W3CDTF">2025-12-11T03:00:42Z</dcterms:modified>
</cp:coreProperties>
</file>