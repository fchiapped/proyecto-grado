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B1DFC1-4A3E-477A-877E-2B3DE488181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A44C1A-FB34-4C7C-A34E-77D30404144E}">
      <dgm:prSet/>
      <dgm:spPr/>
      <dgm:t>
        <a:bodyPr/>
        <a:lstStyle/>
        <a:p>
          <a:r>
            <a:rPr lang="en-US"/>
            <a:t>Sensores → anomalías (outliers, drift, lagunas)</a:t>
          </a:r>
        </a:p>
      </dgm:t>
    </dgm:pt>
    <dgm:pt modelId="{3F32F01C-64AE-4CFA-BB0F-5457E1DD613B}" type="parTrans" cxnId="{ABB38ECA-4A9E-4830-AEA4-54FA60350872}">
      <dgm:prSet/>
      <dgm:spPr/>
      <dgm:t>
        <a:bodyPr/>
        <a:lstStyle/>
        <a:p>
          <a:endParaRPr lang="en-US"/>
        </a:p>
      </dgm:t>
    </dgm:pt>
    <dgm:pt modelId="{796AEFB9-253B-48EE-87CD-3B7882F34A32}" type="sibTrans" cxnId="{ABB38ECA-4A9E-4830-AEA4-54FA60350872}">
      <dgm:prSet/>
      <dgm:spPr/>
      <dgm:t>
        <a:bodyPr/>
        <a:lstStyle/>
        <a:p>
          <a:endParaRPr lang="en-US"/>
        </a:p>
      </dgm:t>
    </dgm:pt>
    <dgm:pt modelId="{C2663D60-EDD6-462C-AAB0-6B5FA08FC2EE}">
      <dgm:prSet/>
      <dgm:spPr/>
      <dgm:t>
        <a:bodyPr/>
        <a:lstStyle/>
        <a:p>
          <a:r>
            <a:rPr lang="en-US"/>
            <a:t>Impacto en confiabilidad de modelos (Poseidón – Ainwater)</a:t>
          </a:r>
        </a:p>
      </dgm:t>
    </dgm:pt>
    <dgm:pt modelId="{23E7B8F3-6581-4073-AC28-93B7F6D11DEB}" type="parTrans" cxnId="{12FB1A38-83E2-444A-A4F8-E8935EB3D873}">
      <dgm:prSet/>
      <dgm:spPr/>
      <dgm:t>
        <a:bodyPr/>
        <a:lstStyle/>
        <a:p>
          <a:endParaRPr lang="en-US"/>
        </a:p>
      </dgm:t>
    </dgm:pt>
    <dgm:pt modelId="{5881DD46-3FD5-47E3-9651-470A45515DAD}" type="sibTrans" cxnId="{12FB1A38-83E2-444A-A4F8-E8935EB3D873}">
      <dgm:prSet/>
      <dgm:spPr/>
      <dgm:t>
        <a:bodyPr/>
        <a:lstStyle/>
        <a:p>
          <a:endParaRPr lang="en-US"/>
        </a:p>
      </dgm:t>
    </dgm:pt>
    <dgm:pt modelId="{00FCB1FB-79B4-4EF5-B16C-24F15887137F}">
      <dgm:prSet/>
      <dgm:spPr/>
      <dgm:t>
        <a:bodyPr/>
        <a:lstStyle/>
        <a:p>
          <a:r>
            <a:rPr lang="en-US"/>
            <a:t>Necesidad de detección automática</a:t>
          </a:r>
        </a:p>
      </dgm:t>
    </dgm:pt>
    <dgm:pt modelId="{32C59845-F998-4885-A2D9-9A64F179A83A}" type="parTrans" cxnId="{0FD0C50F-3ADD-4086-AA5E-CE0CEE2C72B5}">
      <dgm:prSet/>
      <dgm:spPr/>
      <dgm:t>
        <a:bodyPr/>
        <a:lstStyle/>
        <a:p>
          <a:endParaRPr lang="en-US"/>
        </a:p>
      </dgm:t>
    </dgm:pt>
    <dgm:pt modelId="{E217CC0C-DBCC-4649-897A-CE051FFE8B90}" type="sibTrans" cxnId="{0FD0C50F-3ADD-4086-AA5E-CE0CEE2C72B5}">
      <dgm:prSet/>
      <dgm:spPr/>
      <dgm:t>
        <a:bodyPr/>
        <a:lstStyle/>
        <a:p>
          <a:endParaRPr lang="en-US"/>
        </a:p>
      </dgm:t>
    </dgm:pt>
    <dgm:pt modelId="{CFCBB2BA-BE7C-4FD8-BE30-EAA0FFDAED98}" type="pres">
      <dgm:prSet presAssocID="{20B1DFC1-4A3E-477A-877E-2B3DE488181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3AD2464-248E-4785-BC75-B2D21D20FCA4}" type="pres">
      <dgm:prSet presAssocID="{81A44C1A-FB34-4C7C-A34E-77D30404144E}" presName="hierRoot1" presStyleCnt="0"/>
      <dgm:spPr/>
    </dgm:pt>
    <dgm:pt modelId="{A4400B35-11E8-4767-9ECD-159B4B197B80}" type="pres">
      <dgm:prSet presAssocID="{81A44C1A-FB34-4C7C-A34E-77D30404144E}" presName="composite" presStyleCnt="0"/>
      <dgm:spPr/>
    </dgm:pt>
    <dgm:pt modelId="{EC46EC64-C435-4F81-942A-618380631937}" type="pres">
      <dgm:prSet presAssocID="{81A44C1A-FB34-4C7C-A34E-77D30404144E}" presName="background" presStyleLbl="node0" presStyleIdx="0" presStyleCnt="3"/>
      <dgm:spPr/>
    </dgm:pt>
    <dgm:pt modelId="{252E8EE1-7656-4802-9BA6-F0465002EF15}" type="pres">
      <dgm:prSet presAssocID="{81A44C1A-FB34-4C7C-A34E-77D30404144E}" presName="text" presStyleLbl="fgAcc0" presStyleIdx="0" presStyleCnt="3">
        <dgm:presLayoutVars>
          <dgm:chPref val="3"/>
        </dgm:presLayoutVars>
      </dgm:prSet>
      <dgm:spPr/>
    </dgm:pt>
    <dgm:pt modelId="{19F2EB83-E369-4B2D-87B1-0699C7326A29}" type="pres">
      <dgm:prSet presAssocID="{81A44C1A-FB34-4C7C-A34E-77D30404144E}" presName="hierChild2" presStyleCnt="0"/>
      <dgm:spPr/>
    </dgm:pt>
    <dgm:pt modelId="{E03B97EB-B3F9-4F62-ACA6-8C027A1D6908}" type="pres">
      <dgm:prSet presAssocID="{C2663D60-EDD6-462C-AAB0-6B5FA08FC2EE}" presName="hierRoot1" presStyleCnt="0"/>
      <dgm:spPr/>
    </dgm:pt>
    <dgm:pt modelId="{56C41C3C-7457-4A7C-A10E-14ACE3CC9CE9}" type="pres">
      <dgm:prSet presAssocID="{C2663D60-EDD6-462C-AAB0-6B5FA08FC2EE}" presName="composite" presStyleCnt="0"/>
      <dgm:spPr/>
    </dgm:pt>
    <dgm:pt modelId="{658597B4-E37B-4B5A-BCEC-2CE89427F82A}" type="pres">
      <dgm:prSet presAssocID="{C2663D60-EDD6-462C-AAB0-6B5FA08FC2EE}" presName="background" presStyleLbl="node0" presStyleIdx="1" presStyleCnt="3"/>
      <dgm:spPr/>
    </dgm:pt>
    <dgm:pt modelId="{83548F96-0E5F-4298-A446-ADB337BE2DAA}" type="pres">
      <dgm:prSet presAssocID="{C2663D60-EDD6-462C-AAB0-6B5FA08FC2EE}" presName="text" presStyleLbl="fgAcc0" presStyleIdx="1" presStyleCnt="3">
        <dgm:presLayoutVars>
          <dgm:chPref val="3"/>
        </dgm:presLayoutVars>
      </dgm:prSet>
      <dgm:spPr/>
    </dgm:pt>
    <dgm:pt modelId="{8B1C32E0-219E-4183-881D-4EA2986309B7}" type="pres">
      <dgm:prSet presAssocID="{C2663D60-EDD6-462C-AAB0-6B5FA08FC2EE}" presName="hierChild2" presStyleCnt="0"/>
      <dgm:spPr/>
    </dgm:pt>
    <dgm:pt modelId="{55A214B1-E99F-4303-A44F-743882B1A046}" type="pres">
      <dgm:prSet presAssocID="{00FCB1FB-79B4-4EF5-B16C-24F15887137F}" presName="hierRoot1" presStyleCnt="0"/>
      <dgm:spPr/>
    </dgm:pt>
    <dgm:pt modelId="{D812CD34-DFF8-457E-BCCD-35C9D05104D0}" type="pres">
      <dgm:prSet presAssocID="{00FCB1FB-79B4-4EF5-B16C-24F15887137F}" presName="composite" presStyleCnt="0"/>
      <dgm:spPr/>
    </dgm:pt>
    <dgm:pt modelId="{F18B95DB-4E45-4F70-80E1-E41753F464AC}" type="pres">
      <dgm:prSet presAssocID="{00FCB1FB-79B4-4EF5-B16C-24F15887137F}" presName="background" presStyleLbl="node0" presStyleIdx="2" presStyleCnt="3"/>
      <dgm:spPr/>
    </dgm:pt>
    <dgm:pt modelId="{1B78A7E8-895D-4119-BB50-8C5CF7E1981A}" type="pres">
      <dgm:prSet presAssocID="{00FCB1FB-79B4-4EF5-B16C-24F15887137F}" presName="text" presStyleLbl="fgAcc0" presStyleIdx="2" presStyleCnt="3">
        <dgm:presLayoutVars>
          <dgm:chPref val="3"/>
        </dgm:presLayoutVars>
      </dgm:prSet>
      <dgm:spPr/>
    </dgm:pt>
    <dgm:pt modelId="{BC849E28-1B07-4D5B-B3E4-8CDB86F621EB}" type="pres">
      <dgm:prSet presAssocID="{00FCB1FB-79B4-4EF5-B16C-24F15887137F}" presName="hierChild2" presStyleCnt="0"/>
      <dgm:spPr/>
    </dgm:pt>
  </dgm:ptLst>
  <dgm:cxnLst>
    <dgm:cxn modelId="{0FD0C50F-3ADD-4086-AA5E-CE0CEE2C72B5}" srcId="{20B1DFC1-4A3E-477A-877E-2B3DE4881812}" destId="{00FCB1FB-79B4-4EF5-B16C-24F15887137F}" srcOrd="2" destOrd="0" parTransId="{32C59845-F998-4885-A2D9-9A64F179A83A}" sibTransId="{E217CC0C-DBCC-4649-897A-CE051FFE8B90}"/>
    <dgm:cxn modelId="{FB373A27-820C-4B2D-8148-6CEB0B546096}" type="presOf" srcId="{00FCB1FB-79B4-4EF5-B16C-24F15887137F}" destId="{1B78A7E8-895D-4119-BB50-8C5CF7E1981A}" srcOrd="0" destOrd="0" presId="urn:microsoft.com/office/officeart/2005/8/layout/hierarchy1"/>
    <dgm:cxn modelId="{12FB1A38-83E2-444A-A4F8-E8935EB3D873}" srcId="{20B1DFC1-4A3E-477A-877E-2B3DE4881812}" destId="{C2663D60-EDD6-462C-AAB0-6B5FA08FC2EE}" srcOrd="1" destOrd="0" parTransId="{23E7B8F3-6581-4073-AC28-93B7F6D11DEB}" sibTransId="{5881DD46-3FD5-47E3-9651-470A45515DAD}"/>
    <dgm:cxn modelId="{17810750-458B-4F8A-AD8B-23159DFFE631}" type="presOf" srcId="{C2663D60-EDD6-462C-AAB0-6B5FA08FC2EE}" destId="{83548F96-0E5F-4298-A446-ADB337BE2DAA}" srcOrd="0" destOrd="0" presId="urn:microsoft.com/office/officeart/2005/8/layout/hierarchy1"/>
    <dgm:cxn modelId="{31055B52-8114-4CE8-9D55-C96920CF5175}" type="presOf" srcId="{20B1DFC1-4A3E-477A-877E-2B3DE4881812}" destId="{CFCBB2BA-BE7C-4FD8-BE30-EAA0FFDAED98}" srcOrd="0" destOrd="0" presId="urn:microsoft.com/office/officeart/2005/8/layout/hierarchy1"/>
    <dgm:cxn modelId="{ABB38ECA-4A9E-4830-AEA4-54FA60350872}" srcId="{20B1DFC1-4A3E-477A-877E-2B3DE4881812}" destId="{81A44C1A-FB34-4C7C-A34E-77D30404144E}" srcOrd="0" destOrd="0" parTransId="{3F32F01C-64AE-4CFA-BB0F-5457E1DD613B}" sibTransId="{796AEFB9-253B-48EE-87CD-3B7882F34A32}"/>
    <dgm:cxn modelId="{F0A63DDC-6533-46F5-A8EB-36F1C8FBCF90}" type="presOf" srcId="{81A44C1A-FB34-4C7C-A34E-77D30404144E}" destId="{252E8EE1-7656-4802-9BA6-F0465002EF15}" srcOrd="0" destOrd="0" presId="urn:microsoft.com/office/officeart/2005/8/layout/hierarchy1"/>
    <dgm:cxn modelId="{00A9CDA4-EE47-4934-B9E0-8D9D1B7FD664}" type="presParOf" srcId="{CFCBB2BA-BE7C-4FD8-BE30-EAA0FFDAED98}" destId="{83AD2464-248E-4785-BC75-B2D21D20FCA4}" srcOrd="0" destOrd="0" presId="urn:microsoft.com/office/officeart/2005/8/layout/hierarchy1"/>
    <dgm:cxn modelId="{AE09DB05-ABD1-4D63-9A90-893373A6C073}" type="presParOf" srcId="{83AD2464-248E-4785-BC75-B2D21D20FCA4}" destId="{A4400B35-11E8-4767-9ECD-159B4B197B80}" srcOrd="0" destOrd="0" presId="urn:microsoft.com/office/officeart/2005/8/layout/hierarchy1"/>
    <dgm:cxn modelId="{CE03F41D-412C-4542-8E72-24260EEA13F5}" type="presParOf" srcId="{A4400B35-11E8-4767-9ECD-159B4B197B80}" destId="{EC46EC64-C435-4F81-942A-618380631937}" srcOrd="0" destOrd="0" presId="urn:microsoft.com/office/officeart/2005/8/layout/hierarchy1"/>
    <dgm:cxn modelId="{350DF46A-7B40-446E-8766-103060F01A22}" type="presParOf" srcId="{A4400B35-11E8-4767-9ECD-159B4B197B80}" destId="{252E8EE1-7656-4802-9BA6-F0465002EF15}" srcOrd="1" destOrd="0" presId="urn:microsoft.com/office/officeart/2005/8/layout/hierarchy1"/>
    <dgm:cxn modelId="{FB488A91-C959-4D0F-B705-25C657C9D5E7}" type="presParOf" srcId="{83AD2464-248E-4785-BC75-B2D21D20FCA4}" destId="{19F2EB83-E369-4B2D-87B1-0699C7326A29}" srcOrd="1" destOrd="0" presId="urn:microsoft.com/office/officeart/2005/8/layout/hierarchy1"/>
    <dgm:cxn modelId="{6A304945-1B3F-478F-B229-6F6A9FA680AF}" type="presParOf" srcId="{CFCBB2BA-BE7C-4FD8-BE30-EAA0FFDAED98}" destId="{E03B97EB-B3F9-4F62-ACA6-8C027A1D6908}" srcOrd="1" destOrd="0" presId="urn:microsoft.com/office/officeart/2005/8/layout/hierarchy1"/>
    <dgm:cxn modelId="{CCE94195-93C4-42B5-839C-ED216B51F04A}" type="presParOf" srcId="{E03B97EB-B3F9-4F62-ACA6-8C027A1D6908}" destId="{56C41C3C-7457-4A7C-A10E-14ACE3CC9CE9}" srcOrd="0" destOrd="0" presId="urn:microsoft.com/office/officeart/2005/8/layout/hierarchy1"/>
    <dgm:cxn modelId="{3F1A987E-9086-47E0-94FF-7D83A97729BA}" type="presParOf" srcId="{56C41C3C-7457-4A7C-A10E-14ACE3CC9CE9}" destId="{658597B4-E37B-4B5A-BCEC-2CE89427F82A}" srcOrd="0" destOrd="0" presId="urn:microsoft.com/office/officeart/2005/8/layout/hierarchy1"/>
    <dgm:cxn modelId="{D0EC7275-17CC-4BBA-8AAB-E4C2F8639AA8}" type="presParOf" srcId="{56C41C3C-7457-4A7C-A10E-14ACE3CC9CE9}" destId="{83548F96-0E5F-4298-A446-ADB337BE2DAA}" srcOrd="1" destOrd="0" presId="urn:microsoft.com/office/officeart/2005/8/layout/hierarchy1"/>
    <dgm:cxn modelId="{09504DB1-4056-4BA4-887D-2C20C1A79803}" type="presParOf" srcId="{E03B97EB-B3F9-4F62-ACA6-8C027A1D6908}" destId="{8B1C32E0-219E-4183-881D-4EA2986309B7}" srcOrd="1" destOrd="0" presId="urn:microsoft.com/office/officeart/2005/8/layout/hierarchy1"/>
    <dgm:cxn modelId="{CD765419-9D8F-4AC5-94F3-47911A0B9005}" type="presParOf" srcId="{CFCBB2BA-BE7C-4FD8-BE30-EAA0FFDAED98}" destId="{55A214B1-E99F-4303-A44F-743882B1A046}" srcOrd="2" destOrd="0" presId="urn:microsoft.com/office/officeart/2005/8/layout/hierarchy1"/>
    <dgm:cxn modelId="{92C3A920-9D88-4E27-BF6C-26F8D8138F39}" type="presParOf" srcId="{55A214B1-E99F-4303-A44F-743882B1A046}" destId="{D812CD34-DFF8-457E-BCCD-35C9D05104D0}" srcOrd="0" destOrd="0" presId="urn:microsoft.com/office/officeart/2005/8/layout/hierarchy1"/>
    <dgm:cxn modelId="{103098FF-93C4-491B-9E5F-E02027A087AE}" type="presParOf" srcId="{D812CD34-DFF8-457E-BCCD-35C9D05104D0}" destId="{F18B95DB-4E45-4F70-80E1-E41753F464AC}" srcOrd="0" destOrd="0" presId="urn:microsoft.com/office/officeart/2005/8/layout/hierarchy1"/>
    <dgm:cxn modelId="{8B737002-513A-43F4-881F-E5C9E4B00FA0}" type="presParOf" srcId="{D812CD34-DFF8-457E-BCCD-35C9D05104D0}" destId="{1B78A7E8-895D-4119-BB50-8C5CF7E1981A}" srcOrd="1" destOrd="0" presId="urn:microsoft.com/office/officeart/2005/8/layout/hierarchy1"/>
    <dgm:cxn modelId="{0F3B1874-457A-4530-BBFF-540A06A046E1}" type="presParOf" srcId="{55A214B1-E99F-4303-A44F-743882B1A046}" destId="{BC849E28-1B07-4D5B-B3E4-8CDB86F621E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E11380-FE04-41FD-9671-2FC6324A865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9AE5FF1-218A-4EB6-9900-D2A8256FD5AD}">
      <dgm:prSet/>
      <dgm:spPr/>
      <dgm:t>
        <a:bodyPr/>
        <a:lstStyle/>
        <a:p>
          <a:r>
            <a:rPr lang="en-US"/>
            <a:t>Definir anomalías en series de tiempo</a:t>
          </a:r>
        </a:p>
      </dgm:t>
    </dgm:pt>
    <dgm:pt modelId="{46462F94-4912-4ADC-8718-3C06A767198A}" type="parTrans" cxnId="{5D513289-4EF5-4731-9A7F-303B8F2BB96F}">
      <dgm:prSet/>
      <dgm:spPr/>
      <dgm:t>
        <a:bodyPr/>
        <a:lstStyle/>
        <a:p>
          <a:endParaRPr lang="en-US"/>
        </a:p>
      </dgm:t>
    </dgm:pt>
    <dgm:pt modelId="{CE98408E-59FC-4AC9-A5F7-996884B9351B}" type="sibTrans" cxnId="{5D513289-4EF5-4731-9A7F-303B8F2BB96F}">
      <dgm:prSet/>
      <dgm:spPr/>
      <dgm:t>
        <a:bodyPr/>
        <a:lstStyle/>
        <a:p>
          <a:endParaRPr lang="en-US"/>
        </a:p>
      </dgm:t>
    </dgm:pt>
    <dgm:pt modelId="{A1FFA8B9-3407-4A0F-88EF-B042D121F30D}">
      <dgm:prSet/>
      <dgm:spPr/>
      <dgm:t>
        <a:bodyPr/>
        <a:lstStyle/>
        <a:p>
          <a:r>
            <a:rPr lang="en-US"/>
            <a:t>Probar varios modelos (estadísticos + ML)</a:t>
          </a:r>
        </a:p>
      </dgm:t>
    </dgm:pt>
    <dgm:pt modelId="{68C13113-DEAA-4EF4-B846-0E7D1FA7CD32}" type="parTrans" cxnId="{1C32C05C-BDCF-462D-9114-5E13DC38811D}">
      <dgm:prSet/>
      <dgm:spPr/>
      <dgm:t>
        <a:bodyPr/>
        <a:lstStyle/>
        <a:p>
          <a:endParaRPr lang="en-US"/>
        </a:p>
      </dgm:t>
    </dgm:pt>
    <dgm:pt modelId="{4620597D-9982-40B7-9A48-5D132CCB49EF}" type="sibTrans" cxnId="{1C32C05C-BDCF-462D-9114-5E13DC38811D}">
      <dgm:prSet/>
      <dgm:spPr/>
      <dgm:t>
        <a:bodyPr/>
        <a:lstStyle/>
        <a:p>
          <a:endParaRPr lang="en-US"/>
        </a:p>
      </dgm:t>
    </dgm:pt>
    <dgm:pt modelId="{0CF9BAA6-A317-4021-A9CE-53250DB1CB6A}">
      <dgm:prSet/>
      <dgm:spPr/>
      <dgm:t>
        <a:bodyPr/>
        <a:lstStyle/>
        <a:p>
          <a:r>
            <a:rPr lang="en-US"/>
            <a:t>Evaluar con métricas definidas</a:t>
          </a:r>
        </a:p>
      </dgm:t>
    </dgm:pt>
    <dgm:pt modelId="{35F07058-92B0-4443-B8EF-414604A24229}" type="parTrans" cxnId="{0BECB66A-60B0-4345-AEE6-750517B2FFA6}">
      <dgm:prSet/>
      <dgm:spPr/>
      <dgm:t>
        <a:bodyPr/>
        <a:lstStyle/>
        <a:p>
          <a:endParaRPr lang="en-US"/>
        </a:p>
      </dgm:t>
    </dgm:pt>
    <dgm:pt modelId="{8D593A6E-4BDE-4630-9BCA-B7EC59494079}" type="sibTrans" cxnId="{0BECB66A-60B0-4345-AEE6-750517B2FFA6}">
      <dgm:prSet/>
      <dgm:spPr/>
      <dgm:t>
        <a:bodyPr/>
        <a:lstStyle/>
        <a:p>
          <a:endParaRPr lang="en-US"/>
        </a:p>
      </dgm:t>
    </dgm:pt>
    <dgm:pt modelId="{BF1D7426-4908-4008-AE0D-25143EB94346}">
      <dgm:prSet/>
      <dgm:spPr/>
      <dgm:t>
        <a:bodyPr/>
        <a:lstStyle/>
        <a:p>
          <a:r>
            <a:rPr lang="en-US"/>
            <a:t>Entregable esperado: prototipo dashboard + notebooks</a:t>
          </a:r>
        </a:p>
      </dgm:t>
    </dgm:pt>
    <dgm:pt modelId="{BA7AC4C6-3297-4822-A511-2A43EB8C4324}" type="parTrans" cxnId="{B5C4D23E-DDE8-4E01-B565-75D6B48E439D}">
      <dgm:prSet/>
      <dgm:spPr/>
      <dgm:t>
        <a:bodyPr/>
        <a:lstStyle/>
        <a:p>
          <a:endParaRPr lang="en-US"/>
        </a:p>
      </dgm:t>
    </dgm:pt>
    <dgm:pt modelId="{A3AB64C9-1298-4A69-94F1-0670F3C89A82}" type="sibTrans" cxnId="{B5C4D23E-DDE8-4E01-B565-75D6B48E439D}">
      <dgm:prSet/>
      <dgm:spPr/>
      <dgm:t>
        <a:bodyPr/>
        <a:lstStyle/>
        <a:p>
          <a:endParaRPr lang="en-US"/>
        </a:p>
      </dgm:t>
    </dgm:pt>
    <dgm:pt modelId="{D533DC00-D61E-4AEE-A1C2-CF583ED4902C}" type="pres">
      <dgm:prSet presAssocID="{3BE11380-FE04-41FD-9671-2FC6324A865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454016D-6823-4F5F-8282-6857F569F301}" type="pres">
      <dgm:prSet presAssocID="{69AE5FF1-218A-4EB6-9900-D2A8256FD5AD}" presName="hierRoot1" presStyleCnt="0"/>
      <dgm:spPr/>
    </dgm:pt>
    <dgm:pt modelId="{440A0E31-266C-4C66-A59D-3677C3A1A8C5}" type="pres">
      <dgm:prSet presAssocID="{69AE5FF1-218A-4EB6-9900-D2A8256FD5AD}" presName="composite" presStyleCnt="0"/>
      <dgm:spPr/>
    </dgm:pt>
    <dgm:pt modelId="{8462B8AA-4773-4107-91F6-FE6B57B78E3B}" type="pres">
      <dgm:prSet presAssocID="{69AE5FF1-218A-4EB6-9900-D2A8256FD5AD}" presName="background" presStyleLbl="node0" presStyleIdx="0" presStyleCnt="4"/>
      <dgm:spPr/>
    </dgm:pt>
    <dgm:pt modelId="{890A975E-EC39-4B8D-B144-7B2051BC302D}" type="pres">
      <dgm:prSet presAssocID="{69AE5FF1-218A-4EB6-9900-D2A8256FD5AD}" presName="text" presStyleLbl="fgAcc0" presStyleIdx="0" presStyleCnt="4">
        <dgm:presLayoutVars>
          <dgm:chPref val="3"/>
        </dgm:presLayoutVars>
      </dgm:prSet>
      <dgm:spPr/>
    </dgm:pt>
    <dgm:pt modelId="{C24E3F5A-23AD-4EA7-BFDA-061D0D76AD24}" type="pres">
      <dgm:prSet presAssocID="{69AE5FF1-218A-4EB6-9900-D2A8256FD5AD}" presName="hierChild2" presStyleCnt="0"/>
      <dgm:spPr/>
    </dgm:pt>
    <dgm:pt modelId="{8C8F077B-93F6-4733-9FF8-986EA109F139}" type="pres">
      <dgm:prSet presAssocID="{A1FFA8B9-3407-4A0F-88EF-B042D121F30D}" presName="hierRoot1" presStyleCnt="0"/>
      <dgm:spPr/>
    </dgm:pt>
    <dgm:pt modelId="{D0328123-A406-4939-B476-E4D8A1816847}" type="pres">
      <dgm:prSet presAssocID="{A1FFA8B9-3407-4A0F-88EF-B042D121F30D}" presName="composite" presStyleCnt="0"/>
      <dgm:spPr/>
    </dgm:pt>
    <dgm:pt modelId="{F4811475-42B7-48FF-8994-8A9A9E6E7DBB}" type="pres">
      <dgm:prSet presAssocID="{A1FFA8B9-3407-4A0F-88EF-B042D121F30D}" presName="background" presStyleLbl="node0" presStyleIdx="1" presStyleCnt="4"/>
      <dgm:spPr/>
    </dgm:pt>
    <dgm:pt modelId="{0718D5DB-8F9B-48D3-807F-6FA3CE0E57FF}" type="pres">
      <dgm:prSet presAssocID="{A1FFA8B9-3407-4A0F-88EF-B042D121F30D}" presName="text" presStyleLbl="fgAcc0" presStyleIdx="1" presStyleCnt="4">
        <dgm:presLayoutVars>
          <dgm:chPref val="3"/>
        </dgm:presLayoutVars>
      </dgm:prSet>
      <dgm:spPr/>
    </dgm:pt>
    <dgm:pt modelId="{6AEA8C14-F456-4E33-A8AB-083A01332879}" type="pres">
      <dgm:prSet presAssocID="{A1FFA8B9-3407-4A0F-88EF-B042D121F30D}" presName="hierChild2" presStyleCnt="0"/>
      <dgm:spPr/>
    </dgm:pt>
    <dgm:pt modelId="{1033E1DC-13B2-4CE0-97A6-98C33CC2A457}" type="pres">
      <dgm:prSet presAssocID="{0CF9BAA6-A317-4021-A9CE-53250DB1CB6A}" presName="hierRoot1" presStyleCnt="0"/>
      <dgm:spPr/>
    </dgm:pt>
    <dgm:pt modelId="{78419E83-FBE5-453D-9ED4-8911E72AD601}" type="pres">
      <dgm:prSet presAssocID="{0CF9BAA6-A317-4021-A9CE-53250DB1CB6A}" presName="composite" presStyleCnt="0"/>
      <dgm:spPr/>
    </dgm:pt>
    <dgm:pt modelId="{94370D78-862C-46BB-810E-1B2EC8C80ABF}" type="pres">
      <dgm:prSet presAssocID="{0CF9BAA6-A317-4021-A9CE-53250DB1CB6A}" presName="background" presStyleLbl="node0" presStyleIdx="2" presStyleCnt="4"/>
      <dgm:spPr/>
    </dgm:pt>
    <dgm:pt modelId="{DF78DCC8-1C71-44F5-BFEF-344927A0EBB9}" type="pres">
      <dgm:prSet presAssocID="{0CF9BAA6-A317-4021-A9CE-53250DB1CB6A}" presName="text" presStyleLbl="fgAcc0" presStyleIdx="2" presStyleCnt="4">
        <dgm:presLayoutVars>
          <dgm:chPref val="3"/>
        </dgm:presLayoutVars>
      </dgm:prSet>
      <dgm:spPr/>
    </dgm:pt>
    <dgm:pt modelId="{59FFDCA2-0698-4596-ABB8-1487D4E9593D}" type="pres">
      <dgm:prSet presAssocID="{0CF9BAA6-A317-4021-A9CE-53250DB1CB6A}" presName="hierChild2" presStyleCnt="0"/>
      <dgm:spPr/>
    </dgm:pt>
    <dgm:pt modelId="{5436413B-4ED0-423C-B2E0-C2278F373376}" type="pres">
      <dgm:prSet presAssocID="{BF1D7426-4908-4008-AE0D-25143EB94346}" presName="hierRoot1" presStyleCnt="0"/>
      <dgm:spPr/>
    </dgm:pt>
    <dgm:pt modelId="{8DD69FEA-4926-4B7C-92E0-05BE42378468}" type="pres">
      <dgm:prSet presAssocID="{BF1D7426-4908-4008-AE0D-25143EB94346}" presName="composite" presStyleCnt="0"/>
      <dgm:spPr/>
    </dgm:pt>
    <dgm:pt modelId="{17F4D4E0-50AE-4A70-BBA4-7C328FEAF5C5}" type="pres">
      <dgm:prSet presAssocID="{BF1D7426-4908-4008-AE0D-25143EB94346}" presName="background" presStyleLbl="node0" presStyleIdx="3" presStyleCnt="4"/>
      <dgm:spPr/>
    </dgm:pt>
    <dgm:pt modelId="{B7373623-548D-4861-B415-3692A9AF329D}" type="pres">
      <dgm:prSet presAssocID="{BF1D7426-4908-4008-AE0D-25143EB94346}" presName="text" presStyleLbl="fgAcc0" presStyleIdx="3" presStyleCnt="4">
        <dgm:presLayoutVars>
          <dgm:chPref val="3"/>
        </dgm:presLayoutVars>
      </dgm:prSet>
      <dgm:spPr/>
    </dgm:pt>
    <dgm:pt modelId="{3582D393-6FCE-4327-B2DC-7FEAD2EAFFDC}" type="pres">
      <dgm:prSet presAssocID="{BF1D7426-4908-4008-AE0D-25143EB94346}" presName="hierChild2" presStyleCnt="0"/>
      <dgm:spPr/>
    </dgm:pt>
  </dgm:ptLst>
  <dgm:cxnLst>
    <dgm:cxn modelId="{B5C4D23E-DDE8-4E01-B565-75D6B48E439D}" srcId="{3BE11380-FE04-41FD-9671-2FC6324A8651}" destId="{BF1D7426-4908-4008-AE0D-25143EB94346}" srcOrd="3" destOrd="0" parTransId="{BA7AC4C6-3297-4822-A511-2A43EB8C4324}" sibTransId="{A3AB64C9-1298-4A69-94F1-0670F3C89A82}"/>
    <dgm:cxn modelId="{1C32C05C-BDCF-462D-9114-5E13DC38811D}" srcId="{3BE11380-FE04-41FD-9671-2FC6324A8651}" destId="{A1FFA8B9-3407-4A0F-88EF-B042D121F30D}" srcOrd="1" destOrd="0" parTransId="{68C13113-DEAA-4EF4-B846-0E7D1FA7CD32}" sibTransId="{4620597D-9982-40B7-9A48-5D132CCB49EF}"/>
    <dgm:cxn modelId="{0BECB66A-60B0-4345-AEE6-750517B2FFA6}" srcId="{3BE11380-FE04-41FD-9671-2FC6324A8651}" destId="{0CF9BAA6-A317-4021-A9CE-53250DB1CB6A}" srcOrd="2" destOrd="0" parTransId="{35F07058-92B0-4443-B8EF-414604A24229}" sibTransId="{8D593A6E-4BDE-4630-9BCA-B7EC59494079}"/>
    <dgm:cxn modelId="{8D0D4770-5266-42EE-AE62-767B5DFD1E36}" type="presOf" srcId="{3BE11380-FE04-41FD-9671-2FC6324A8651}" destId="{D533DC00-D61E-4AEE-A1C2-CF583ED4902C}" srcOrd="0" destOrd="0" presId="urn:microsoft.com/office/officeart/2005/8/layout/hierarchy1"/>
    <dgm:cxn modelId="{D8E91856-F2E6-4921-A993-E5E228A9A360}" type="presOf" srcId="{69AE5FF1-218A-4EB6-9900-D2A8256FD5AD}" destId="{890A975E-EC39-4B8D-B144-7B2051BC302D}" srcOrd="0" destOrd="0" presId="urn:microsoft.com/office/officeart/2005/8/layout/hierarchy1"/>
    <dgm:cxn modelId="{5D513289-4EF5-4731-9A7F-303B8F2BB96F}" srcId="{3BE11380-FE04-41FD-9671-2FC6324A8651}" destId="{69AE5FF1-218A-4EB6-9900-D2A8256FD5AD}" srcOrd="0" destOrd="0" parTransId="{46462F94-4912-4ADC-8718-3C06A767198A}" sibTransId="{CE98408E-59FC-4AC9-A5F7-996884B9351B}"/>
    <dgm:cxn modelId="{1B25559C-75BF-4596-89C8-C9C3E70E00BA}" type="presOf" srcId="{BF1D7426-4908-4008-AE0D-25143EB94346}" destId="{B7373623-548D-4861-B415-3692A9AF329D}" srcOrd="0" destOrd="0" presId="urn:microsoft.com/office/officeart/2005/8/layout/hierarchy1"/>
    <dgm:cxn modelId="{CAF5AFE4-06CE-4522-8EB0-3B9B18DC1CF3}" type="presOf" srcId="{A1FFA8B9-3407-4A0F-88EF-B042D121F30D}" destId="{0718D5DB-8F9B-48D3-807F-6FA3CE0E57FF}" srcOrd="0" destOrd="0" presId="urn:microsoft.com/office/officeart/2005/8/layout/hierarchy1"/>
    <dgm:cxn modelId="{2FF8BDF5-4974-4199-B883-0C115D97B91B}" type="presOf" srcId="{0CF9BAA6-A317-4021-A9CE-53250DB1CB6A}" destId="{DF78DCC8-1C71-44F5-BFEF-344927A0EBB9}" srcOrd="0" destOrd="0" presId="urn:microsoft.com/office/officeart/2005/8/layout/hierarchy1"/>
    <dgm:cxn modelId="{141B217A-8113-44CA-B780-9DB89C173868}" type="presParOf" srcId="{D533DC00-D61E-4AEE-A1C2-CF583ED4902C}" destId="{E454016D-6823-4F5F-8282-6857F569F301}" srcOrd="0" destOrd="0" presId="urn:microsoft.com/office/officeart/2005/8/layout/hierarchy1"/>
    <dgm:cxn modelId="{4D0BE03E-5CB5-412E-99E8-CA1102939476}" type="presParOf" srcId="{E454016D-6823-4F5F-8282-6857F569F301}" destId="{440A0E31-266C-4C66-A59D-3677C3A1A8C5}" srcOrd="0" destOrd="0" presId="urn:microsoft.com/office/officeart/2005/8/layout/hierarchy1"/>
    <dgm:cxn modelId="{36FAB8C6-AEF2-4532-B9D2-CEED6889A688}" type="presParOf" srcId="{440A0E31-266C-4C66-A59D-3677C3A1A8C5}" destId="{8462B8AA-4773-4107-91F6-FE6B57B78E3B}" srcOrd="0" destOrd="0" presId="urn:microsoft.com/office/officeart/2005/8/layout/hierarchy1"/>
    <dgm:cxn modelId="{7CF42FD9-1564-4854-A1B6-92756ED27F0D}" type="presParOf" srcId="{440A0E31-266C-4C66-A59D-3677C3A1A8C5}" destId="{890A975E-EC39-4B8D-B144-7B2051BC302D}" srcOrd="1" destOrd="0" presId="urn:microsoft.com/office/officeart/2005/8/layout/hierarchy1"/>
    <dgm:cxn modelId="{2CAB696C-C6DF-4F54-A9EE-1D3333D2B5D5}" type="presParOf" srcId="{E454016D-6823-4F5F-8282-6857F569F301}" destId="{C24E3F5A-23AD-4EA7-BFDA-061D0D76AD24}" srcOrd="1" destOrd="0" presId="urn:microsoft.com/office/officeart/2005/8/layout/hierarchy1"/>
    <dgm:cxn modelId="{E12DAD03-A7AA-4F6D-BFD8-D424D8A0C207}" type="presParOf" srcId="{D533DC00-D61E-4AEE-A1C2-CF583ED4902C}" destId="{8C8F077B-93F6-4733-9FF8-986EA109F139}" srcOrd="1" destOrd="0" presId="urn:microsoft.com/office/officeart/2005/8/layout/hierarchy1"/>
    <dgm:cxn modelId="{D46C2B5B-B71A-43E8-AF63-170E770CBD7C}" type="presParOf" srcId="{8C8F077B-93F6-4733-9FF8-986EA109F139}" destId="{D0328123-A406-4939-B476-E4D8A1816847}" srcOrd="0" destOrd="0" presId="urn:microsoft.com/office/officeart/2005/8/layout/hierarchy1"/>
    <dgm:cxn modelId="{6D5C28EA-67F3-4A51-848C-83A6F2F5A098}" type="presParOf" srcId="{D0328123-A406-4939-B476-E4D8A1816847}" destId="{F4811475-42B7-48FF-8994-8A9A9E6E7DBB}" srcOrd="0" destOrd="0" presId="urn:microsoft.com/office/officeart/2005/8/layout/hierarchy1"/>
    <dgm:cxn modelId="{45447BD3-C857-447D-B337-93860CB4B172}" type="presParOf" srcId="{D0328123-A406-4939-B476-E4D8A1816847}" destId="{0718D5DB-8F9B-48D3-807F-6FA3CE0E57FF}" srcOrd="1" destOrd="0" presId="urn:microsoft.com/office/officeart/2005/8/layout/hierarchy1"/>
    <dgm:cxn modelId="{BBD9C4D8-4873-4F38-B8B3-CE1CCDF57B74}" type="presParOf" srcId="{8C8F077B-93F6-4733-9FF8-986EA109F139}" destId="{6AEA8C14-F456-4E33-A8AB-083A01332879}" srcOrd="1" destOrd="0" presId="urn:microsoft.com/office/officeart/2005/8/layout/hierarchy1"/>
    <dgm:cxn modelId="{6CD4B0B6-9760-4CC5-859B-B0CEDD4137AC}" type="presParOf" srcId="{D533DC00-D61E-4AEE-A1C2-CF583ED4902C}" destId="{1033E1DC-13B2-4CE0-97A6-98C33CC2A457}" srcOrd="2" destOrd="0" presId="urn:microsoft.com/office/officeart/2005/8/layout/hierarchy1"/>
    <dgm:cxn modelId="{80AF0B18-2C21-4FBB-A011-7AC457051CE3}" type="presParOf" srcId="{1033E1DC-13B2-4CE0-97A6-98C33CC2A457}" destId="{78419E83-FBE5-453D-9ED4-8911E72AD601}" srcOrd="0" destOrd="0" presId="urn:microsoft.com/office/officeart/2005/8/layout/hierarchy1"/>
    <dgm:cxn modelId="{EB14766E-1C77-47DC-901A-C2E8DA984464}" type="presParOf" srcId="{78419E83-FBE5-453D-9ED4-8911E72AD601}" destId="{94370D78-862C-46BB-810E-1B2EC8C80ABF}" srcOrd="0" destOrd="0" presId="urn:microsoft.com/office/officeart/2005/8/layout/hierarchy1"/>
    <dgm:cxn modelId="{B47CBEAC-265B-4A52-B878-23ACB1688469}" type="presParOf" srcId="{78419E83-FBE5-453D-9ED4-8911E72AD601}" destId="{DF78DCC8-1C71-44F5-BFEF-344927A0EBB9}" srcOrd="1" destOrd="0" presId="urn:microsoft.com/office/officeart/2005/8/layout/hierarchy1"/>
    <dgm:cxn modelId="{C65F27FB-0C8B-4A5D-AB20-369D59A44A39}" type="presParOf" srcId="{1033E1DC-13B2-4CE0-97A6-98C33CC2A457}" destId="{59FFDCA2-0698-4596-ABB8-1487D4E9593D}" srcOrd="1" destOrd="0" presId="urn:microsoft.com/office/officeart/2005/8/layout/hierarchy1"/>
    <dgm:cxn modelId="{0B7C2045-B3AD-459B-8930-F66A8CC6ABA4}" type="presParOf" srcId="{D533DC00-D61E-4AEE-A1C2-CF583ED4902C}" destId="{5436413B-4ED0-423C-B2E0-C2278F373376}" srcOrd="3" destOrd="0" presId="urn:microsoft.com/office/officeart/2005/8/layout/hierarchy1"/>
    <dgm:cxn modelId="{D6B73CB5-4343-4D29-BAE2-4CDAE0D07131}" type="presParOf" srcId="{5436413B-4ED0-423C-B2E0-C2278F373376}" destId="{8DD69FEA-4926-4B7C-92E0-05BE42378468}" srcOrd="0" destOrd="0" presId="urn:microsoft.com/office/officeart/2005/8/layout/hierarchy1"/>
    <dgm:cxn modelId="{C492FB31-1E93-4CE8-833D-D05DC3C0E45E}" type="presParOf" srcId="{8DD69FEA-4926-4B7C-92E0-05BE42378468}" destId="{17F4D4E0-50AE-4A70-BBA4-7C328FEAF5C5}" srcOrd="0" destOrd="0" presId="urn:microsoft.com/office/officeart/2005/8/layout/hierarchy1"/>
    <dgm:cxn modelId="{7BAF3350-1C53-473C-9C7F-226B5277208F}" type="presParOf" srcId="{8DD69FEA-4926-4B7C-92E0-05BE42378468}" destId="{B7373623-548D-4861-B415-3692A9AF329D}" srcOrd="1" destOrd="0" presId="urn:microsoft.com/office/officeart/2005/8/layout/hierarchy1"/>
    <dgm:cxn modelId="{69B67BCB-F6CB-457D-AF35-5442C3DAE8DF}" type="presParOf" srcId="{5436413B-4ED0-423C-B2E0-C2278F373376}" destId="{3582D393-6FCE-4327-B2DC-7FEAD2EAFFD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369962-A72C-491C-8E1A-CB0D3E85728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7E439B-F33E-4238-8C7E-37C3AE2BBC94}">
      <dgm:prSet/>
      <dgm:spPr/>
      <dgm:t>
        <a:bodyPr/>
        <a:lstStyle/>
        <a:p>
          <a:r>
            <a:rPr lang="en-US"/>
            <a:t>Semana 1: modelos iniciales + métricas</a:t>
          </a:r>
        </a:p>
      </dgm:t>
    </dgm:pt>
    <dgm:pt modelId="{B3001BEB-45CC-44AA-8BC8-F5B00A06A884}" type="parTrans" cxnId="{25798909-30F2-4A0E-B75C-61E87C6B66B3}">
      <dgm:prSet/>
      <dgm:spPr/>
      <dgm:t>
        <a:bodyPr/>
        <a:lstStyle/>
        <a:p>
          <a:endParaRPr lang="en-US"/>
        </a:p>
      </dgm:t>
    </dgm:pt>
    <dgm:pt modelId="{8138EC2D-F179-419A-8220-307E6F91BAD9}" type="sibTrans" cxnId="{25798909-30F2-4A0E-B75C-61E87C6B66B3}">
      <dgm:prSet/>
      <dgm:spPr/>
      <dgm:t>
        <a:bodyPr/>
        <a:lstStyle/>
        <a:p>
          <a:endParaRPr lang="en-US"/>
        </a:p>
      </dgm:t>
    </dgm:pt>
    <dgm:pt modelId="{7B193360-02E6-4D23-897D-C148EFD7EE77}">
      <dgm:prSet/>
      <dgm:spPr/>
      <dgm:t>
        <a:bodyPr/>
        <a:lstStyle/>
        <a:p>
          <a:r>
            <a:rPr lang="en-US"/>
            <a:t>Semana 2: pruebas ampliadas + comparación</a:t>
          </a:r>
        </a:p>
      </dgm:t>
    </dgm:pt>
    <dgm:pt modelId="{5C276634-0694-4501-A66B-26084EDCE1B0}" type="parTrans" cxnId="{B2EC03F6-79DD-44E8-920D-97B2FB3D7C39}">
      <dgm:prSet/>
      <dgm:spPr/>
      <dgm:t>
        <a:bodyPr/>
        <a:lstStyle/>
        <a:p>
          <a:endParaRPr lang="en-US"/>
        </a:p>
      </dgm:t>
    </dgm:pt>
    <dgm:pt modelId="{67DDBF7B-5B7C-4085-8549-1E943963E2DA}" type="sibTrans" cxnId="{B2EC03F6-79DD-44E8-920D-97B2FB3D7C39}">
      <dgm:prSet/>
      <dgm:spPr/>
      <dgm:t>
        <a:bodyPr/>
        <a:lstStyle/>
        <a:p>
          <a:endParaRPr lang="en-US"/>
        </a:p>
      </dgm:t>
    </dgm:pt>
    <dgm:pt modelId="{5F784EC1-748B-4DD4-954F-7D67CE906589}">
      <dgm:prSet/>
      <dgm:spPr/>
      <dgm:t>
        <a:bodyPr/>
        <a:lstStyle/>
        <a:p>
          <a:r>
            <a:rPr lang="en-US"/>
            <a:t>Semana 3: integración en prototipo (notebook/dashboard)</a:t>
          </a:r>
        </a:p>
      </dgm:t>
    </dgm:pt>
    <dgm:pt modelId="{DED7AB86-1315-4582-AB2B-E8ECB141ED68}" type="parTrans" cxnId="{3A022F5C-D42D-464A-A136-6C22BE0BD89B}">
      <dgm:prSet/>
      <dgm:spPr/>
      <dgm:t>
        <a:bodyPr/>
        <a:lstStyle/>
        <a:p>
          <a:endParaRPr lang="en-US"/>
        </a:p>
      </dgm:t>
    </dgm:pt>
    <dgm:pt modelId="{2D088436-176B-48D8-9ACA-6FE444ED0679}" type="sibTrans" cxnId="{3A022F5C-D42D-464A-A136-6C22BE0BD89B}">
      <dgm:prSet/>
      <dgm:spPr/>
      <dgm:t>
        <a:bodyPr/>
        <a:lstStyle/>
        <a:p>
          <a:endParaRPr lang="en-US"/>
        </a:p>
      </dgm:t>
    </dgm:pt>
    <dgm:pt modelId="{E7E476B5-DB4B-42E9-A981-78EE083F440C}">
      <dgm:prSet/>
      <dgm:spPr/>
      <dgm:t>
        <a:bodyPr/>
        <a:lstStyle/>
        <a:p>
          <a:r>
            <a:rPr lang="en-US"/>
            <a:t>Gestión de tareas en Trello (captura aquí)</a:t>
          </a:r>
        </a:p>
      </dgm:t>
    </dgm:pt>
    <dgm:pt modelId="{1D435EFF-6E6B-4839-8240-BB4A2C42E6C6}" type="parTrans" cxnId="{35D081EE-9B48-4C87-B735-204F31D7A9B1}">
      <dgm:prSet/>
      <dgm:spPr/>
      <dgm:t>
        <a:bodyPr/>
        <a:lstStyle/>
        <a:p>
          <a:endParaRPr lang="en-US"/>
        </a:p>
      </dgm:t>
    </dgm:pt>
    <dgm:pt modelId="{FD9FDCE0-76AF-4A86-BEE5-9B75F0103F05}" type="sibTrans" cxnId="{35D081EE-9B48-4C87-B735-204F31D7A9B1}">
      <dgm:prSet/>
      <dgm:spPr/>
      <dgm:t>
        <a:bodyPr/>
        <a:lstStyle/>
        <a:p>
          <a:endParaRPr lang="en-US"/>
        </a:p>
      </dgm:t>
    </dgm:pt>
    <dgm:pt modelId="{47B8DB22-6ECA-49F6-949E-629169C25DA8}" type="pres">
      <dgm:prSet presAssocID="{14369962-A72C-491C-8E1A-CB0D3E8572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E23DE69-C101-4B77-BB8B-5B38383975A1}" type="pres">
      <dgm:prSet presAssocID="{3A7E439B-F33E-4238-8C7E-37C3AE2BBC94}" presName="hierRoot1" presStyleCnt="0"/>
      <dgm:spPr/>
    </dgm:pt>
    <dgm:pt modelId="{6F41EC52-9C9A-4BBD-9F66-B022CB528AC8}" type="pres">
      <dgm:prSet presAssocID="{3A7E439B-F33E-4238-8C7E-37C3AE2BBC94}" presName="composite" presStyleCnt="0"/>
      <dgm:spPr/>
    </dgm:pt>
    <dgm:pt modelId="{FDD22343-4D62-4756-A1CF-19F5694EB911}" type="pres">
      <dgm:prSet presAssocID="{3A7E439B-F33E-4238-8C7E-37C3AE2BBC94}" presName="background" presStyleLbl="node0" presStyleIdx="0" presStyleCnt="4"/>
      <dgm:spPr/>
    </dgm:pt>
    <dgm:pt modelId="{7A65B4A4-3817-415B-945D-111DAC5129B1}" type="pres">
      <dgm:prSet presAssocID="{3A7E439B-F33E-4238-8C7E-37C3AE2BBC94}" presName="text" presStyleLbl="fgAcc0" presStyleIdx="0" presStyleCnt="4">
        <dgm:presLayoutVars>
          <dgm:chPref val="3"/>
        </dgm:presLayoutVars>
      </dgm:prSet>
      <dgm:spPr/>
    </dgm:pt>
    <dgm:pt modelId="{DFEEF65F-91D1-47F2-BB07-22CB82395A64}" type="pres">
      <dgm:prSet presAssocID="{3A7E439B-F33E-4238-8C7E-37C3AE2BBC94}" presName="hierChild2" presStyleCnt="0"/>
      <dgm:spPr/>
    </dgm:pt>
    <dgm:pt modelId="{1C7EC800-EB55-47AF-A6EA-646F9FF3BDDE}" type="pres">
      <dgm:prSet presAssocID="{7B193360-02E6-4D23-897D-C148EFD7EE77}" presName="hierRoot1" presStyleCnt="0"/>
      <dgm:spPr/>
    </dgm:pt>
    <dgm:pt modelId="{7C66B62F-AF77-4845-BBD0-19D0CBA5A1D3}" type="pres">
      <dgm:prSet presAssocID="{7B193360-02E6-4D23-897D-C148EFD7EE77}" presName="composite" presStyleCnt="0"/>
      <dgm:spPr/>
    </dgm:pt>
    <dgm:pt modelId="{12B33E3E-7334-48D2-AEF3-D36318596FEC}" type="pres">
      <dgm:prSet presAssocID="{7B193360-02E6-4D23-897D-C148EFD7EE77}" presName="background" presStyleLbl="node0" presStyleIdx="1" presStyleCnt="4"/>
      <dgm:spPr/>
    </dgm:pt>
    <dgm:pt modelId="{5B99648A-3A12-444B-B871-5C63811B4B67}" type="pres">
      <dgm:prSet presAssocID="{7B193360-02E6-4D23-897D-C148EFD7EE77}" presName="text" presStyleLbl="fgAcc0" presStyleIdx="1" presStyleCnt="4">
        <dgm:presLayoutVars>
          <dgm:chPref val="3"/>
        </dgm:presLayoutVars>
      </dgm:prSet>
      <dgm:spPr/>
    </dgm:pt>
    <dgm:pt modelId="{3B0023C2-C2AF-4CC3-8D35-A3E9A026CFC5}" type="pres">
      <dgm:prSet presAssocID="{7B193360-02E6-4D23-897D-C148EFD7EE77}" presName="hierChild2" presStyleCnt="0"/>
      <dgm:spPr/>
    </dgm:pt>
    <dgm:pt modelId="{7A5615F4-72BB-4BEF-85B0-2F2B570075DE}" type="pres">
      <dgm:prSet presAssocID="{5F784EC1-748B-4DD4-954F-7D67CE906589}" presName="hierRoot1" presStyleCnt="0"/>
      <dgm:spPr/>
    </dgm:pt>
    <dgm:pt modelId="{4223CD49-5E9E-430B-8951-3F773CCFF591}" type="pres">
      <dgm:prSet presAssocID="{5F784EC1-748B-4DD4-954F-7D67CE906589}" presName="composite" presStyleCnt="0"/>
      <dgm:spPr/>
    </dgm:pt>
    <dgm:pt modelId="{95AFB091-2E8A-44D8-B838-78415A11A219}" type="pres">
      <dgm:prSet presAssocID="{5F784EC1-748B-4DD4-954F-7D67CE906589}" presName="background" presStyleLbl="node0" presStyleIdx="2" presStyleCnt="4"/>
      <dgm:spPr/>
    </dgm:pt>
    <dgm:pt modelId="{83A78EFA-6943-4CFA-8D4D-668DB2DD76FB}" type="pres">
      <dgm:prSet presAssocID="{5F784EC1-748B-4DD4-954F-7D67CE906589}" presName="text" presStyleLbl="fgAcc0" presStyleIdx="2" presStyleCnt="4">
        <dgm:presLayoutVars>
          <dgm:chPref val="3"/>
        </dgm:presLayoutVars>
      </dgm:prSet>
      <dgm:spPr/>
    </dgm:pt>
    <dgm:pt modelId="{C41F382D-F402-42CC-A381-9CC62EAF5670}" type="pres">
      <dgm:prSet presAssocID="{5F784EC1-748B-4DD4-954F-7D67CE906589}" presName="hierChild2" presStyleCnt="0"/>
      <dgm:spPr/>
    </dgm:pt>
    <dgm:pt modelId="{111166D2-FA32-46F1-B7D9-B8732DCB88A9}" type="pres">
      <dgm:prSet presAssocID="{E7E476B5-DB4B-42E9-A981-78EE083F440C}" presName="hierRoot1" presStyleCnt="0"/>
      <dgm:spPr/>
    </dgm:pt>
    <dgm:pt modelId="{7F16E976-4379-4C66-8D13-3A0D398D933A}" type="pres">
      <dgm:prSet presAssocID="{E7E476B5-DB4B-42E9-A981-78EE083F440C}" presName="composite" presStyleCnt="0"/>
      <dgm:spPr/>
    </dgm:pt>
    <dgm:pt modelId="{841B836A-6A4F-4C44-B05B-F27CDD7630EC}" type="pres">
      <dgm:prSet presAssocID="{E7E476B5-DB4B-42E9-A981-78EE083F440C}" presName="background" presStyleLbl="node0" presStyleIdx="3" presStyleCnt="4"/>
      <dgm:spPr/>
    </dgm:pt>
    <dgm:pt modelId="{5BAEEDDF-104F-4BF1-8AB1-E2AEF107CD1F}" type="pres">
      <dgm:prSet presAssocID="{E7E476B5-DB4B-42E9-A981-78EE083F440C}" presName="text" presStyleLbl="fgAcc0" presStyleIdx="3" presStyleCnt="4">
        <dgm:presLayoutVars>
          <dgm:chPref val="3"/>
        </dgm:presLayoutVars>
      </dgm:prSet>
      <dgm:spPr/>
    </dgm:pt>
    <dgm:pt modelId="{18170803-22C5-4E6D-98E0-CA74CFF2A112}" type="pres">
      <dgm:prSet presAssocID="{E7E476B5-DB4B-42E9-A981-78EE083F440C}" presName="hierChild2" presStyleCnt="0"/>
      <dgm:spPr/>
    </dgm:pt>
  </dgm:ptLst>
  <dgm:cxnLst>
    <dgm:cxn modelId="{25798909-30F2-4A0E-B75C-61E87C6B66B3}" srcId="{14369962-A72C-491C-8E1A-CB0D3E857281}" destId="{3A7E439B-F33E-4238-8C7E-37C3AE2BBC94}" srcOrd="0" destOrd="0" parTransId="{B3001BEB-45CC-44AA-8BC8-F5B00A06A884}" sibTransId="{8138EC2D-F179-419A-8220-307E6F91BAD9}"/>
    <dgm:cxn modelId="{25796F20-959D-42FD-90E5-A356CFF31C8A}" type="presOf" srcId="{E7E476B5-DB4B-42E9-A981-78EE083F440C}" destId="{5BAEEDDF-104F-4BF1-8AB1-E2AEF107CD1F}" srcOrd="0" destOrd="0" presId="urn:microsoft.com/office/officeart/2005/8/layout/hierarchy1"/>
    <dgm:cxn modelId="{0E14E22B-AF6C-4C7F-8DFB-A40D8068EF90}" type="presOf" srcId="{3A7E439B-F33E-4238-8C7E-37C3AE2BBC94}" destId="{7A65B4A4-3817-415B-945D-111DAC5129B1}" srcOrd="0" destOrd="0" presId="urn:microsoft.com/office/officeart/2005/8/layout/hierarchy1"/>
    <dgm:cxn modelId="{3A022F5C-D42D-464A-A136-6C22BE0BD89B}" srcId="{14369962-A72C-491C-8E1A-CB0D3E857281}" destId="{5F784EC1-748B-4DD4-954F-7D67CE906589}" srcOrd="2" destOrd="0" parTransId="{DED7AB86-1315-4582-AB2B-E8ECB141ED68}" sibTransId="{2D088436-176B-48D8-9ACA-6FE444ED0679}"/>
    <dgm:cxn modelId="{817D6484-5140-4060-90C1-D827539ED701}" type="presOf" srcId="{7B193360-02E6-4D23-897D-C148EFD7EE77}" destId="{5B99648A-3A12-444B-B871-5C63811B4B67}" srcOrd="0" destOrd="0" presId="urn:microsoft.com/office/officeart/2005/8/layout/hierarchy1"/>
    <dgm:cxn modelId="{DD298BB0-5504-4173-8F3F-A0E1E7309286}" type="presOf" srcId="{5F784EC1-748B-4DD4-954F-7D67CE906589}" destId="{83A78EFA-6943-4CFA-8D4D-668DB2DD76FB}" srcOrd="0" destOrd="0" presId="urn:microsoft.com/office/officeart/2005/8/layout/hierarchy1"/>
    <dgm:cxn modelId="{8CDFFABD-7A1F-4D7F-A3F3-15997C4354D1}" type="presOf" srcId="{14369962-A72C-491C-8E1A-CB0D3E857281}" destId="{47B8DB22-6ECA-49F6-949E-629169C25DA8}" srcOrd="0" destOrd="0" presId="urn:microsoft.com/office/officeart/2005/8/layout/hierarchy1"/>
    <dgm:cxn modelId="{35D081EE-9B48-4C87-B735-204F31D7A9B1}" srcId="{14369962-A72C-491C-8E1A-CB0D3E857281}" destId="{E7E476B5-DB4B-42E9-A981-78EE083F440C}" srcOrd="3" destOrd="0" parTransId="{1D435EFF-6E6B-4839-8240-BB4A2C42E6C6}" sibTransId="{FD9FDCE0-76AF-4A86-BEE5-9B75F0103F05}"/>
    <dgm:cxn modelId="{B2EC03F6-79DD-44E8-920D-97B2FB3D7C39}" srcId="{14369962-A72C-491C-8E1A-CB0D3E857281}" destId="{7B193360-02E6-4D23-897D-C148EFD7EE77}" srcOrd="1" destOrd="0" parTransId="{5C276634-0694-4501-A66B-26084EDCE1B0}" sibTransId="{67DDBF7B-5B7C-4085-8549-1E943963E2DA}"/>
    <dgm:cxn modelId="{E1FB32D0-CCD2-4244-BB07-9F746175FEE0}" type="presParOf" srcId="{47B8DB22-6ECA-49F6-949E-629169C25DA8}" destId="{3E23DE69-C101-4B77-BB8B-5B38383975A1}" srcOrd="0" destOrd="0" presId="urn:microsoft.com/office/officeart/2005/8/layout/hierarchy1"/>
    <dgm:cxn modelId="{04EF2DA9-6083-4654-AA38-80FD2557AA2F}" type="presParOf" srcId="{3E23DE69-C101-4B77-BB8B-5B38383975A1}" destId="{6F41EC52-9C9A-4BBD-9F66-B022CB528AC8}" srcOrd="0" destOrd="0" presId="urn:microsoft.com/office/officeart/2005/8/layout/hierarchy1"/>
    <dgm:cxn modelId="{64AFBAF9-204E-4322-BE6A-02B6EBB76179}" type="presParOf" srcId="{6F41EC52-9C9A-4BBD-9F66-B022CB528AC8}" destId="{FDD22343-4D62-4756-A1CF-19F5694EB911}" srcOrd="0" destOrd="0" presId="urn:microsoft.com/office/officeart/2005/8/layout/hierarchy1"/>
    <dgm:cxn modelId="{EF7CE1FD-B61F-4077-A751-F9CEDEDBA8D8}" type="presParOf" srcId="{6F41EC52-9C9A-4BBD-9F66-B022CB528AC8}" destId="{7A65B4A4-3817-415B-945D-111DAC5129B1}" srcOrd="1" destOrd="0" presId="urn:microsoft.com/office/officeart/2005/8/layout/hierarchy1"/>
    <dgm:cxn modelId="{2392F1EB-4D2C-42DF-8D38-C7FB9DAEAF21}" type="presParOf" srcId="{3E23DE69-C101-4B77-BB8B-5B38383975A1}" destId="{DFEEF65F-91D1-47F2-BB07-22CB82395A64}" srcOrd="1" destOrd="0" presId="urn:microsoft.com/office/officeart/2005/8/layout/hierarchy1"/>
    <dgm:cxn modelId="{48CBBAA1-B124-406D-9B38-A55C5E8156C1}" type="presParOf" srcId="{47B8DB22-6ECA-49F6-949E-629169C25DA8}" destId="{1C7EC800-EB55-47AF-A6EA-646F9FF3BDDE}" srcOrd="1" destOrd="0" presId="urn:microsoft.com/office/officeart/2005/8/layout/hierarchy1"/>
    <dgm:cxn modelId="{B65D1054-97D1-4AF7-B74A-EC8E0E086A7E}" type="presParOf" srcId="{1C7EC800-EB55-47AF-A6EA-646F9FF3BDDE}" destId="{7C66B62F-AF77-4845-BBD0-19D0CBA5A1D3}" srcOrd="0" destOrd="0" presId="urn:microsoft.com/office/officeart/2005/8/layout/hierarchy1"/>
    <dgm:cxn modelId="{3308894F-6257-4131-ADE2-73305E421582}" type="presParOf" srcId="{7C66B62F-AF77-4845-BBD0-19D0CBA5A1D3}" destId="{12B33E3E-7334-48D2-AEF3-D36318596FEC}" srcOrd="0" destOrd="0" presId="urn:microsoft.com/office/officeart/2005/8/layout/hierarchy1"/>
    <dgm:cxn modelId="{4B454507-2B93-4047-8A44-60EE9C6EC480}" type="presParOf" srcId="{7C66B62F-AF77-4845-BBD0-19D0CBA5A1D3}" destId="{5B99648A-3A12-444B-B871-5C63811B4B67}" srcOrd="1" destOrd="0" presId="urn:microsoft.com/office/officeart/2005/8/layout/hierarchy1"/>
    <dgm:cxn modelId="{A0DD0449-A27C-4C33-B6E5-32D75A4D7A73}" type="presParOf" srcId="{1C7EC800-EB55-47AF-A6EA-646F9FF3BDDE}" destId="{3B0023C2-C2AF-4CC3-8D35-A3E9A026CFC5}" srcOrd="1" destOrd="0" presId="urn:microsoft.com/office/officeart/2005/8/layout/hierarchy1"/>
    <dgm:cxn modelId="{ED864B6A-0852-4529-9B0C-1505E3913B35}" type="presParOf" srcId="{47B8DB22-6ECA-49F6-949E-629169C25DA8}" destId="{7A5615F4-72BB-4BEF-85B0-2F2B570075DE}" srcOrd="2" destOrd="0" presId="urn:microsoft.com/office/officeart/2005/8/layout/hierarchy1"/>
    <dgm:cxn modelId="{208033B3-E9B4-4D54-8E88-60A9247C8D85}" type="presParOf" srcId="{7A5615F4-72BB-4BEF-85B0-2F2B570075DE}" destId="{4223CD49-5E9E-430B-8951-3F773CCFF591}" srcOrd="0" destOrd="0" presId="urn:microsoft.com/office/officeart/2005/8/layout/hierarchy1"/>
    <dgm:cxn modelId="{0DF960E3-484B-453E-8D39-B9BBFE2848C1}" type="presParOf" srcId="{4223CD49-5E9E-430B-8951-3F773CCFF591}" destId="{95AFB091-2E8A-44D8-B838-78415A11A219}" srcOrd="0" destOrd="0" presId="urn:microsoft.com/office/officeart/2005/8/layout/hierarchy1"/>
    <dgm:cxn modelId="{187E3747-F4D1-412C-A2B4-8A0089166D9B}" type="presParOf" srcId="{4223CD49-5E9E-430B-8951-3F773CCFF591}" destId="{83A78EFA-6943-4CFA-8D4D-668DB2DD76FB}" srcOrd="1" destOrd="0" presId="urn:microsoft.com/office/officeart/2005/8/layout/hierarchy1"/>
    <dgm:cxn modelId="{B2B9411D-B656-4DBB-A9F0-BFC1F3A1F369}" type="presParOf" srcId="{7A5615F4-72BB-4BEF-85B0-2F2B570075DE}" destId="{C41F382D-F402-42CC-A381-9CC62EAF5670}" srcOrd="1" destOrd="0" presId="urn:microsoft.com/office/officeart/2005/8/layout/hierarchy1"/>
    <dgm:cxn modelId="{1D46B3BC-6845-4D37-A556-A90AD8E5AE3E}" type="presParOf" srcId="{47B8DB22-6ECA-49F6-949E-629169C25DA8}" destId="{111166D2-FA32-46F1-B7D9-B8732DCB88A9}" srcOrd="3" destOrd="0" presId="urn:microsoft.com/office/officeart/2005/8/layout/hierarchy1"/>
    <dgm:cxn modelId="{477CAC91-9EB4-4A2B-A316-B198D8A286E6}" type="presParOf" srcId="{111166D2-FA32-46F1-B7D9-B8732DCB88A9}" destId="{7F16E976-4379-4C66-8D13-3A0D398D933A}" srcOrd="0" destOrd="0" presId="urn:microsoft.com/office/officeart/2005/8/layout/hierarchy1"/>
    <dgm:cxn modelId="{BFFFD4CD-72C9-4C22-9192-2D85FE97069C}" type="presParOf" srcId="{7F16E976-4379-4C66-8D13-3A0D398D933A}" destId="{841B836A-6A4F-4C44-B05B-F27CDD7630EC}" srcOrd="0" destOrd="0" presId="urn:microsoft.com/office/officeart/2005/8/layout/hierarchy1"/>
    <dgm:cxn modelId="{B4E41CC5-9DF3-46CF-BB1A-A98792F27A5E}" type="presParOf" srcId="{7F16E976-4379-4C66-8D13-3A0D398D933A}" destId="{5BAEEDDF-104F-4BF1-8AB1-E2AEF107CD1F}" srcOrd="1" destOrd="0" presId="urn:microsoft.com/office/officeart/2005/8/layout/hierarchy1"/>
    <dgm:cxn modelId="{864B12F2-4357-4C2B-A210-8897D938A390}" type="presParOf" srcId="{111166D2-FA32-46F1-B7D9-B8732DCB88A9}" destId="{18170803-22C5-4E6D-98E0-CA74CFF2A1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5ADDBA-5CD7-4E6E-98AC-4A25DABC1BC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B319EA9-C933-4A0F-9997-D9EC9912FECD}">
      <dgm:prSet/>
      <dgm:spPr/>
      <dgm:t>
        <a:bodyPr/>
        <a:lstStyle/>
        <a:p>
          <a:r>
            <a:rPr lang="en-US"/>
            <a:t>Jupyter notebooks (procesamiento y pruebas)</a:t>
          </a:r>
        </a:p>
      </dgm:t>
    </dgm:pt>
    <dgm:pt modelId="{4B014FC9-D13F-44C3-A8A3-4737FF0D5C0C}" type="parTrans" cxnId="{4FD516C2-7C90-45FA-A265-88FA325983B2}">
      <dgm:prSet/>
      <dgm:spPr/>
      <dgm:t>
        <a:bodyPr/>
        <a:lstStyle/>
        <a:p>
          <a:endParaRPr lang="en-US"/>
        </a:p>
      </dgm:t>
    </dgm:pt>
    <dgm:pt modelId="{95B776BB-E918-48C8-B4D5-106296EA2708}" type="sibTrans" cxnId="{4FD516C2-7C90-45FA-A265-88FA325983B2}">
      <dgm:prSet/>
      <dgm:spPr/>
      <dgm:t>
        <a:bodyPr/>
        <a:lstStyle/>
        <a:p>
          <a:endParaRPr lang="en-US"/>
        </a:p>
      </dgm:t>
    </dgm:pt>
    <dgm:pt modelId="{EB8102CD-EF1F-46FB-A1D5-46F975D69497}">
      <dgm:prSet/>
      <dgm:spPr/>
      <dgm:t>
        <a:bodyPr/>
        <a:lstStyle/>
        <a:p>
          <a:r>
            <a:rPr lang="en-US"/>
            <a:t>Reportes con métricas comparativas</a:t>
          </a:r>
        </a:p>
      </dgm:t>
    </dgm:pt>
    <dgm:pt modelId="{59C903F0-CF3D-4EBB-B84D-A9221B08F27F}" type="parTrans" cxnId="{00FF3879-BED2-45D1-9460-0D6686845591}">
      <dgm:prSet/>
      <dgm:spPr/>
      <dgm:t>
        <a:bodyPr/>
        <a:lstStyle/>
        <a:p>
          <a:endParaRPr lang="en-US"/>
        </a:p>
      </dgm:t>
    </dgm:pt>
    <dgm:pt modelId="{5BC4517B-90CF-47E1-966C-A04C2296046D}" type="sibTrans" cxnId="{00FF3879-BED2-45D1-9460-0D6686845591}">
      <dgm:prSet/>
      <dgm:spPr/>
      <dgm:t>
        <a:bodyPr/>
        <a:lstStyle/>
        <a:p>
          <a:endParaRPr lang="en-US"/>
        </a:p>
      </dgm:t>
    </dgm:pt>
    <dgm:pt modelId="{4531056F-EBBB-433B-9FC5-0A81F1475626}">
      <dgm:prSet/>
      <dgm:spPr/>
      <dgm:t>
        <a:bodyPr/>
        <a:lstStyle/>
        <a:p>
          <a:r>
            <a:rPr lang="en-US"/>
            <a:t>Prototipo de dashboard</a:t>
          </a:r>
        </a:p>
      </dgm:t>
    </dgm:pt>
    <dgm:pt modelId="{343E2253-1082-4B06-B4FC-7B2BF4999653}" type="parTrans" cxnId="{458C4443-E199-4D91-90D4-A931B4CE4F4C}">
      <dgm:prSet/>
      <dgm:spPr/>
      <dgm:t>
        <a:bodyPr/>
        <a:lstStyle/>
        <a:p>
          <a:endParaRPr lang="en-US"/>
        </a:p>
      </dgm:t>
    </dgm:pt>
    <dgm:pt modelId="{0B0B4DAE-4D4D-441F-A2AD-D8DAE362721E}" type="sibTrans" cxnId="{458C4443-E199-4D91-90D4-A931B4CE4F4C}">
      <dgm:prSet/>
      <dgm:spPr/>
      <dgm:t>
        <a:bodyPr/>
        <a:lstStyle/>
        <a:p>
          <a:endParaRPr lang="en-US"/>
        </a:p>
      </dgm:t>
    </dgm:pt>
    <dgm:pt modelId="{EFBFA92E-E559-4A7E-A056-9ECD0525452B}" type="pres">
      <dgm:prSet presAssocID="{395ADDBA-5CD7-4E6E-98AC-4A25DABC1B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51AFBB6-80B7-41D8-A9A3-F1233ACB8C26}" type="pres">
      <dgm:prSet presAssocID="{BB319EA9-C933-4A0F-9997-D9EC9912FECD}" presName="hierRoot1" presStyleCnt="0"/>
      <dgm:spPr/>
    </dgm:pt>
    <dgm:pt modelId="{B73B3451-379B-448F-ACA1-523A125DFC06}" type="pres">
      <dgm:prSet presAssocID="{BB319EA9-C933-4A0F-9997-D9EC9912FECD}" presName="composite" presStyleCnt="0"/>
      <dgm:spPr/>
    </dgm:pt>
    <dgm:pt modelId="{6DD0533D-CC60-44E5-B153-6718C17E233A}" type="pres">
      <dgm:prSet presAssocID="{BB319EA9-C933-4A0F-9997-D9EC9912FECD}" presName="background" presStyleLbl="node0" presStyleIdx="0" presStyleCnt="3"/>
      <dgm:spPr/>
    </dgm:pt>
    <dgm:pt modelId="{6CB4890C-8D3F-4D7E-82FD-2A1C7A046DC6}" type="pres">
      <dgm:prSet presAssocID="{BB319EA9-C933-4A0F-9997-D9EC9912FECD}" presName="text" presStyleLbl="fgAcc0" presStyleIdx="0" presStyleCnt="3">
        <dgm:presLayoutVars>
          <dgm:chPref val="3"/>
        </dgm:presLayoutVars>
      </dgm:prSet>
      <dgm:spPr/>
    </dgm:pt>
    <dgm:pt modelId="{407AD784-0C61-46A5-985F-BAF1D7D92D2E}" type="pres">
      <dgm:prSet presAssocID="{BB319EA9-C933-4A0F-9997-D9EC9912FECD}" presName="hierChild2" presStyleCnt="0"/>
      <dgm:spPr/>
    </dgm:pt>
    <dgm:pt modelId="{FF972D8E-0474-422C-B759-78771EC77D7C}" type="pres">
      <dgm:prSet presAssocID="{EB8102CD-EF1F-46FB-A1D5-46F975D69497}" presName="hierRoot1" presStyleCnt="0"/>
      <dgm:spPr/>
    </dgm:pt>
    <dgm:pt modelId="{A0C1FC8A-EAAE-46BD-A81F-7F636964B047}" type="pres">
      <dgm:prSet presAssocID="{EB8102CD-EF1F-46FB-A1D5-46F975D69497}" presName="composite" presStyleCnt="0"/>
      <dgm:spPr/>
    </dgm:pt>
    <dgm:pt modelId="{D3BD1644-04C4-4495-92DB-643E173D61F7}" type="pres">
      <dgm:prSet presAssocID="{EB8102CD-EF1F-46FB-A1D5-46F975D69497}" presName="background" presStyleLbl="node0" presStyleIdx="1" presStyleCnt="3"/>
      <dgm:spPr/>
    </dgm:pt>
    <dgm:pt modelId="{8E5CB240-0B55-41AA-924B-B2BCF5A33D15}" type="pres">
      <dgm:prSet presAssocID="{EB8102CD-EF1F-46FB-A1D5-46F975D69497}" presName="text" presStyleLbl="fgAcc0" presStyleIdx="1" presStyleCnt="3">
        <dgm:presLayoutVars>
          <dgm:chPref val="3"/>
        </dgm:presLayoutVars>
      </dgm:prSet>
      <dgm:spPr/>
    </dgm:pt>
    <dgm:pt modelId="{B4B82A41-8366-49AC-A7A0-36B89D90EDCA}" type="pres">
      <dgm:prSet presAssocID="{EB8102CD-EF1F-46FB-A1D5-46F975D69497}" presName="hierChild2" presStyleCnt="0"/>
      <dgm:spPr/>
    </dgm:pt>
    <dgm:pt modelId="{83F987D3-FDD6-4214-BAC8-5685C9795A58}" type="pres">
      <dgm:prSet presAssocID="{4531056F-EBBB-433B-9FC5-0A81F1475626}" presName="hierRoot1" presStyleCnt="0"/>
      <dgm:spPr/>
    </dgm:pt>
    <dgm:pt modelId="{103871D5-CD21-4728-B596-BE355D7135CB}" type="pres">
      <dgm:prSet presAssocID="{4531056F-EBBB-433B-9FC5-0A81F1475626}" presName="composite" presStyleCnt="0"/>
      <dgm:spPr/>
    </dgm:pt>
    <dgm:pt modelId="{06C818B1-111F-4518-B2A4-72C48D89D2DC}" type="pres">
      <dgm:prSet presAssocID="{4531056F-EBBB-433B-9FC5-0A81F1475626}" presName="background" presStyleLbl="node0" presStyleIdx="2" presStyleCnt="3"/>
      <dgm:spPr/>
    </dgm:pt>
    <dgm:pt modelId="{0AADD505-1A59-4225-999A-032F14564B0B}" type="pres">
      <dgm:prSet presAssocID="{4531056F-EBBB-433B-9FC5-0A81F1475626}" presName="text" presStyleLbl="fgAcc0" presStyleIdx="2" presStyleCnt="3">
        <dgm:presLayoutVars>
          <dgm:chPref val="3"/>
        </dgm:presLayoutVars>
      </dgm:prSet>
      <dgm:spPr/>
    </dgm:pt>
    <dgm:pt modelId="{7A14DB87-212C-4836-8AB6-F614436059CD}" type="pres">
      <dgm:prSet presAssocID="{4531056F-EBBB-433B-9FC5-0A81F1475626}" presName="hierChild2" presStyleCnt="0"/>
      <dgm:spPr/>
    </dgm:pt>
  </dgm:ptLst>
  <dgm:cxnLst>
    <dgm:cxn modelId="{6CE0AA16-CFC5-4297-ADB2-57B273E8201D}" type="presOf" srcId="{EB8102CD-EF1F-46FB-A1D5-46F975D69497}" destId="{8E5CB240-0B55-41AA-924B-B2BCF5A33D15}" srcOrd="0" destOrd="0" presId="urn:microsoft.com/office/officeart/2005/8/layout/hierarchy1"/>
    <dgm:cxn modelId="{458C4443-E199-4D91-90D4-A931B4CE4F4C}" srcId="{395ADDBA-5CD7-4E6E-98AC-4A25DABC1BC4}" destId="{4531056F-EBBB-433B-9FC5-0A81F1475626}" srcOrd="2" destOrd="0" parTransId="{343E2253-1082-4B06-B4FC-7B2BF4999653}" sibTransId="{0B0B4DAE-4D4D-441F-A2AD-D8DAE362721E}"/>
    <dgm:cxn modelId="{4472CE46-6B05-4B0E-824F-E441610F1D9F}" type="presOf" srcId="{4531056F-EBBB-433B-9FC5-0A81F1475626}" destId="{0AADD505-1A59-4225-999A-032F14564B0B}" srcOrd="0" destOrd="0" presId="urn:microsoft.com/office/officeart/2005/8/layout/hierarchy1"/>
    <dgm:cxn modelId="{00FF3879-BED2-45D1-9460-0D6686845591}" srcId="{395ADDBA-5CD7-4E6E-98AC-4A25DABC1BC4}" destId="{EB8102CD-EF1F-46FB-A1D5-46F975D69497}" srcOrd="1" destOrd="0" parTransId="{59C903F0-CF3D-4EBB-B84D-A9221B08F27F}" sibTransId="{5BC4517B-90CF-47E1-966C-A04C2296046D}"/>
    <dgm:cxn modelId="{92DD2E80-21E4-498F-A059-17F29BF6034E}" type="presOf" srcId="{BB319EA9-C933-4A0F-9997-D9EC9912FECD}" destId="{6CB4890C-8D3F-4D7E-82FD-2A1C7A046DC6}" srcOrd="0" destOrd="0" presId="urn:microsoft.com/office/officeart/2005/8/layout/hierarchy1"/>
    <dgm:cxn modelId="{4FD516C2-7C90-45FA-A265-88FA325983B2}" srcId="{395ADDBA-5CD7-4E6E-98AC-4A25DABC1BC4}" destId="{BB319EA9-C933-4A0F-9997-D9EC9912FECD}" srcOrd="0" destOrd="0" parTransId="{4B014FC9-D13F-44C3-A8A3-4737FF0D5C0C}" sibTransId="{95B776BB-E918-48C8-B4D5-106296EA2708}"/>
    <dgm:cxn modelId="{361E0DEF-A85E-4BF6-8D8A-F6B2DBCF7DF8}" type="presOf" srcId="{395ADDBA-5CD7-4E6E-98AC-4A25DABC1BC4}" destId="{EFBFA92E-E559-4A7E-A056-9ECD0525452B}" srcOrd="0" destOrd="0" presId="urn:microsoft.com/office/officeart/2005/8/layout/hierarchy1"/>
    <dgm:cxn modelId="{72B7F62E-02BA-442F-BE8F-E9C584BD1BC0}" type="presParOf" srcId="{EFBFA92E-E559-4A7E-A056-9ECD0525452B}" destId="{451AFBB6-80B7-41D8-A9A3-F1233ACB8C26}" srcOrd="0" destOrd="0" presId="urn:microsoft.com/office/officeart/2005/8/layout/hierarchy1"/>
    <dgm:cxn modelId="{4A49EC04-E99C-420E-A88E-0EDE462D9F0F}" type="presParOf" srcId="{451AFBB6-80B7-41D8-A9A3-F1233ACB8C26}" destId="{B73B3451-379B-448F-ACA1-523A125DFC06}" srcOrd="0" destOrd="0" presId="urn:microsoft.com/office/officeart/2005/8/layout/hierarchy1"/>
    <dgm:cxn modelId="{68485FEF-0926-4FC2-810F-856F80831684}" type="presParOf" srcId="{B73B3451-379B-448F-ACA1-523A125DFC06}" destId="{6DD0533D-CC60-44E5-B153-6718C17E233A}" srcOrd="0" destOrd="0" presId="urn:microsoft.com/office/officeart/2005/8/layout/hierarchy1"/>
    <dgm:cxn modelId="{0C40E534-8F51-4CBF-B74C-D337C26B67D1}" type="presParOf" srcId="{B73B3451-379B-448F-ACA1-523A125DFC06}" destId="{6CB4890C-8D3F-4D7E-82FD-2A1C7A046DC6}" srcOrd="1" destOrd="0" presId="urn:microsoft.com/office/officeart/2005/8/layout/hierarchy1"/>
    <dgm:cxn modelId="{47F2C7BA-AD50-4DD6-AB94-B4984E277604}" type="presParOf" srcId="{451AFBB6-80B7-41D8-A9A3-F1233ACB8C26}" destId="{407AD784-0C61-46A5-985F-BAF1D7D92D2E}" srcOrd="1" destOrd="0" presId="urn:microsoft.com/office/officeart/2005/8/layout/hierarchy1"/>
    <dgm:cxn modelId="{9A8E6699-5175-47F0-9E07-CB20DDFA190A}" type="presParOf" srcId="{EFBFA92E-E559-4A7E-A056-9ECD0525452B}" destId="{FF972D8E-0474-422C-B759-78771EC77D7C}" srcOrd="1" destOrd="0" presId="urn:microsoft.com/office/officeart/2005/8/layout/hierarchy1"/>
    <dgm:cxn modelId="{9FAF0E08-886A-4664-BE8E-484B77679F94}" type="presParOf" srcId="{FF972D8E-0474-422C-B759-78771EC77D7C}" destId="{A0C1FC8A-EAAE-46BD-A81F-7F636964B047}" srcOrd="0" destOrd="0" presId="urn:microsoft.com/office/officeart/2005/8/layout/hierarchy1"/>
    <dgm:cxn modelId="{63E96AD0-F334-436A-8EA9-3B629E597738}" type="presParOf" srcId="{A0C1FC8A-EAAE-46BD-A81F-7F636964B047}" destId="{D3BD1644-04C4-4495-92DB-643E173D61F7}" srcOrd="0" destOrd="0" presId="urn:microsoft.com/office/officeart/2005/8/layout/hierarchy1"/>
    <dgm:cxn modelId="{872B3CF0-3D22-4F0F-A365-90A1D2DD4D78}" type="presParOf" srcId="{A0C1FC8A-EAAE-46BD-A81F-7F636964B047}" destId="{8E5CB240-0B55-41AA-924B-B2BCF5A33D15}" srcOrd="1" destOrd="0" presId="urn:microsoft.com/office/officeart/2005/8/layout/hierarchy1"/>
    <dgm:cxn modelId="{F457DDEF-E0FB-45E6-9336-23B49BC65763}" type="presParOf" srcId="{FF972D8E-0474-422C-B759-78771EC77D7C}" destId="{B4B82A41-8366-49AC-A7A0-36B89D90EDCA}" srcOrd="1" destOrd="0" presId="urn:microsoft.com/office/officeart/2005/8/layout/hierarchy1"/>
    <dgm:cxn modelId="{DC2EC8F7-5D16-457D-BF10-062C167E9D63}" type="presParOf" srcId="{EFBFA92E-E559-4A7E-A056-9ECD0525452B}" destId="{83F987D3-FDD6-4214-BAC8-5685C9795A58}" srcOrd="2" destOrd="0" presId="urn:microsoft.com/office/officeart/2005/8/layout/hierarchy1"/>
    <dgm:cxn modelId="{C48AEE30-7274-4334-ADFF-22DEC8CCA4CA}" type="presParOf" srcId="{83F987D3-FDD6-4214-BAC8-5685C9795A58}" destId="{103871D5-CD21-4728-B596-BE355D7135CB}" srcOrd="0" destOrd="0" presId="urn:microsoft.com/office/officeart/2005/8/layout/hierarchy1"/>
    <dgm:cxn modelId="{509650EC-2B22-4C83-BF90-E4A9FEA5A966}" type="presParOf" srcId="{103871D5-CD21-4728-B596-BE355D7135CB}" destId="{06C818B1-111F-4518-B2A4-72C48D89D2DC}" srcOrd="0" destOrd="0" presId="urn:microsoft.com/office/officeart/2005/8/layout/hierarchy1"/>
    <dgm:cxn modelId="{A7FED675-CD14-4912-9E3B-54BEF988A956}" type="presParOf" srcId="{103871D5-CD21-4728-B596-BE355D7135CB}" destId="{0AADD505-1A59-4225-999A-032F14564B0B}" srcOrd="1" destOrd="0" presId="urn:microsoft.com/office/officeart/2005/8/layout/hierarchy1"/>
    <dgm:cxn modelId="{3D35F758-99DB-42B4-B7C0-3A27329A402B}" type="presParOf" srcId="{83F987D3-FDD6-4214-BAC8-5685C9795A58}" destId="{7A14DB87-212C-4836-8AB6-F614436059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6EC64-C435-4F81-942A-618380631937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E8EE1-7656-4802-9BA6-F0465002EF15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Sensores → anomalías (outliers, drift, lagunas)</a:t>
          </a:r>
        </a:p>
      </dsp:txBody>
      <dsp:txXfrm>
        <a:off x="298991" y="1277365"/>
        <a:ext cx="2219346" cy="1377989"/>
      </dsp:txXfrm>
    </dsp:sp>
    <dsp:sp modelId="{658597B4-E37B-4B5A-BCEC-2CE89427F82A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48F96-0E5F-4298-A446-ADB337BE2DAA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Impacto en confiabilidad de modelos (Poseidón – Ainwater)</a:t>
          </a:r>
        </a:p>
      </dsp:txBody>
      <dsp:txXfrm>
        <a:off x="3116322" y="1277365"/>
        <a:ext cx="2219346" cy="1377989"/>
      </dsp:txXfrm>
    </dsp:sp>
    <dsp:sp modelId="{F18B95DB-4E45-4F70-80E1-E41753F464AC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8A7E8-895D-4119-BB50-8C5CF7E1981A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Necesidad de detección automática</a:t>
          </a:r>
        </a:p>
      </dsp:txBody>
      <dsp:txXfrm>
        <a:off x="5933653" y="1277365"/>
        <a:ext cx="2219346" cy="1377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62B8AA-4773-4107-91F6-FE6B57B78E3B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A975E-EC39-4B8D-B144-7B2051BC302D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Definir anomalías en series de tiempo</a:t>
          </a:r>
        </a:p>
      </dsp:txBody>
      <dsp:txXfrm>
        <a:off x="224776" y="1422745"/>
        <a:ext cx="1650639" cy="1024880"/>
      </dsp:txXfrm>
    </dsp:sp>
    <dsp:sp modelId="{F4811475-42B7-48FF-8994-8A9A9E6E7DBB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8D5DB-8F9B-48D3-807F-6FA3CE0E57FF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Probar varios modelos (estadísticos + ML)</a:t>
          </a:r>
        </a:p>
      </dsp:txBody>
      <dsp:txXfrm>
        <a:off x="2320165" y="1422745"/>
        <a:ext cx="1650639" cy="1024880"/>
      </dsp:txXfrm>
    </dsp:sp>
    <dsp:sp modelId="{94370D78-862C-46BB-810E-1B2EC8C80ABF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8DCC8-1C71-44F5-BFEF-344927A0EBB9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Evaluar con métricas definidas</a:t>
          </a:r>
        </a:p>
      </dsp:txBody>
      <dsp:txXfrm>
        <a:off x="4415555" y="1422745"/>
        <a:ext cx="1650639" cy="1024880"/>
      </dsp:txXfrm>
    </dsp:sp>
    <dsp:sp modelId="{17F4D4E0-50AE-4A70-BBA4-7C328FEAF5C5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73623-548D-4861-B415-3692A9AF329D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Entregable esperado: prototipo dashboard + notebooks</a:t>
          </a:r>
        </a:p>
      </dsp:txBody>
      <dsp:txXfrm>
        <a:off x="6510945" y="1422745"/>
        <a:ext cx="1650639" cy="1024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D22343-4D62-4756-A1CF-19F5694EB911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5B4A4-3817-415B-945D-111DAC5129B1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Semana 1: modelos iniciales + métricas</a:t>
          </a:r>
        </a:p>
      </dsp:txBody>
      <dsp:txXfrm>
        <a:off x="224776" y="1422745"/>
        <a:ext cx="1650639" cy="1024880"/>
      </dsp:txXfrm>
    </dsp:sp>
    <dsp:sp modelId="{12B33E3E-7334-48D2-AEF3-D36318596FEC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9648A-3A12-444B-B871-5C63811B4B67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Semana 2: pruebas ampliadas + comparación</a:t>
          </a:r>
        </a:p>
      </dsp:txBody>
      <dsp:txXfrm>
        <a:off x="2320165" y="1422745"/>
        <a:ext cx="1650639" cy="1024880"/>
      </dsp:txXfrm>
    </dsp:sp>
    <dsp:sp modelId="{95AFB091-2E8A-44D8-B838-78415A11A219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78EFA-6943-4CFA-8D4D-668DB2DD76FB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Semana 3: integración en prototipo (notebook/dashboard)</a:t>
          </a:r>
        </a:p>
      </dsp:txBody>
      <dsp:txXfrm>
        <a:off x="4415555" y="1422745"/>
        <a:ext cx="1650639" cy="1024880"/>
      </dsp:txXfrm>
    </dsp:sp>
    <dsp:sp modelId="{841B836A-6A4F-4C44-B05B-F27CDD7630EC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EEDDF-104F-4BF1-8AB1-E2AEF107CD1F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Gestión de tareas en Trello (captura aquí)</a:t>
          </a:r>
        </a:p>
      </dsp:txBody>
      <dsp:txXfrm>
        <a:off x="6510945" y="1422745"/>
        <a:ext cx="1650639" cy="1024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0533D-CC60-44E5-B153-6718C17E233A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4890C-8D3F-4D7E-82FD-2A1C7A046DC6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Jupyter notebooks (procesamiento y pruebas)</a:t>
          </a:r>
        </a:p>
      </dsp:txBody>
      <dsp:txXfrm>
        <a:off x="298991" y="1277365"/>
        <a:ext cx="2219346" cy="1377989"/>
      </dsp:txXfrm>
    </dsp:sp>
    <dsp:sp modelId="{D3BD1644-04C4-4495-92DB-643E173D61F7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5CB240-0B55-41AA-924B-B2BCF5A33D15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Reportes con métricas comparativas</a:t>
          </a:r>
        </a:p>
      </dsp:txBody>
      <dsp:txXfrm>
        <a:off x="3116322" y="1277365"/>
        <a:ext cx="2219346" cy="1377989"/>
      </dsp:txXfrm>
    </dsp:sp>
    <dsp:sp modelId="{06C818B1-111F-4518-B2A4-72C48D89D2DC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DD505-1A59-4225-999A-032F14564B0B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Prototipo de dashboard</a:t>
          </a:r>
        </a:p>
      </dsp:txBody>
      <dsp:txXfrm>
        <a:off x="5933653" y="1277365"/>
        <a:ext cx="2219346" cy="1377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83042" y="296792"/>
            <a:ext cx="567195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Proyecto: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Monitoreo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Calidad de Datos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Plantas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Tratamiento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30F1BF4-A0BB-F086-0EDA-4DCCD280F4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391808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83042" y="106070"/>
            <a:ext cx="549497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Metodología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Solución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Propuesta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D322B6F-DA2F-2CB1-FFB5-BA4CA3BA8F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776604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83042" y="96238"/>
            <a:ext cx="5435978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Planificación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próximas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3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semanas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2C289D2-52E8-2ED9-3069-43B42FC202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62594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83043" y="-1281"/>
            <a:ext cx="5396648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Entregables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esperados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C7232CD3-F613-CB37-5CEA-5D76F56AB6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96658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</Words>
  <Application>Microsoft Office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Franco Andrés Chiappe Donoso</cp:lastModifiedBy>
  <cp:revision>2</cp:revision>
  <dcterms:created xsi:type="dcterms:W3CDTF">2013-01-27T09:14:16Z</dcterms:created>
  <dcterms:modified xsi:type="dcterms:W3CDTF">2025-09-10T16:48:48Z</dcterms:modified>
  <cp:category/>
</cp:coreProperties>
</file>